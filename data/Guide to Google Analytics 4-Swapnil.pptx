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30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1" r:id="rId31"/>
    <p:sldId id="287" r:id="rId32"/>
    <p:sldId id="304" r:id="rId33"/>
    <p:sldId id="303" r:id="rId34"/>
    <p:sldId id="302" r:id="rId35"/>
    <p:sldId id="288" r:id="rId36"/>
    <p:sldId id="292" r:id="rId37"/>
    <p:sldId id="289" r:id="rId38"/>
    <p:sldId id="293" r:id="rId39"/>
    <p:sldId id="294" r:id="rId40"/>
    <p:sldId id="290" r:id="rId41"/>
    <p:sldId id="295" r:id="rId42"/>
    <p:sldId id="296" r:id="rId43"/>
    <p:sldId id="297" r:id="rId44"/>
    <p:sldId id="298" r:id="rId45"/>
    <p:sldId id="299" r:id="rId46"/>
    <p:sldId id="305" r:id="rId47"/>
    <p:sldId id="300" r:id="rId48"/>
    <p:sldId id="306" r:id="rId49"/>
    <p:sldId id="286" r:id="rId50"/>
  </p:sldIdLst>
  <p:sldSz cx="12192000" cy="6858000"/>
  <p:notesSz cx="6858000" cy="9144000"/>
  <p:embeddedFontLst>
    <p:embeddedFont>
      <p:font typeface="Quattrocento Sans" charset="0"/>
      <p:regular r:id="rId52"/>
      <p:bold r:id="rId53"/>
      <p:italic r:id="rId54"/>
      <p:boldItalic r:id="rId55"/>
    </p:embeddedFont>
    <p:embeddedFont>
      <p:font typeface="Calibri" pitchFamily="34" charset="0"/>
      <p:regular r:id="rId56"/>
      <p:bold r:id="rId57"/>
      <p:italic r:id="rId58"/>
      <p:boldItalic r:id="rId59"/>
    </p:embeddedFont>
    <p:embeddedFont>
      <p:font typeface="Century Gothic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im/ouEtdsdJ+ulvhJUFgi5YSwc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76462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59e87b79a_1_5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g2259e87b79a_1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4a2a1e4198_0_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24a2a1e419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259e87b79a_1_50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g2259e87b79a_1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259e87b79a_1_5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g2259e87b79a_1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59e87b79a_1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2259e87b79a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4a2a1e4198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g24a2a1e419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259e87b79a_1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g2259e87b79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259e87b79a_1_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g2259e87b79a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259e87b79a_1_1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g2259e87b79a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59e87b79a_1_1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5" name="Google Shape;475;g2259e87b79a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259e87b79a_1_1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g2259e87b79a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259e87b79a_1_1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g2259e87b79a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259e87b79a_1_2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g2259e87b79a_1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259e87b79a_1_2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g2259e87b79a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259e87b79a_1_2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g2259e87b79a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259e87b79a_1_2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g2259e87b79a_1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259e87b79a_1_2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1" name="Google Shape;601;g2259e87b79a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259e87b79a_1_2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9" name="Google Shape;619;g2259e87b79a_1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259e87b79a_1_3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7" name="Google Shape;637;g2259e87b79a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259e87b79a_1_3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5" name="Google Shape;655;g2259e87b79a_1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259e87b79a_1_3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3" name="Google Shape;673;g2259e87b79a_1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259e87b79a_1_3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1" name="Google Shape;691;g2259e87b79a_1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259e87b79a_1_3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9" name="Google Shape;709;g2259e87b79a_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259e87b79a_1_3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7" name="Google Shape;727;g2259e87b79a_1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259e87b79a_1_4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g2259e87b79a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259e87b79a_1_4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3" name="Google Shape;763;g2259e87b79a_1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" name="Google Shape;1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" name="Google Shape;1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" name="Google Shape;1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259e87b79a_1_4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g2259e87b79a_1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9" name="Google Shape;8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sz="2400" b="1"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3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>
  <p:cSld name="SECTION_HEADER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>
  <p:cSld name="TWO_OBJECTS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>
  <p:cSld name="TWO_OBJECTS_WITH_TEXT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 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>
  <p:cSld name="OBJECT_WITH_CAPTION_TEXT 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>
  <p:cSld name="PICTURE_WITH_CAPTION_TEXT 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>
  <p:cSld name="VERTICAL_TEXT 2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>
  <p:cSld name="VERTICAL_TITLE_AND_VERTICAL_TEXT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 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8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8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8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>
  <p:cSld name="OBJECT 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49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>
  <p:cSld name="SECTION_HEADER 3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0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>
  <p:cSld name="TWO_OBJECTS 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>
  <p:cSld name="TWO_OBJECTS_WITH_TEXT 3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2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2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52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 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3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>
  <p:cSld name="OBJECT_WITH_CAPTION_TEXT 3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4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54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54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>
  <p:cSld name="PICTURE_WITH_CAPTION_TEXT 3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5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55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5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>
  <p:cSld name="VERTICAL_TEXT 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6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56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>
  <p:cSld name="VERTICAL_TITLE_AND_VERTICAL_TEXT 3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7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57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-32300" y="1485441"/>
            <a:ext cx="12192000" cy="388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863600" y="1028491"/>
            <a:ext cx="3949700" cy="48006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Build To Make You Proud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 rot="10800000" flipH="1">
            <a:off x="4813300" y="5372308"/>
            <a:ext cx="228600" cy="4572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813300" y="1028491"/>
            <a:ext cx="228600" cy="4572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4819104" y="2281256"/>
            <a:ext cx="698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IN" sz="2500">
                <a:solidFill>
                  <a:srgbClr val="FFFFFF"/>
                </a:solidFill>
              </a:rPr>
              <a:t>Presentation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15"/>
          <p:cNvGrpSpPr/>
          <p:nvPr/>
        </p:nvGrpSpPr>
        <p:grpSpPr>
          <a:xfrm>
            <a:off x="963602" y="1361661"/>
            <a:ext cx="3749697" cy="4134266"/>
            <a:chOff x="-1" y="0"/>
            <a:chExt cx="3749695" cy="4134265"/>
          </a:xfrm>
        </p:grpSpPr>
        <p:sp>
          <p:nvSpPr>
            <p:cNvPr id="150" name="Google Shape;150;p15"/>
            <p:cNvSpPr/>
            <p:nvPr/>
          </p:nvSpPr>
          <p:spPr>
            <a:xfrm>
              <a:off x="1454932" y="3362456"/>
              <a:ext cx="373667" cy="472051"/>
            </a:xfrm>
            <a:custGeom>
              <a:avLst/>
              <a:gdLst/>
              <a:ahLst/>
              <a:cxnLst/>
              <a:rect l="l" t="t" r="r" b="b"/>
              <a:pathLst>
                <a:path w="21451" h="21004" extrusionOk="0">
                  <a:moveTo>
                    <a:pt x="0" y="19633"/>
                  </a:moveTo>
                  <a:cubicBezTo>
                    <a:pt x="0" y="19975"/>
                    <a:pt x="214" y="21004"/>
                    <a:pt x="428" y="21004"/>
                  </a:cubicBezTo>
                  <a:cubicBezTo>
                    <a:pt x="428" y="21004"/>
                    <a:pt x="2994" y="21004"/>
                    <a:pt x="5988" y="21004"/>
                  </a:cubicBezTo>
                  <a:cubicBezTo>
                    <a:pt x="7699" y="21004"/>
                    <a:pt x="9196" y="21004"/>
                    <a:pt x="10693" y="21004"/>
                  </a:cubicBezTo>
                  <a:cubicBezTo>
                    <a:pt x="12190" y="21004"/>
                    <a:pt x="13901" y="21004"/>
                    <a:pt x="15398" y="21004"/>
                  </a:cubicBezTo>
                  <a:cubicBezTo>
                    <a:pt x="18392" y="21004"/>
                    <a:pt x="20958" y="21004"/>
                    <a:pt x="20958" y="21004"/>
                  </a:cubicBezTo>
                  <a:cubicBezTo>
                    <a:pt x="21386" y="21004"/>
                    <a:pt x="21386" y="19975"/>
                    <a:pt x="21386" y="19633"/>
                  </a:cubicBezTo>
                  <a:cubicBezTo>
                    <a:pt x="21600" y="17747"/>
                    <a:pt x="21386" y="16033"/>
                    <a:pt x="19248" y="15004"/>
                  </a:cubicBezTo>
                  <a:cubicBezTo>
                    <a:pt x="18606" y="14490"/>
                    <a:pt x="16681" y="13975"/>
                    <a:pt x="15612" y="13461"/>
                  </a:cubicBezTo>
                  <a:cubicBezTo>
                    <a:pt x="14543" y="13118"/>
                    <a:pt x="12832" y="11918"/>
                    <a:pt x="13687" y="10890"/>
                  </a:cubicBezTo>
                  <a:cubicBezTo>
                    <a:pt x="14329" y="10033"/>
                    <a:pt x="16040" y="10547"/>
                    <a:pt x="16681" y="9518"/>
                  </a:cubicBezTo>
                  <a:cubicBezTo>
                    <a:pt x="16895" y="9347"/>
                    <a:pt x="16467" y="9004"/>
                    <a:pt x="16467" y="8147"/>
                  </a:cubicBezTo>
                  <a:cubicBezTo>
                    <a:pt x="16467" y="7461"/>
                    <a:pt x="16467" y="4718"/>
                    <a:pt x="16253" y="3861"/>
                  </a:cubicBezTo>
                  <a:cubicBezTo>
                    <a:pt x="15612" y="2661"/>
                    <a:pt x="14970" y="1461"/>
                    <a:pt x="13473" y="604"/>
                  </a:cubicBezTo>
                  <a:cubicBezTo>
                    <a:pt x="11335" y="-596"/>
                    <a:pt x="8127" y="90"/>
                    <a:pt x="6416" y="1804"/>
                  </a:cubicBezTo>
                  <a:cubicBezTo>
                    <a:pt x="4919" y="3690"/>
                    <a:pt x="5133" y="6090"/>
                    <a:pt x="5133" y="8147"/>
                  </a:cubicBezTo>
                  <a:cubicBezTo>
                    <a:pt x="4919" y="9004"/>
                    <a:pt x="4491" y="9347"/>
                    <a:pt x="4705" y="9518"/>
                  </a:cubicBezTo>
                  <a:cubicBezTo>
                    <a:pt x="5347" y="10375"/>
                    <a:pt x="7057" y="10204"/>
                    <a:pt x="7699" y="10890"/>
                  </a:cubicBezTo>
                  <a:cubicBezTo>
                    <a:pt x="8768" y="11747"/>
                    <a:pt x="6844" y="13118"/>
                    <a:pt x="5988" y="13461"/>
                  </a:cubicBezTo>
                  <a:cubicBezTo>
                    <a:pt x="4705" y="13975"/>
                    <a:pt x="2994" y="14490"/>
                    <a:pt x="2139" y="15004"/>
                  </a:cubicBezTo>
                  <a:cubicBezTo>
                    <a:pt x="214" y="16033"/>
                    <a:pt x="0" y="17747"/>
                    <a:pt x="0" y="1963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773396" y="3329163"/>
              <a:ext cx="314124" cy="505344"/>
            </a:xfrm>
            <a:custGeom>
              <a:avLst/>
              <a:gdLst/>
              <a:ahLst/>
              <a:cxnLst/>
              <a:rect l="l" t="t" r="r" b="b"/>
              <a:pathLst>
                <a:path w="20884" h="21600" extrusionOk="0">
                  <a:moveTo>
                    <a:pt x="6122" y="989"/>
                  </a:moveTo>
                  <a:cubicBezTo>
                    <a:pt x="7860" y="989"/>
                    <a:pt x="9349" y="1484"/>
                    <a:pt x="10094" y="2473"/>
                  </a:cubicBezTo>
                  <a:cubicBezTo>
                    <a:pt x="10343" y="2968"/>
                    <a:pt x="10343" y="3298"/>
                    <a:pt x="10094" y="3957"/>
                  </a:cubicBezTo>
                  <a:cubicBezTo>
                    <a:pt x="10094" y="4287"/>
                    <a:pt x="10094" y="4947"/>
                    <a:pt x="10094" y="5606"/>
                  </a:cubicBezTo>
                  <a:cubicBezTo>
                    <a:pt x="10094" y="6101"/>
                    <a:pt x="10094" y="6101"/>
                    <a:pt x="10094" y="6101"/>
                  </a:cubicBezTo>
                  <a:cubicBezTo>
                    <a:pt x="10839" y="6266"/>
                    <a:pt x="10839" y="6266"/>
                    <a:pt x="10839" y="6266"/>
                  </a:cubicBezTo>
                  <a:cubicBezTo>
                    <a:pt x="10839" y="6266"/>
                    <a:pt x="10839" y="6431"/>
                    <a:pt x="10839" y="6595"/>
                  </a:cubicBezTo>
                  <a:cubicBezTo>
                    <a:pt x="10591" y="6760"/>
                    <a:pt x="10591" y="6760"/>
                    <a:pt x="10343" y="6925"/>
                  </a:cubicBezTo>
                  <a:cubicBezTo>
                    <a:pt x="9846" y="7090"/>
                    <a:pt x="9349" y="7420"/>
                    <a:pt x="9101" y="7915"/>
                  </a:cubicBezTo>
                  <a:cubicBezTo>
                    <a:pt x="9101" y="8079"/>
                    <a:pt x="9101" y="8079"/>
                    <a:pt x="9101" y="8244"/>
                  </a:cubicBezTo>
                  <a:cubicBezTo>
                    <a:pt x="8853" y="8904"/>
                    <a:pt x="8356" y="10058"/>
                    <a:pt x="8605" y="10882"/>
                  </a:cubicBezTo>
                  <a:cubicBezTo>
                    <a:pt x="8853" y="12366"/>
                    <a:pt x="10094" y="13521"/>
                    <a:pt x="12329" y="14015"/>
                  </a:cubicBezTo>
                  <a:cubicBezTo>
                    <a:pt x="13818" y="14510"/>
                    <a:pt x="15805" y="15334"/>
                    <a:pt x="17294" y="15994"/>
                  </a:cubicBezTo>
                  <a:cubicBezTo>
                    <a:pt x="19032" y="16818"/>
                    <a:pt x="19529" y="19456"/>
                    <a:pt x="19281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446"/>
                    <a:pt x="7612" y="20446"/>
                    <a:pt x="7612" y="20446"/>
                  </a:cubicBezTo>
                  <a:cubicBezTo>
                    <a:pt x="7860" y="19292"/>
                    <a:pt x="8108" y="15664"/>
                    <a:pt x="3391" y="13521"/>
                  </a:cubicBezTo>
                  <a:cubicBezTo>
                    <a:pt x="3143" y="13356"/>
                    <a:pt x="2646" y="13191"/>
                    <a:pt x="2149" y="13026"/>
                  </a:cubicBezTo>
                  <a:cubicBezTo>
                    <a:pt x="3143" y="12531"/>
                    <a:pt x="3639" y="11707"/>
                    <a:pt x="3887" y="10882"/>
                  </a:cubicBezTo>
                  <a:cubicBezTo>
                    <a:pt x="3887" y="10058"/>
                    <a:pt x="3639" y="8904"/>
                    <a:pt x="3391" y="8244"/>
                  </a:cubicBezTo>
                  <a:cubicBezTo>
                    <a:pt x="3391" y="8079"/>
                    <a:pt x="3391" y="8079"/>
                    <a:pt x="3391" y="7915"/>
                  </a:cubicBezTo>
                  <a:cubicBezTo>
                    <a:pt x="3143" y="7420"/>
                    <a:pt x="2646" y="7090"/>
                    <a:pt x="2149" y="6925"/>
                  </a:cubicBezTo>
                  <a:cubicBezTo>
                    <a:pt x="1653" y="6760"/>
                    <a:pt x="1653" y="6760"/>
                    <a:pt x="1653" y="6595"/>
                  </a:cubicBezTo>
                  <a:cubicBezTo>
                    <a:pt x="1653" y="6431"/>
                    <a:pt x="1653" y="6431"/>
                    <a:pt x="1901" y="6101"/>
                  </a:cubicBezTo>
                  <a:cubicBezTo>
                    <a:pt x="1901" y="5771"/>
                    <a:pt x="2398" y="5441"/>
                    <a:pt x="2149" y="4782"/>
                  </a:cubicBezTo>
                  <a:cubicBezTo>
                    <a:pt x="2149" y="4617"/>
                    <a:pt x="2149" y="4287"/>
                    <a:pt x="2149" y="4122"/>
                  </a:cubicBezTo>
                  <a:cubicBezTo>
                    <a:pt x="1901" y="3463"/>
                    <a:pt x="1901" y="3133"/>
                    <a:pt x="2149" y="2803"/>
                  </a:cubicBezTo>
                  <a:cubicBezTo>
                    <a:pt x="2398" y="2144"/>
                    <a:pt x="3143" y="1484"/>
                    <a:pt x="4136" y="1154"/>
                  </a:cubicBezTo>
                  <a:cubicBezTo>
                    <a:pt x="4881" y="989"/>
                    <a:pt x="5377" y="989"/>
                    <a:pt x="6122" y="989"/>
                  </a:cubicBezTo>
                  <a:moveTo>
                    <a:pt x="6122" y="0"/>
                  </a:moveTo>
                  <a:cubicBezTo>
                    <a:pt x="5129" y="0"/>
                    <a:pt x="4384" y="0"/>
                    <a:pt x="3391" y="330"/>
                  </a:cubicBezTo>
                  <a:cubicBezTo>
                    <a:pt x="2149" y="824"/>
                    <a:pt x="1156" y="1484"/>
                    <a:pt x="660" y="2473"/>
                  </a:cubicBezTo>
                  <a:cubicBezTo>
                    <a:pt x="163" y="3298"/>
                    <a:pt x="660" y="3957"/>
                    <a:pt x="660" y="4947"/>
                  </a:cubicBezTo>
                  <a:cubicBezTo>
                    <a:pt x="908" y="5606"/>
                    <a:pt x="-85" y="5936"/>
                    <a:pt x="163" y="6760"/>
                  </a:cubicBezTo>
                  <a:cubicBezTo>
                    <a:pt x="412" y="7750"/>
                    <a:pt x="1653" y="7750"/>
                    <a:pt x="1901" y="8079"/>
                  </a:cubicBezTo>
                  <a:cubicBezTo>
                    <a:pt x="1901" y="8574"/>
                    <a:pt x="2398" y="9893"/>
                    <a:pt x="2398" y="10882"/>
                  </a:cubicBezTo>
                  <a:cubicBezTo>
                    <a:pt x="2149" y="11707"/>
                    <a:pt x="1405" y="12366"/>
                    <a:pt x="163" y="12861"/>
                  </a:cubicBezTo>
                  <a:cubicBezTo>
                    <a:pt x="-85" y="13191"/>
                    <a:pt x="-85" y="13356"/>
                    <a:pt x="412" y="13521"/>
                  </a:cubicBezTo>
                  <a:cubicBezTo>
                    <a:pt x="1156" y="13850"/>
                    <a:pt x="2149" y="14180"/>
                    <a:pt x="2646" y="14345"/>
                  </a:cubicBezTo>
                  <a:cubicBezTo>
                    <a:pt x="6618" y="16159"/>
                    <a:pt x="6370" y="19292"/>
                    <a:pt x="6122" y="20446"/>
                  </a:cubicBezTo>
                  <a:cubicBezTo>
                    <a:pt x="6122" y="20446"/>
                    <a:pt x="6122" y="20446"/>
                    <a:pt x="6122" y="20446"/>
                  </a:cubicBezTo>
                  <a:cubicBezTo>
                    <a:pt x="6122" y="20776"/>
                    <a:pt x="6122" y="21105"/>
                    <a:pt x="6122" y="21435"/>
                  </a:cubicBezTo>
                  <a:cubicBezTo>
                    <a:pt x="6122" y="21600"/>
                    <a:pt x="6122" y="21600"/>
                    <a:pt x="6370" y="21600"/>
                  </a:cubicBezTo>
                  <a:cubicBezTo>
                    <a:pt x="6867" y="21600"/>
                    <a:pt x="6867" y="21600"/>
                    <a:pt x="6867" y="21600"/>
                  </a:cubicBezTo>
                  <a:cubicBezTo>
                    <a:pt x="20522" y="21600"/>
                    <a:pt x="20522" y="21600"/>
                    <a:pt x="20522" y="21600"/>
                  </a:cubicBezTo>
                  <a:cubicBezTo>
                    <a:pt x="21018" y="21600"/>
                    <a:pt x="21515" y="16653"/>
                    <a:pt x="18287" y="15169"/>
                  </a:cubicBezTo>
                  <a:cubicBezTo>
                    <a:pt x="16549" y="14510"/>
                    <a:pt x="14563" y="13685"/>
                    <a:pt x="12825" y="13191"/>
                  </a:cubicBezTo>
                  <a:cubicBezTo>
                    <a:pt x="11087" y="12696"/>
                    <a:pt x="10343" y="11707"/>
                    <a:pt x="10094" y="10882"/>
                  </a:cubicBezTo>
                  <a:cubicBezTo>
                    <a:pt x="9846" y="9893"/>
                    <a:pt x="10343" y="8574"/>
                    <a:pt x="10591" y="8079"/>
                  </a:cubicBezTo>
                  <a:cubicBezTo>
                    <a:pt x="10591" y="7750"/>
                    <a:pt x="12081" y="7750"/>
                    <a:pt x="12329" y="6760"/>
                  </a:cubicBezTo>
                  <a:cubicBezTo>
                    <a:pt x="12329" y="6431"/>
                    <a:pt x="12329" y="5606"/>
                    <a:pt x="11584" y="5441"/>
                  </a:cubicBezTo>
                  <a:cubicBezTo>
                    <a:pt x="11336" y="4122"/>
                    <a:pt x="12329" y="3298"/>
                    <a:pt x="11336" y="1979"/>
                  </a:cubicBezTo>
                  <a:cubicBezTo>
                    <a:pt x="10343" y="660"/>
                    <a:pt x="8356" y="0"/>
                    <a:pt x="612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771768" y="3383544"/>
              <a:ext cx="455871" cy="4615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0" y="1080"/>
                  </a:moveTo>
                  <a:cubicBezTo>
                    <a:pt x="12216" y="1080"/>
                    <a:pt x="13279" y="1260"/>
                    <a:pt x="14518" y="1620"/>
                  </a:cubicBezTo>
                  <a:cubicBezTo>
                    <a:pt x="15757" y="2160"/>
                    <a:pt x="16643" y="2700"/>
                    <a:pt x="17528" y="3600"/>
                  </a:cubicBezTo>
                  <a:cubicBezTo>
                    <a:pt x="18413" y="4320"/>
                    <a:pt x="19298" y="5400"/>
                    <a:pt x="19830" y="6660"/>
                  </a:cubicBezTo>
                  <a:cubicBezTo>
                    <a:pt x="20361" y="7920"/>
                    <a:pt x="20538" y="9360"/>
                    <a:pt x="20538" y="10980"/>
                  </a:cubicBezTo>
                  <a:cubicBezTo>
                    <a:pt x="20538" y="11340"/>
                    <a:pt x="20538" y="11520"/>
                    <a:pt x="20538" y="12060"/>
                  </a:cubicBezTo>
                  <a:cubicBezTo>
                    <a:pt x="20538" y="12420"/>
                    <a:pt x="20361" y="12780"/>
                    <a:pt x="20361" y="13320"/>
                  </a:cubicBezTo>
                  <a:cubicBezTo>
                    <a:pt x="20184" y="13680"/>
                    <a:pt x="20184" y="14220"/>
                    <a:pt x="20007" y="14580"/>
                  </a:cubicBezTo>
                  <a:cubicBezTo>
                    <a:pt x="19830" y="15120"/>
                    <a:pt x="19475" y="15480"/>
                    <a:pt x="19298" y="16020"/>
                  </a:cubicBezTo>
                  <a:cubicBezTo>
                    <a:pt x="18944" y="16380"/>
                    <a:pt x="18590" y="16560"/>
                    <a:pt x="18059" y="16920"/>
                  </a:cubicBezTo>
                  <a:cubicBezTo>
                    <a:pt x="17705" y="17100"/>
                    <a:pt x="17174" y="17280"/>
                    <a:pt x="16466" y="17280"/>
                  </a:cubicBezTo>
                  <a:cubicBezTo>
                    <a:pt x="16111" y="17280"/>
                    <a:pt x="15580" y="17100"/>
                    <a:pt x="15403" y="17100"/>
                  </a:cubicBezTo>
                  <a:cubicBezTo>
                    <a:pt x="15049" y="16920"/>
                    <a:pt x="14695" y="16740"/>
                    <a:pt x="14518" y="16560"/>
                  </a:cubicBezTo>
                  <a:cubicBezTo>
                    <a:pt x="14341" y="16380"/>
                    <a:pt x="14341" y="16200"/>
                    <a:pt x="14164" y="15840"/>
                  </a:cubicBezTo>
                  <a:cubicBezTo>
                    <a:pt x="13987" y="15660"/>
                    <a:pt x="13987" y="15480"/>
                    <a:pt x="13987" y="15120"/>
                  </a:cubicBezTo>
                  <a:cubicBezTo>
                    <a:pt x="13456" y="15660"/>
                    <a:pt x="12748" y="16200"/>
                    <a:pt x="12039" y="16380"/>
                  </a:cubicBezTo>
                  <a:cubicBezTo>
                    <a:pt x="11331" y="16740"/>
                    <a:pt x="10446" y="16920"/>
                    <a:pt x="9561" y="16920"/>
                  </a:cubicBezTo>
                  <a:cubicBezTo>
                    <a:pt x="8321" y="16920"/>
                    <a:pt x="7436" y="16560"/>
                    <a:pt x="6728" y="15840"/>
                  </a:cubicBezTo>
                  <a:cubicBezTo>
                    <a:pt x="6020" y="15120"/>
                    <a:pt x="5666" y="14220"/>
                    <a:pt x="5666" y="13140"/>
                  </a:cubicBezTo>
                  <a:cubicBezTo>
                    <a:pt x="5666" y="12420"/>
                    <a:pt x="5843" y="11880"/>
                    <a:pt x="6020" y="11340"/>
                  </a:cubicBezTo>
                  <a:cubicBezTo>
                    <a:pt x="6374" y="10800"/>
                    <a:pt x="6728" y="10440"/>
                    <a:pt x="7259" y="10080"/>
                  </a:cubicBezTo>
                  <a:cubicBezTo>
                    <a:pt x="7613" y="9900"/>
                    <a:pt x="8144" y="9540"/>
                    <a:pt x="8675" y="9540"/>
                  </a:cubicBezTo>
                  <a:cubicBezTo>
                    <a:pt x="9207" y="9360"/>
                    <a:pt x="9915" y="9360"/>
                    <a:pt x="10446" y="9360"/>
                  </a:cubicBezTo>
                  <a:cubicBezTo>
                    <a:pt x="11154" y="9360"/>
                    <a:pt x="11685" y="9360"/>
                    <a:pt x="12216" y="9540"/>
                  </a:cubicBezTo>
                  <a:cubicBezTo>
                    <a:pt x="12570" y="9540"/>
                    <a:pt x="12925" y="9720"/>
                    <a:pt x="13279" y="9900"/>
                  </a:cubicBezTo>
                  <a:cubicBezTo>
                    <a:pt x="13279" y="9360"/>
                    <a:pt x="13102" y="9000"/>
                    <a:pt x="13102" y="8640"/>
                  </a:cubicBezTo>
                  <a:cubicBezTo>
                    <a:pt x="12925" y="8280"/>
                    <a:pt x="12925" y="8100"/>
                    <a:pt x="12570" y="7740"/>
                  </a:cubicBezTo>
                  <a:cubicBezTo>
                    <a:pt x="12393" y="7560"/>
                    <a:pt x="12216" y="7380"/>
                    <a:pt x="11862" y="7200"/>
                  </a:cubicBezTo>
                  <a:cubicBezTo>
                    <a:pt x="11331" y="7020"/>
                    <a:pt x="10977" y="7020"/>
                    <a:pt x="10446" y="7020"/>
                  </a:cubicBezTo>
                  <a:cubicBezTo>
                    <a:pt x="9738" y="7020"/>
                    <a:pt x="9030" y="7200"/>
                    <a:pt x="8498" y="7380"/>
                  </a:cubicBezTo>
                  <a:cubicBezTo>
                    <a:pt x="8321" y="7380"/>
                    <a:pt x="8144" y="7380"/>
                    <a:pt x="8144" y="7560"/>
                  </a:cubicBezTo>
                  <a:cubicBezTo>
                    <a:pt x="7967" y="7560"/>
                    <a:pt x="7790" y="7560"/>
                    <a:pt x="7613" y="7560"/>
                  </a:cubicBezTo>
                  <a:cubicBezTo>
                    <a:pt x="7259" y="7560"/>
                    <a:pt x="6728" y="7380"/>
                    <a:pt x="6551" y="6840"/>
                  </a:cubicBezTo>
                  <a:cubicBezTo>
                    <a:pt x="6551" y="6840"/>
                    <a:pt x="6551" y="6840"/>
                    <a:pt x="6551" y="6840"/>
                  </a:cubicBezTo>
                  <a:cubicBezTo>
                    <a:pt x="6374" y="6300"/>
                    <a:pt x="6728" y="5760"/>
                    <a:pt x="7082" y="5580"/>
                  </a:cubicBezTo>
                  <a:cubicBezTo>
                    <a:pt x="8144" y="5040"/>
                    <a:pt x="9384" y="4680"/>
                    <a:pt x="10800" y="4680"/>
                  </a:cubicBezTo>
                  <a:cubicBezTo>
                    <a:pt x="12039" y="4680"/>
                    <a:pt x="12925" y="4860"/>
                    <a:pt x="13456" y="5220"/>
                  </a:cubicBezTo>
                  <a:cubicBezTo>
                    <a:pt x="14164" y="5580"/>
                    <a:pt x="14695" y="5940"/>
                    <a:pt x="14872" y="6480"/>
                  </a:cubicBezTo>
                  <a:cubicBezTo>
                    <a:pt x="15226" y="7020"/>
                    <a:pt x="15403" y="7740"/>
                    <a:pt x="15580" y="8280"/>
                  </a:cubicBezTo>
                  <a:cubicBezTo>
                    <a:pt x="15580" y="9000"/>
                    <a:pt x="15580" y="9540"/>
                    <a:pt x="15580" y="10260"/>
                  </a:cubicBezTo>
                  <a:cubicBezTo>
                    <a:pt x="15580" y="12240"/>
                    <a:pt x="15580" y="12240"/>
                    <a:pt x="15580" y="12240"/>
                  </a:cubicBezTo>
                  <a:cubicBezTo>
                    <a:pt x="15580" y="12780"/>
                    <a:pt x="15580" y="13140"/>
                    <a:pt x="15580" y="13500"/>
                  </a:cubicBezTo>
                  <a:cubicBezTo>
                    <a:pt x="15757" y="13860"/>
                    <a:pt x="15757" y="14220"/>
                    <a:pt x="15757" y="14400"/>
                  </a:cubicBezTo>
                  <a:cubicBezTo>
                    <a:pt x="15934" y="14760"/>
                    <a:pt x="16111" y="14940"/>
                    <a:pt x="16289" y="15120"/>
                  </a:cubicBezTo>
                  <a:cubicBezTo>
                    <a:pt x="16289" y="15300"/>
                    <a:pt x="16643" y="15480"/>
                    <a:pt x="16820" y="15480"/>
                  </a:cubicBezTo>
                  <a:cubicBezTo>
                    <a:pt x="16997" y="15480"/>
                    <a:pt x="16997" y="15480"/>
                    <a:pt x="16997" y="15480"/>
                  </a:cubicBezTo>
                  <a:cubicBezTo>
                    <a:pt x="17351" y="15300"/>
                    <a:pt x="17705" y="15120"/>
                    <a:pt x="18059" y="14760"/>
                  </a:cubicBezTo>
                  <a:cubicBezTo>
                    <a:pt x="18236" y="14580"/>
                    <a:pt x="18413" y="14040"/>
                    <a:pt x="18590" y="13680"/>
                  </a:cubicBezTo>
                  <a:cubicBezTo>
                    <a:pt x="18767" y="13140"/>
                    <a:pt x="18767" y="12780"/>
                    <a:pt x="18767" y="12240"/>
                  </a:cubicBezTo>
                  <a:cubicBezTo>
                    <a:pt x="18944" y="11700"/>
                    <a:pt x="18944" y="11340"/>
                    <a:pt x="18944" y="10980"/>
                  </a:cubicBezTo>
                  <a:cubicBezTo>
                    <a:pt x="18944" y="9720"/>
                    <a:pt x="18767" y="8640"/>
                    <a:pt x="18413" y="7560"/>
                  </a:cubicBezTo>
                  <a:cubicBezTo>
                    <a:pt x="17882" y="6660"/>
                    <a:pt x="17351" y="5760"/>
                    <a:pt x="16643" y="5040"/>
                  </a:cubicBezTo>
                  <a:cubicBezTo>
                    <a:pt x="15934" y="4320"/>
                    <a:pt x="15049" y="3780"/>
                    <a:pt x="14164" y="3240"/>
                  </a:cubicBezTo>
                  <a:cubicBezTo>
                    <a:pt x="13102" y="2880"/>
                    <a:pt x="12039" y="2700"/>
                    <a:pt x="10800" y="2700"/>
                  </a:cubicBezTo>
                  <a:cubicBezTo>
                    <a:pt x="9561" y="2700"/>
                    <a:pt x="8498" y="2880"/>
                    <a:pt x="7436" y="3240"/>
                  </a:cubicBezTo>
                  <a:cubicBezTo>
                    <a:pt x="6374" y="3600"/>
                    <a:pt x="5666" y="4320"/>
                    <a:pt x="4957" y="5040"/>
                  </a:cubicBezTo>
                  <a:cubicBezTo>
                    <a:pt x="4249" y="5760"/>
                    <a:pt x="3718" y="6480"/>
                    <a:pt x="3187" y="7560"/>
                  </a:cubicBezTo>
                  <a:cubicBezTo>
                    <a:pt x="2833" y="8640"/>
                    <a:pt x="2656" y="9720"/>
                    <a:pt x="2656" y="10800"/>
                  </a:cubicBezTo>
                  <a:cubicBezTo>
                    <a:pt x="2656" y="11880"/>
                    <a:pt x="2833" y="12960"/>
                    <a:pt x="3187" y="14040"/>
                  </a:cubicBezTo>
                  <a:cubicBezTo>
                    <a:pt x="3541" y="14940"/>
                    <a:pt x="4072" y="15840"/>
                    <a:pt x="4780" y="16560"/>
                  </a:cubicBezTo>
                  <a:cubicBezTo>
                    <a:pt x="5489" y="17280"/>
                    <a:pt x="6197" y="18000"/>
                    <a:pt x="7259" y="18360"/>
                  </a:cubicBezTo>
                  <a:cubicBezTo>
                    <a:pt x="8144" y="18720"/>
                    <a:pt x="9207" y="19080"/>
                    <a:pt x="10446" y="19080"/>
                  </a:cubicBezTo>
                  <a:cubicBezTo>
                    <a:pt x="11331" y="19080"/>
                    <a:pt x="12039" y="18900"/>
                    <a:pt x="12570" y="18720"/>
                  </a:cubicBezTo>
                  <a:cubicBezTo>
                    <a:pt x="12925" y="18540"/>
                    <a:pt x="13279" y="18540"/>
                    <a:pt x="13633" y="18360"/>
                  </a:cubicBezTo>
                  <a:cubicBezTo>
                    <a:pt x="13810" y="18360"/>
                    <a:pt x="13810" y="18360"/>
                    <a:pt x="13987" y="18360"/>
                  </a:cubicBezTo>
                  <a:cubicBezTo>
                    <a:pt x="14341" y="18360"/>
                    <a:pt x="14518" y="18540"/>
                    <a:pt x="14695" y="18900"/>
                  </a:cubicBezTo>
                  <a:cubicBezTo>
                    <a:pt x="14872" y="19260"/>
                    <a:pt x="14518" y="19620"/>
                    <a:pt x="14164" y="19800"/>
                  </a:cubicBezTo>
                  <a:cubicBezTo>
                    <a:pt x="13633" y="19980"/>
                    <a:pt x="13102" y="20160"/>
                    <a:pt x="12748" y="20340"/>
                  </a:cubicBezTo>
                  <a:cubicBezTo>
                    <a:pt x="11862" y="20520"/>
                    <a:pt x="11154" y="20520"/>
                    <a:pt x="10269" y="20520"/>
                  </a:cubicBezTo>
                  <a:cubicBezTo>
                    <a:pt x="9030" y="20520"/>
                    <a:pt x="7790" y="20340"/>
                    <a:pt x="6728" y="19980"/>
                  </a:cubicBezTo>
                  <a:cubicBezTo>
                    <a:pt x="5666" y="19440"/>
                    <a:pt x="4603" y="18720"/>
                    <a:pt x="3718" y="18000"/>
                  </a:cubicBezTo>
                  <a:cubicBezTo>
                    <a:pt x="3010" y="17100"/>
                    <a:pt x="2302" y="16020"/>
                    <a:pt x="1770" y="14760"/>
                  </a:cubicBezTo>
                  <a:cubicBezTo>
                    <a:pt x="1239" y="13680"/>
                    <a:pt x="1062" y="12240"/>
                    <a:pt x="1062" y="10800"/>
                  </a:cubicBezTo>
                  <a:cubicBezTo>
                    <a:pt x="1062" y="9180"/>
                    <a:pt x="1239" y="7740"/>
                    <a:pt x="1770" y="6660"/>
                  </a:cubicBezTo>
                  <a:cubicBezTo>
                    <a:pt x="2479" y="5400"/>
                    <a:pt x="3187" y="4320"/>
                    <a:pt x="4072" y="3600"/>
                  </a:cubicBezTo>
                  <a:cubicBezTo>
                    <a:pt x="4957" y="2700"/>
                    <a:pt x="6020" y="2160"/>
                    <a:pt x="7082" y="1800"/>
                  </a:cubicBezTo>
                  <a:cubicBezTo>
                    <a:pt x="8321" y="1260"/>
                    <a:pt x="9561" y="1080"/>
                    <a:pt x="10800" y="1080"/>
                  </a:cubicBezTo>
                  <a:moveTo>
                    <a:pt x="9915" y="14940"/>
                  </a:moveTo>
                  <a:cubicBezTo>
                    <a:pt x="10269" y="14940"/>
                    <a:pt x="10446" y="14760"/>
                    <a:pt x="10977" y="14760"/>
                  </a:cubicBezTo>
                  <a:cubicBezTo>
                    <a:pt x="11331" y="14760"/>
                    <a:pt x="11685" y="14580"/>
                    <a:pt x="12039" y="14400"/>
                  </a:cubicBezTo>
                  <a:cubicBezTo>
                    <a:pt x="12393" y="14220"/>
                    <a:pt x="12748" y="14040"/>
                    <a:pt x="12925" y="13680"/>
                  </a:cubicBezTo>
                  <a:cubicBezTo>
                    <a:pt x="13102" y="13500"/>
                    <a:pt x="13279" y="13140"/>
                    <a:pt x="13279" y="12780"/>
                  </a:cubicBezTo>
                  <a:cubicBezTo>
                    <a:pt x="13279" y="11700"/>
                    <a:pt x="13279" y="11700"/>
                    <a:pt x="13279" y="11700"/>
                  </a:cubicBezTo>
                  <a:cubicBezTo>
                    <a:pt x="12925" y="11700"/>
                    <a:pt x="12570" y="11520"/>
                    <a:pt x="12039" y="11340"/>
                  </a:cubicBezTo>
                  <a:cubicBezTo>
                    <a:pt x="11508" y="11340"/>
                    <a:pt x="10977" y="11160"/>
                    <a:pt x="10446" y="11160"/>
                  </a:cubicBezTo>
                  <a:cubicBezTo>
                    <a:pt x="9738" y="11160"/>
                    <a:pt x="9207" y="11340"/>
                    <a:pt x="8675" y="11700"/>
                  </a:cubicBezTo>
                  <a:cubicBezTo>
                    <a:pt x="8321" y="12060"/>
                    <a:pt x="8144" y="12420"/>
                    <a:pt x="8144" y="13140"/>
                  </a:cubicBezTo>
                  <a:cubicBezTo>
                    <a:pt x="8144" y="13680"/>
                    <a:pt x="8144" y="14040"/>
                    <a:pt x="8498" y="14400"/>
                  </a:cubicBezTo>
                  <a:cubicBezTo>
                    <a:pt x="8852" y="14760"/>
                    <a:pt x="9207" y="14940"/>
                    <a:pt x="9915" y="14940"/>
                  </a:cubicBezTo>
                  <a:moveTo>
                    <a:pt x="10800" y="0"/>
                  </a:moveTo>
                  <a:cubicBezTo>
                    <a:pt x="9384" y="0"/>
                    <a:pt x="8144" y="180"/>
                    <a:pt x="6728" y="720"/>
                  </a:cubicBezTo>
                  <a:cubicBezTo>
                    <a:pt x="5489" y="1080"/>
                    <a:pt x="4249" y="1800"/>
                    <a:pt x="3364" y="2700"/>
                  </a:cubicBezTo>
                  <a:cubicBezTo>
                    <a:pt x="2302" y="3600"/>
                    <a:pt x="1416" y="4860"/>
                    <a:pt x="885" y="6120"/>
                  </a:cubicBezTo>
                  <a:cubicBezTo>
                    <a:pt x="354" y="7560"/>
                    <a:pt x="0" y="9000"/>
                    <a:pt x="0" y="10800"/>
                  </a:cubicBezTo>
                  <a:cubicBezTo>
                    <a:pt x="0" y="12420"/>
                    <a:pt x="177" y="13860"/>
                    <a:pt x="708" y="15300"/>
                  </a:cubicBezTo>
                  <a:cubicBezTo>
                    <a:pt x="1416" y="16560"/>
                    <a:pt x="2125" y="17820"/>
                    <a:pt x="3010" y="18720"/>
                  </a:cubicBezTo>
                  <a:cubicBezTo>
                    <a:pt x="3895" y="19620"/>
                    <a:pt x="5134" y="20340"/>
                    <a:pt x="6374" y="20880"/>
                  </a:cubicBezTo>
                  <a:cubicBezTo>
                    <a:pt x="7613" y="21420"/>
                    <a:pt x="8852" y="21600"/>
                    <a:pt x="10269" y="21600"/>
                  </a:cubicBezTo>
                  <a:cubicBezTo>
                    <a:pt x="11154" y="21600"/>
                    <a:pt x="12039" y="21600"/>
                    <a:pt x="12925" y="21420"/>
                  </a:cubicBezTo>
                  <a:cubicBezTo>
                    <a:pt x="13456" y="21240"/>
                    <a:pt x="13987" y="21060"/>
                    <a:pt x="14518" y="20880"/>
                  </a:cubicBezTo>
                  <a:cubicBezTo>
                    <a:pt x="15580" y="20520"/>
                    <a:pt x="15934" y="19440"/>
                    <a:pt x="15757" y="18540"/>
                  </a:cubicBezTo>
                  <a:cubicBezTo>
                    <a:pt x="15580" y="18360"/>
                    <a:pt x="15580" y="18360"/>
                    <a:pt x="15580" y="18180"/>
                  </a:cubicBezTo>
                  <a:cubicBezTo>
                    <a:pt x="15934" y="18180"/>
                    <a:pt x="16111" y="18360"/>
                    <a:pt x="16466" y="18360"/>
                  </a:cubicBezTo>
                  <a:cubicBezTo>
                    <a:pt x="17351" y="18360"/>
                    <a:pt x="18059" y="18180"/>
                    <a:pt x="18590" y="17820"/>
                  </a:cubicBezTo>
                  <a:cubicBezTo>
                    <a:pt x="19121" y="17460"/>
                    <a:pt x="19652" y="17100"/>
                    <a:pt x="20184" y="16560"/>
                  </a:cubicBezTo>
                  <a:cubicBezTo>
                    <a:pt x="20538" y="16200"/>
                    <a:pt x="20715" y="15660"/>
                    <a:pt x="20892" y="15120"/>
                  </a:cubicBezTo>
                  <a:cubicBezTo>
                    <a:pt x="21069" y="14580"/>
                    <a:pt x="21246" y="14040"/>
                    <a:pt x="21423" y="13500"/>
                  </a:cubicBezTo>
                  <a:cubicBezTo>
                    <a:pt x="21423" y="12960"/>
                    <a:pt x="21600" y="12600"/>
                    <a:pt x="21600" y="12060"/>
                  </a:cubicBezTo>
                  <a:cubicBezTo>
                    <a:pt x="21600" y="11700"/>
                    <a:pt x="21600" y="11340"/>
                    <a:pt x="21600" y="10980"/>
                  </a:cubicBezTo>
                  <a:cubicBezTo>
                    <a:pt x="21600" y="9180"/>
                    <a:pt x="21246" y="7560"/>
                    <a:pt x="20715" y="6300"/>
                  </a:cubicBezTo>
                  <a:cubicBezTo>
                    <a:pt x="20184" y="4860"/>
                    <a:pt x="19298" y="3600"/>
                    <a:pt x="18236" y="2700"/>
                  </a:cubicBezTo>
                  <a:cubicBezTo>
                    <a:pt x="17351" y="1800"/>
                    <a:pt x="16111" y="1080"/>
                    <a:pt x="14872" y="720"/>
                  </a:cubicBezTo>
                  <a:cubicBezTo>
                    <a:pt x="13633" y="180"/>
                    <a:pt x="12216" y="0"/>
                    <a:pt x="10800" y="0"/>
                  </a:cubicBezTo>
                  <a:close/>
                  <a:moveTo>
                    <a:pt x="16997" y="14400"/>
                  </a:moveTo>
                  <a:cubicBezTo>
                    <a:pt x="16820" y="14220"/>
                    <a:pt x="16820" y="14220"/>
                    <a:pt x="16820" y="14040"/>
                  </a:cubicBezTo>
                  <a:cubicBezTo>
                    <a:pt x="16820" y="13860"/>
                    <a:pt x="16820" y="13680"/>
                    <a:pt x="16643" y="13320"/>
                  </a:cubicBezTo>
                  <a:cubicBezTo>
                    <a:pt x="16643" y="12960"/>
                    <a:pt x="16643" y="12600"/>
                    <a:pt x="16643" y="12240"/>
                  </a:cubicBezTo>
                  <a:cubicBezTo>
                    <a:pt x="16643" y="10260"/>
                    <a:pt x="16643" y="10260"/>
                    <a:pt x="16643" y="10260"/>
                  </a:cubicBezTo>
                  <a:cubicBezTo>
                    <a:pt x="16643" y="9540"/>
                    <a:pt x="16643" y="9000"/>
                    <a:pt x="16643" y="8280"/>
                  </a:cubicBezTo>
                  <a:cubicBezTo>
                    <a:pt x="16466" y="7380"/>
                    <a:pt x="16289" y="6660"/>
                    <a:pt x="15934" y="5940"/>
                  </a:cubicBezTo>
                  <a:cubicBezTo>
                    <a:pt x="15757" y="5760"/>
                    <a:pt x="15403" y="5400"/>
                    <a:pt x="15226" y="5220"/>
                  </a:cubicBezTo>
                  <a:cubicBezTo>
                    <a:pt x="15403" y="5400"/>
                    <a:pt x="15757" y="5580"/>
                    <a:pt x="15934" y="5760"/>
                  </a:cubicBezTo>
                  <a:cubicBezTo>
                    <a:pt x="16466" y="6480"/>
                    <a:pt x="16997" y="7200"/>
                    <a:pt x="17351" y="8100"/>
                  </a:cubicBezTo>
                  <a:cubicBezTo>
                    <a:pt x="17705" y="9000"/>
                    <a:pt x="17882" y="9900"/>
                    <a:pt x="17882" y="10980"/>
                  </a:cubicBezTo>
                  <a:cubicBezTo>
                    <a:pt x="17882" y="11160"/>
                    <a:pt x="17882" y="11700"/>
                    <a:pt x="17705" y="12060"/>
                  </a:cubicBezTo>
                  <a:cubicBezTo>
                    <a:pt x="17705" y="12600"/>
                    <a:pt x="17705" y="12960"/>
                    <a:pt x="17528" y="13320"/>
                  </a:cubicBezTo>
                  <a:cubicBezTo>
                    <a:pt x="17528" y="13680"/>
                    <a:pt x="17351" y="14040"/>
                    <a:pt x="17174" y="14220"/>
                  </a:cubicBezTo>
                  <a:cubicBezTo>
                    <a:pt x="16997" y="14220"/>
                    <a:pt x="16997" y="14400"/>
                    <a:pt x="16997" y="14400"/>
                  </a:cubicBezTo>
                  <a:cubicBezTo>
                    <a:pt x="16997" y="14400"/>
                    <a:pt x="16997" y="14400"/>
                    <a:pt x="16997" y="14400"/>
                  </a:cubicBezTo>
                  <a:close/>
                  <a:moveTo>
                    <a:pt x="4957" y="15120"/>
                  </a:moveTo>
                  <a:cubicBezTo>
                    <a:pt x="4603" y="14580"/>
                    <a:pt x="4426" y="14220"/>
                    <a:pt x="4249" y="13680"/>
                  </a:cubicBezTo>
                  <a:cubicBezTo>
                    <a:pt x="3895" y="12780"/>
                    <a:pt x="3718" y="11880"/>
                    <a:pt x="3718" y="10800"/>
                  </a:cubicBezTo>
                  <a:cubicBezTo>
                    <a:pt x="3718" y="9720"/>
                    <a:pt x="3895" y="8820"/>
                    <a:pt x="4249" y="7920"/>
                  </a:cubicBezTo>
                  <a:cubicBezTo>
                    <a:pt x="4603" y="7200"/>
                    <a:pt x="4957" y="6480"/>
                    <a:pt x="5666" y="5760"/>
                  </a:cubicBezTo>
                  <a:cubicBezTo>
                    <a:pt x="5489" y="6300"/>
                    <a:pt x="5489" y="6660"/>
                    <a:pt x="5666" y="7200"/>
                  </a:cubicBezTo>
                  <a:cubicBezTo>
                    <a:pt x="5666" y="7200"/>
                    <a:pt x="5666" y="7200"/>
                    <a:pt x="5666" y="7200"/>
                  </a:cubicBezTo>
                  <a:cubicBezTo>
                    <a:pt x="5843" y="8100"/>
                    <a:pt x="6728" y="8640"/>
                    <a:pt x="7613" y="8640"/>
                  </a:cubicBezTo>
                  <a:cubicBezTo>
                    <a:pt x="7613" y="8640"/>
                    <a:pt x="7613" y="8640"/>
                    <a:pt x="7613" y="8640"/>
                  </a:cubicBezTo>
                  <a:cubicBezTo>
                    <a:pt x="7259" y="8820"/>
                    <a:pt x="6905" y="9000"/>
                    <a:pt x="6551" y="9180"/>
                  </a:cubicBezTo>
                  <a:cubicBezTo>
                    <a:pt x="6020" y="9720"/>
                    <a:pt x="5489" y="10080"/>
                    <a:pt x="5134" y="10800"/>
                  </a:cubicBezTo>
                  <a:cubicBezTo>
                    <a:pt x="4780" y="11520"/>
                    <a:pt x="4603" y="12240"/>
                    <a:pt x="4603" y="13140"/>
                  </a:cubicBezTo>
                  <a:cubicBezTo>
                    <a:pt x="4603" y="13860"/>
                    <a:pt x="4780" y="14400"/>
                    <a:pt x="4957" y="15120"/>
                  </a:cubicBezTo>
                  <a:close/>
                  <a:moveTo>
                    <a:pt x="8675" y="8460"/>
                  </a:moveTo>
                  <a:cubicBezTo>
                    <a:pt x="8675" y="8280"/>
                    <a:pt x="8852" y="8280"/>
                    <a:pt x="8852" y="8280"/>
                  </a:cubicBezTo>
                  <a:cubicBezTo>
                    <a:pt x="9207" y="8100"/>
                    <a:pt x="9738" y="8100"/>
                    <a:pt x="10446" y="8100"/>
                  </a:cubicBezTo>
                  <a:cubicBezTo>
                    <a:pt x="10977" y="8100"/>
                    <a:pt x="11154" y="8100"/>
                    <a:pt x="11331" y="8280"/>
                  </a:cubicBezTo>
                  <a:cubicBezTo>
                    <a:pt x="11508" y="8280"/>
                    <a:pt x="11508" y="8280"/>
                    <a:pt x="11508" y="8280"/>
                  </a:cubicBezTo>
                  <a:cubicBezTo>
                    <a:pt x="11154" y="8280"/>
                    <a:pt x="10800" y="8280"/>
                    <a:pt x="10446" y="8280"/>
                  </a:cubicBezTo>
                  <a:cubicBezTo>
                    <a:pt x="9915" y="8280"/>
                    <a:pt x="9207" y="8280"/>
                    <a:pt x="8675" y="8460"/>
                  </a:cubicBezTo>
                  <a:close/>
                  <a:moveTo>
                    <a:pt x="9915" y="13860"/>
                  </a:moveTo>
                  <a:cubicBezTo>
                    <a:pt x="9561" y="13860"/>
                    <a:pt x="9384" y="13680"/>
                    <a:pt x="9207" y="13680"/>
                  </a:cubicBezTo>
                  <a:cubicBezTo>
                    <a:pt x="9207" y="13500"/>
                    <a:pt x="9207" y="13320"/>
                    <a:pt x="9207" y="13140"/>
                  </a:cubicBezTo>
                  <a:cubicBezTo>
                    <a:pt x="9207" y="12600"/>
                    <a:pt x="9207" y="12600"/>
                    <a:pt x="9384" y="12600"/>
                  </a:cubicBezTo>
                  <a:cubicBezTo>
                    <a:pt x="9561" y="12420"/>
                    <a:pt x="9738" y="12240"/>
                    <a:pt x="10446" y="12240"/>
                  </a:cubicBezTo>
                  <a:cubicBezTo>
                    <a:pt x="10977" y="12240"/>
                    <a:pt x="11331" y="12420"/>
                    <a:pt x="11862" y="12420"/>
                  </a:cubicBezTo>
                  <a:cubicBezTo>
                    <a:pt x="11862" y="12420"/>
                    <a:pt x="12039" y="12420"/>
                    <a:pt x="12216" y="12600"/>
                  </a:cubicBezTo>
                  <a:cubicBezTo>
                    <a:pt x="12216" y="12780"/>
                    <a:pt x="12216" y="12780"/>
                    <a:pt x="12216" y="12780"/>
                  </a:cubicBezTo>
                  <a:cubicBezTo>
                    <a:pt x="12216" y="12780"/>
                    <a:pt x="12039" y="12960"/>
                    <a:pt x="12039" y="12960"/>
                  </a:cubicBezTo>
                  <a:cubicBezTo>
                    <a:pt x="11862" y="13140"/>
                    <a:pt x="11862" y="13320"/>
                    <a:pt x="11508" y="13320"/>
                  </a:cubicBezTo>
                  <a:cubicBezTo>
                    <a:pt x="11508" y="13320"/>
                    <a:pt x="11508" y="13320"/>
                    <a:pt x="11508" y="13500"/>
                  </a:cubicBezTo>
                  <a:cubicBezTo>
                    <a:pt x="11331" y="13500"/>
                    <a:pt x="10977" y="13680"/>
                    <a:pt x="10800" y="13680"/>
                  </a:cubicBezTo>
                  <a:cubicBezTo>
                    <a:pt x="10446" y="13680"/>
                    <a:pt x="10092" y="13860"/>
                    <a:pt x="9915" y="13860"/>
                  </a:cubicBezTo>
                  <a:close/>
                  <a:moveTo>
                    <a:pt x="10446" y="18000"/>
                  </a:moveTo>
                  <a:cubicBezTo>
                    <a:pt x="11154" y="17820"/>
                    <a:pt x="11862" y="17640"/>
                    <a:pt x="12393" y="17460"/>
                  </a:cubicBezTo>
                  <a:cubicBezTo>
                    <a:pt x="12748" y="17280"/>
                    <a:pt x="13102" y="17100"/>
                    <a:pt x="13456" y="16920"/>
                  </a:cubicBezTo>
                  <a:cubicBezTo>
                    <a:pt x="13633" y="17100"/>
                    <a:pt x="13633" y="17100"/>
                    <a:pt x="13810" y="17280"/>
                  </a:cubicBezTo>
                  <a:cubicBezTo>
                    <a:pt x="13633" y="17280"/>
                    <a:pt x="13456" y="17280"/>
                    <a:pt x="13279" y="17280"/>
                  </a:cubicBezTo>
                  <a:cubicBezTo>
                    <a:pt x="12925" y="17460"/>
                    <a:pt x="12570" y="17640"/>
                    <a:pt x="12216" y="17640"/>
                  </a:cubicBezTo>
                  <a:cubicBezTo>
                    <a:pt x="11862" y="17820"/>
                    <a:pt x="11154" y="18000"/>
                    <a:pt x="10446" y="180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76253" y="3760230"/>
              <a:ext cx="339015" cy="3740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413" y="8907"/>
                  </a:moveTo>
                  <a:cubicBezTo>
                    <a:pt x="16853" y="8907"/>
                    <a:pt x="16853" y="8907"/>
                    <a:pt x="16853" y="8907"/>
                  </a:cubicBezTo>
                  <a:cubicBezTo>
                    <a:pt x="15903" y="12470"/>
                    <a:pt x="15903" y="12470"/>
                    <a:pt x="15903" y="12470"/>
                  </a:cubicBezTo>
                  <a:cubicBezTo>
                    <a:pt x="18752" y="12470"/>
                    <a:pt x="18752" y="12470"/>
                    <a:pt x="18752" y="12470"/>
                  </a:cubicBezTo>
                  <a:cubicBezTo>
                    <a:pt x="19464" y="12470"/>
                    <a:pt x="20176" y="13138"/>
                    <a:pt x="20176" y="13806"/>
                  </a:cubicBezTo>
                  <a:cubicBezTo>
                    <a:pt x="20176" y="14697"/>
                    <a:pt x="20176" y="14697"/>
                    <a:pt x="20176" y="14697"/>
                  </a:cubicBezTo>
                  <a:cubicBezTo>
                    <a:pt x="20176" y="15365"/>
                    <a:pt x="19464" y="16033"/>
                    <a:pt x="18752" y="16033"/>
                  </a:cubicBezTo>
                  <a:cubicBezTo>
                    <a:pt x="14954" y="16033"/>
                    <a:pt x="14954" y="16033"/>
                    <a:pt x="14954" y="16033"/>
                  </a:cubicBezTo>
                  <a:cubicBezTo>
                    <a:pt x="13767" y="20264"/>
                    <a:pt x="13767" y="20264"/>
                    <a:pt x="13767" y="20264"/>
                  </a:cubicBezTo>
                  <a:cubicBezTo>
                    <a:pt x="13767" y="20932"/>
                    <a:pt x="13055" y="21600"/>
                    <a:pt x="12343" y="21600"/>
                  </a:cubicBezTo>
                  <a:cubicBezTo>
                    <a:pt x="11393" y="21600"/>
                    <a:pt x="11393" y="21600"/>
                    <a:pt x="11393" y="21600"/>
                  </a:cubicBezTo>
                  <a:cubicBezTo>
                    <a:pt x="10444" y="21600"/>
                    <a:pt x="9732" y="20487"/>
                    <a:pt x="9969" y="19596"/>
                  </a:cubicBezTo>
                  <a:cubicBezTo>
                    <a:pt x="10919" y="16033"/>
                    <a:pt x="10919" y="16033"/>
                    <a:pt x="10919" y="16033"/>
                  </a:cubicBezTo>
                  <a:cubicBezTo>
                    <a:pt x="7833" y="16033"/>
                    <a:pt x="7833" y="16033"/>
                    <a:pt x="7833" y="16033"/>
                  </a:cubicBezTo>
                  <a:cubicBezTo>
                    <a:pt x="6884" y="20264"/>
                    <a:pt x="6884" y="20264"/>
                    <a:pt x="6884" y="20264"/>
                  </a:cubicBezTo>
                  <a:cubicBezTo>
                    <a:pt x="6646" y="20932"/>
                    <a:pt x="5934" y="21600"/>
                    <a:pt x="5222" y="21600"/>
                  </a:cubicBezTo>
                  <a:cubicBezTo>
                    <a:pt x="4273" y="21600"/>
                    <a:pt x="4273" y="21600"/>
                    <a:pt x="4273" y="21600"/>
                  </a:cubicBezTo>
                  <a:cubicBezTo>
                    <a:pt x="3323" y="21600"/>
                    <a:pt x="2611" y="20487"/>
                    <a:pt x="2848" y="19596"/>
                  </a:cubicBezTo>
                  <a:cubicBezTo>
                    <a:pt x="3798" y="16033"/>
                    <a:pt x="3798" y="16033"/>
                    <a:pt x="3798" y="16033"/>
                  </a:cubicBezTo>
                  <a:cubicBezTo>
                    <a:pt x="1424" y="16033"/>
                    <a:pt x="1424" y="16033"/>
                    <a:pt x="1424" y="16033"/>
                  </a:cubicBezTo>
                  <a:cubicBezTo>
                    <a:pt x="712" y="16033"/>
                    <a:pt x="0" y="15588"/>
                    <a:pt x="0" y="14920"/>
                  </a:cubicBezTo>
                  <a:cubicBezTo>
                    <a:pt x="0" y="13806"/>
                    <a:pt x="0" y="13806"/>
                    <a:pt x="0" y="13806"/>
                  </a:cubicBezTo>
                  <a:cubicBezTo>
                    <a:pt x="0" y="12915"/>
                    <a:pt x="712" y="12470"/>
                    <a:pt x="1424" y="12470"/>
                  </a:cubicBezTo>
                  <a:cubicBezTo>
                    <a:pt x="4747" y="12470"/>
                    <a:pt x="4747" y="12470"/>
                    <a:pt x="4747" y="12470"/>
                  </a:cubicBezTo>
                  <a:cubicBezTo>
                    <a:pt x="5459" y="8907"/>
                    <a:pt x="5459" y="8907"/>
                    <a:pt x="5459" y="8907"/>
                  </a:cubicBezTo>
                  <a:cubicBezTo>
                    <a:pt x="3086" y="8907"/>
                    <a:pt x="3086" y="8907"/>
                    <a:pt x="3086" y="8907"/>
                  </a:cubicBezTo>
                  <a:cubicBezTo>
                    <a:pt x="2374" y="8907"/>
                    <a:pt x="1662" y="8462"/>
                    <a:pt x="1662" y="7794"/>
                  </a:cubicBezTo>
                  <a:cubicBezTo>
                    <a:pt x="1662" y="6903"/>
                    <a:pt x="1662" y="6903"/>
                    <a:pt x="1662" y="6903"/>
                  </a:cubicBezTo>
                  <a:cubicBezTo>
                    <a:pt x="1662" y="6235"/>
                    <a:pt x="2374" y="5567"/>
                    <a:pt x="3086" y="5567"/>
                  </a:cubicBezTo>
                  <a:cubicBezTo>
                    <a:pt x="5697" y="5567"/>
                    <a:pt x="5697" y="5567"/>
                    <a:pt x="5697" y="5567"/>
                  </a:cubicBezTo>
                  <a:cubicBezTo>
                    <a:pt x="6171" y="5567"/>
                    <a:pt x="6409" y="5344"/>
                    <a:pt x="6646" y="4899"/>
                  </a:cubicBezTo>
                  <a:cubicBezTo>
                    <a:pt x="7596" y="1113"/>
                    <a:pt x="7596" y="1113"/>
                    <a:pt x="7596" y="1113"/>
                  </a:cubicBezTo>
                  <a:cubicBezTo>
                    <a:pt x="7833" y="445"/>
                    <a:pt x="8308" y="0"/>
                    <a:pt x="9020" y="0"/>
                  </a:cubicBezTo>
                  <a:cubicBezTo>
                    <a:pt x="10207" y="0"/>
                    <a:pt x="10207" y="0"/>
                    <a:pt x="10207" y="0"/>
                  </a:cubicBezTo>
                  <a:cubicBezTo>
                    <a:pt x="11156" y="0"/>
                    <a:pt x="11868" y="891"/>
                    <a:pt x="11631" y="1781"/>
                  </a:cubicBezTo>
                  <a:cubicBezTo>
                    <a:pt x="10919" y="4454"/>
                    <a:pt x="10919" y="4454"/>
                    <a:pt x="10919" y="4454"/>
                  </a:cubicBezTo>
                  <a:cubicBezTo>
                    <a:pt x="10681" y="5122"/>
                    <a:pt x="11156" y="5567"/>
                    <a:pt x="11868" y="5567"/>
                  </a:cubicBezTo>
                  <a:cubicBezTo>
                    <a:pt x="12818" y="5567"/>
                    <a:pt x="12818" y="5567"/>
                    <a:pt x="12818" y="5567"/>
                  </a:cubicBezTo>
                  <a:cubicBezTo>
                    <a:pt x="13292" y="5567"/>
                    <a:pt x="13530" y="5344"/>
                    <a:pt x="13767" y="4899"/>
                  </a:cubicBezTo>
                  <a:cubicBezTo>
                    <a:pt x="14716" y="1113"/>
                    <a:pt x="14716" y="1113"/>
                    <a:pt x="14716" y="1113"/>
                  </a:cubicBezTo>
                  <a:cubicBezTo>
                    <a:pt x="14954" y="445"/>
                    <a:pt x="15429" y="0"/>
                    <a:pt x="16141" y="0"/>
                  </a:cubicBezTo>
                  <a:cubicBezTo>
                    <a:pt x="17090" y="0"/>
                    <a:pt x="17090" y="0"/>
                    <a:pt x="17090" y="0"/>
                  </a:cubicBezTo>
                  <a:cubicBezTo>
                    <a:pt x="18277" y="0"/>
                    <a:pt x="18989" y="891"/>
                    <a:pt x="18752" y="1781"/>
                  </a:cubicBezTo>
                  <a:cubicBezTo>
                    <a:pt x="18040" y="4454"/>
                    <a:pt x="18040" y="4454"/>
                    <a:pt x="18040" y="4454"/>
                  </a:cubicBezTo>
                  <a:cubicBezTo>
                    <a:pt x="17802" y="5122"/>
                    <a:pt x="18277" y="5567"/>
                    <a:pt x="18989" y="5567"/>
                  </a:cubicBezTo>
                  <a:cubicBezTo>
                    <a:pt x="20413" y="5567"/>
                    <a:pt x="20413" y="5567"/>
                    <a:pt x="20413" y="5567"/>
                  </a:cubicBezTo>
                  <a:cubicBezTo>
                    <a:pt x="21125" y="5567"/>
                    <a:pt x="21600" y="6235"/>
                    <a:pt x="21600" y="6903"/>
                  </a:cubicBezTo>
                  <a:cubicBezTo>
                    <a:pt x="21600" y="7794"/>
                    <a:pt x="21600" y="7794"/>
                    <a:pt x="21600" y="7794"/>
                  </a:cubicBezTo>
                  <a:cubicBezTo>
                    <a:pt x="21600" y="8462"/>
                    <a:pt x="21125" y="8907"/>
                    <a:pt x="20413" y="8907"/>
                  </a:cubicBezTo>
                  <a:close/>
                  <a:moveTo>
                    <a:pt x="11868" y="11802"/>
                  </a:moveTo>
                  <a:cubicBezTo>
                    <a:pt x="12343" y="10021"/>
                    <a:pt x="12343" y="10021"/>
                    <a:pt x="12343" y="10021"/>
                  </a:cubicBezTo>
                  <a:cubicBezTo>
                    <a:pt x="12580" y="9353"/>
                    <a:pt x="12105" y="8907"/>
                    <a:pt x="11631" y="8907"/>
                  </a:cubicBezTo>
                  <a:cubicBezTo>
                    <a:pt x="10444" y="8907"/>
                    <a:pt x="10444" y="8907"/>
                    <a:pt x="10444" y="8907"/>
                  </a:cubicBezTo>
                  <a:cubicBezTo>
                    <a:pt x="9969" y="8907"/>
                    <a:pt x="9495" y="9130"/>
                    <a:pt x="9495" y="9575"/>
                  </a:cubicBezTo>
                  <a:cubicBezTo>
                    <a:pt x="9020" y="11579"/>
                    <a:pt x="9020" y="11579"/>
                    <a:pt x="9020" y="11579"/>
                  </a:cubicBezTo>
                  <a:cubicBezTo>
                    <a:pt x="9020" y="12025"/>
                    <a:pt x="9257" y="12470"/>
                    <a:pt x="9969" y="12470"/>
                  </a:cubicBezTo>
                  <a:cubicBezTo>
                    <a:pt x="11156" y="12470"/>
                    <a:pt x="11156" y="12470"/>
                    <a:pt x="11156" y="12470"/>
                  </a:cubicBezTo>
                  <a:cubicBezTo>
                    <a:pt x="11393" y="12470"/>
                    <a:pt x="11868" y="12247"/>
                    <a:pt x="11868" y="1180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278896" y="536980"/>
              <a:ext cx="515247" cy="153046"/>
            </a:xfrm>
            <a:custGeom>
              <a:avLst/>
              <a:gdLst/>
              <a:ahLst/>
              <a:cxnLst/>
              <a:rect l="l" t="t" r="r" b="b"/>
              <a:pathLst>
                <a:path w="21138" h="20429" extrusionOk="0">
                  <a:moveTo>
                    <a:pt x="12116" y="170"/>
                  </a:moveTo>
                  <a:cubicBezTo>
                    <a:pt x="13035" y="684"/>
                    <a:pt x="13955" y="1198"/>
                    <a:pt x="14874" y="1712"/>
                  </a:cubicBezTo>
                  <a:cubicBezTo>
                    <a:pt x="16252" y="3255"/>
                    <a:pt x="17784" y="5312"/>
                    <a:pt x="19010" y="7884"/>
                  </a:cubicBezTo>
                  <a:cubicBezTo>
                    <a:pt x="19776" y="9427"/>
                    <a:pt x="20082" y="10455"/>
                    <a:pt x="20695" y="11998"/>
                  </a:cubicBezTo>
                  <a:cubicBezTo>
                    <a:pt x="21461" y="14570"/>
                    <a:pt x="21155" y="16112"/>
                    <a:pt x="20389" y="18170"/>
                  </a:cubicBezTo>
                  <a:cubicBezTo>
                    <a:pt x="19929" y="19712"/>
                    <a:pt x="19163" y="20227"/>
                    <a:pt x="18550" y="18684"/>
                  </a:cubicBezTo>
                  <a:cubicBezTo>
                    <a:pt x="15487" y="10455"/>
                    <a:pt x="11350" y="7370"/>
                    <a:pt x="7521" y="10970"/>
                  </a:cubicBezTo>
                  <a:cubicBezTo>
                    <a:pt x="6448" y="11484"/>
                    <a:pt x="5223" y="13027"/>
                    <a:pt x="4304" y="15084"/>
                  </a:cubicBezTo>
                  <a:cubicBezTo>
                    <a:pt x="3538" y="16627"/>
                    <a:pt x="3078" y="18170"/>
                    <a:pt x="2465" y="19712"/>
                  </a:cubicBezTo>
                  <a:cubicBezTo>
                    <a:pt x="2006" y="20741"/>
                    <a:pt x="1240" y="20741"/>
                    <a:pt x="780" y="19198"/>
                  </a:cubicBezTo>
                  <a:cubicBezTo>
                    <a:pt x="627" y="18684"/>
                    <a:pt x="474" y="17655"/>
                    <a:pt x="167" y="17141"/>
                  </a:cubicBezTo>
                  <a:cubicBezTo>
                    <a:pt x="-139" y="15598"/>
                    <a:pt x="14" y="13541"/>
                    <a:pt x="321" y="12512"/>
                  </a:cubicBezTo>
                  <a:cubicBezTo>
                    <a:pt x="321" y="12512"/>
                    <a:pt x="321" y="12512"/>
                    <a:pt x="321" y="12512"/>
                  </a:cubicBezTo>
                  <a:cubicBezTo>
                    <a:pt x="3538" y="2741"/>
                    <a:pt x="7827" y="-859"/>
                    <a:pt x="12116" y="17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470972" y="795762"/>
              <a:ext cx="136889" cy="139322"/>
            </a:xfrm>
            <a:custGeom>
              <a:avLst/>
              <a:gdLst/>
              <a:ahLst/>
              <a:cxnLst/>
              <a:rect l="l" t="t" r="r" b="b"/>
              <a:pathLst>
                <a:path w="19188" h="20079" extrusionOk="0">
                  <a:moveTo>
                    <a:pt x="8183" y="20079"/>
                  </a:moveTo>
                  <a:cubicBezTo>
                    <a:pt x="5022" y="19525"/>
                    <a:pt x="2388" y="17864"/>
                    <a:pt x="807" y="14541"/>
                  </a:cubicBezTo>
                  <a:cubicBezTo>
                    <a:pt x="-1300" y="9002"/>
                    <a:pt x="807" y="2910"/>
                    <a:pt x="6076" y="694"/>
                  </a:cubicBezTo>
                  <a:cubicBezTo>
                    <a:pt x="11344" y="-1521"/>
                    <a:pt x="17139" y="1802"/>
                    <a:pt x="18720" y="7341"/>
                  </a:cubicBezTo>
                  <a:cubicBezTo>
                    <a:pt x="20300" y="11771"/>
                    <a:pt x="17666" y="16756"/>
                    <a:pt x="13978" y="18971"/>
                  </a:cubicBezTo>
                  <a:cubicBezTo>
                    <a:pt x="11871" y="20079"/>
                    <a:pt x="10290" y="20079"/>
                    <a:pt x="8183" y="20079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350265" y="653895"/>
              <a:ext cx="376723" cy="126184"/>
            </a:xfrm>
            <a:custGeom>
              <a:avLst/>
              <a:gdLst/>
              <a:ahLst/>
              <a:cxnLst/>
              <a:rect l="l" t="t" r="r" b="b"/>
              <a:pathLst>
                <a:path w="21122" h="20757" extrusionOk="0">
                  <a:moveTo>
                    <a:pt x="10673" y="0"/>
                  </a:moveTo>
                  <a:cubicBezTo>
                    <a:pt x="14448" y="635"/>
                    <a:pt x="17593" y="3176"/>
                    <a:pt x="20529" y="10800"/>
                  </a:cubicBezTo>
                  <a:cubicBezTo>
                    <a:pt x="20949" y="12071"/>
                    <a:pt x="21368" y="13341"/>
                    <a:pt x="20949" y="14612"/>
                  </a:cubicBezTo>
                  <a:cubicBezTo>
                    <a:pt x="20110" y="17788"/>
                    <a:pt x="19900" y="18424"/>
                    <a:pt x="19271" y="20329"/>
                  </a:cubicBezTo>
                  <a:cubicBezTo>
                    <a:pt x="18432" y="21600"/>
                    <a:pt x="17593" y="19694"/>
                    <a:pt x="17384" y="19059"/>
                  </a:cubicBezTo>
                  <a:cubicBezTo>
                    <a:pt x="14867" y="12706"/>
                    <a:pt x="12770" y="10800"/>
                    <a:pt x="9415" y="12071"/>
                  </a:cubicBezTo>
                  <a:cubicBezTo>
                    <a:pt x="7108" y="12706"/>
                    <a:pt x="5011" y="15247"/>
                    <a:pt x="3123" y="19694"/>
                  </a:cubicBezTo>
                  <a:cubicBezTo>
                    <a:pt x="2704" y="20965"/>
                    <a:pt x="2075" y="20965"/>
                    <a:pt x="1655" y="19694"/>
                  </a:cubicBezTo>
                  <a:cubicBezTo>
                    <a:pt x="1236" y="17788"/>
                    <a:pt x="817" y="17153"/>
                    <a:pt x="397" y="15882"/>
                  </a:cubicBezTo>
                  <a:cubicBezTo>
                    <a:pt x="-22" y="14612"/>
                    <a:pt x="-232" y="13341"/>
                    <a:pt x="397" y="12071"/>
                  </a:cubicBezTo>
                  <a:cubicBezTo>
                    <a:pt x="3333" y="3812"/>
                    <a:pt x="6479" y="635"/>
                    <a:pt x="1067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2835384" y="2171251"/>
              <a:ext cx="152814" cy="1538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4860"/>
                    <a:pt x="6322" y="0"/>
                    <a:pt x="11590" y="0"/>
                  </a:cubicBezTo>
                  <a:cubicBezTo>
                    <a:pt x="16859" y="0"/>
                    <a:pt x="21600" y="4860"/>
                    <a:pt x="21600" y="10260"/>
                  </a:cubicBezTo>
                  <a:cubicBezTo>
                    <a:pt x="21600" y="15660"/>
                    <a:pt x="16332" y="21600"/>
                    <a:pt x="11063" y="21600"/>
                  </a:cubicBezTo>
                  <a:cubicBezTo>
                    <a:pt x="5795" y="21600"/>
                    <a:pt x="0" y="16200"/>
                    <a:pt x="0" y="108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3044257" y="1985133"/>
              <a:ext cx="142180" cy="148081"/>
            </a:xfrm>
            <a:custGeom>
              <a:avLst/>
              <a:gdLst/>
              <a:ahLst/>
              <a:cxnLst/>
              <a:rect l="l" t="t" r="r" b="b"/>
              <a:pathLst>
                <a:path w="20617" h="20611" extrusionOk="0">
                  <a:moveTo>
                    <a:pt x="46" y="9226"/>
                  </a:moveTo>
                  <a:cubicBezTo>
                    <a:pt x="1126" y="3826"/>
                    <a:pt x="5986" y="-494"/>
                    <a:pt x="11386" y="46"/>
                  </a:cubicBezTo>
                  <a:cubicBezTo>
                    <a:pt x="17326" y="586"/>
                    <a:pt x="21106" y="5446"/>
                    <a:pt x="20566" y="11386"/>
                  </a:cubicBezTo>
                  <a:cubicBezTo>
                    <a:pt x="20026" y="16786"/>
                    <a:pt x="15166" y="21106"/>
                    <a:pt x="9766" y="20566"/>
                  </a:cubicBezTo>
                  <a:cubicBezTo>
                    <a:pt x="3826" y="20026"/>
                    <a:pt x="-494" y="15166"/>
                    <a:pt x="46" y="92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15"/>
            <p:cNvCxnSpPr/>
            <p:nvPr/>
          </p:nvCxnSpPr>
          <p:spPr>
            <a:xfrm flipH="1">
              <a:off x="2980494" y="2128807"/>
              <a:ext cx="105300" cy="87541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" name="Google Shape;160;p15"/>
            <p:cNvCxnSpPr/>
            <p:nvPr/>
          </p:nvCxnSpPr>
          <p:spPr>
            <a:xfrm rot="10800000" flipH="1">
              <a:off x="2935548" y="2078406"/>
              <a:ext cx="113005" cy="92846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" name="Google Shape;161;p15"/>
            <p:cNvSpPr/>
            <p:nvPr/>
          </p:nvSpPr>
          <p:spPr>
            <a:xfrm>
              <a:off x="3044265" y="2347205"/>
              <a:ext cx="153651" cy="154703"/>
            </a:xfrm>
            <a:custGeom>
              <a:avLst/>
              <a:gdLst/>
              <a:ahLst/>
              <a:cxnLst/>
              <a:rect l="l" t="t" r="r" b="b"/>
              <a:pathLst>
                <a:path w="20676" h="20650" extrusionOk="0">
                  <a:moveTo>
                    <a:pt x="42" y="10843"/>
                  </a:moveTo>
                  <a:cubicBezTo>
                    <a:pt x="1047" y="15986"/>
                    <a:pt x="6070" y="21129"/>
                    <a:pt x="11596" y="20615"/>
                  </a:cubicBezTo>
                  <a:cubicBezTo>
                    <a:pt x="16619" y="20100"/>
                    <a:pt x="21140" y="14443"/>
                    <a:pt x="20638" y="9300"/>
                  </a:cubicBezTo>
                  <a:cubicBezTo>
                    <a:pt x="20135" y="3643"/>
                    <a:pt x="14107" y="-471"/>
                    <a:pt x="9084" y="43"/>
                  </a:cubicBezTo>
                  <a:cubicBezTo>
                    <a:pt x="3559" y="558"/>
                    <a:pt x="-460" y="5186"/>
                    <a:pt x="42" y="1084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p15"/>
            <p:cNvCxnSpPr/>
            <p:nvPr/>
          </p:nvCxnSpPr>
          <p:spPr>
            <a:xfrm rot="10800000">
              <a:off x="2984345" y="2262770"/>
              <a:ext cx="105300" cy="88866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" name="Google Shape;163;p15"/>
            <p:cNvCxnSpPr/>
            <p:nvPr/>
          </p:nvCxnSpPr>
          <p:spPr>
            <a:xfrm>
              <a:off x="2943253" y="2313171"/>
              <a:ext cx="97596" cy="84888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4" name="Google Shape;164;p15"/>
            <p:cNvSpPr/>
            <p:nvPr/>
          </p:nvSpPr>
          <p:spPr>
            <a:xfrm>
              <a:off x="981084" y="415149"/>
              <a:ext cx="272239" cy="4509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499" y="8308"/>
                  </a:moveTo>
                  <a:cubicBezTo>
                    <a:pt x="15386" y="7754"/>
                    <a:pt x="16274" y="7385"/>
                    <a:pt x="16866" y="6646"/>
                  </a:cubicBezTo>
                  <a:cubicBezTo>
                    <a:pt x="17458" y="6092"/>
                    <a:pt x="18049" y="5169"/>
                    <a:pt x="18049" y="4431"/>
                  </a:cubicBezTo>
                  <a:cubicBezTo>
                    <a:pt x="18049" y="2031"/>
                    <a:pt x="14795" y="0"/>
                    <a:pt x="10948" y="0"/>
                  </a:cubicBezTo>
                  <a:cubicBezTo>
                    <a:pt x="7101" y="0"/>
                    <a:pt x="3847" y="2031"/>
                    <a:pt x="3847" y="4431"/>
                  </a:cubicBezTo>
                  <a:cubicBezTo>
                    <a:pt x="3847" y="5354"/>
                    <a:pt x="4438" y="6462"/>
                    <a:pt x="5326" y="7200"/>
                  </a:cubicBezTo>
                  <a:cubicBezTo>
                    <a:pt x="5918" y="7569"/>
                    <a:pt x="6510" y="7938"/>
                    <a:pt x="7101" y="8123"/>
                  </a:cubicBezTo>
                  <a:cubicBezTo>
                    <a:pt x="7989" y="8492"/>
                    <a:pt x="8581" y="8492"/>
                    <a:pt x="8877" y="9046"/>
                  </a:cubicBezTo>
                  <a:cubicBezTo>
                    <a:pt x="9173" y="9415"/>
                    <a:pt x="9173" y="9600"/>
                    <a:pt x="8877" y="9969"/>
                  </a:cubicBezTo>
                  <a:cubicBezTo>
                    <a:pt x="8877" y="10338"/>
                    <a:pt x="8877" y="10523"/>
                    <a:pt x="8285" y="10708"/>
                  </a:cubicBezTo>
                  <a:cubicBezTo>
                    <a:pt x="7989" y="10892"/>
                    <a:pt x="7693" y="11077"/>
                    <a:pt x="7397" y="11077"/>
                  </a:cubicBezTo>
                  <a:cubicBezTo>
                    <a:pt x="6510" y="11077"/>
                    <a:pt x="3551" y="10892"/>
                    <a:pt x="2959" y="11077"/>
                  </a:cubicBezTo>
                  <a:cubicBezTo>
                    <a:pt x="2367" y="11262"/>
                    <a:pt x="1775" y="11446"/>
                    <a:pt x="1479" y="11631"/>
                  </a:cubicBezTo>
                  <a:cubicBezTo>
                    <a:pt x="592" y="12185"/>
                    <a:pt x="0" y="12923"/>
                    <a:pt x="0" y="13662"/>
                  </a:cubicBezTo>
                  <a:cubicBezTo>
                    <a:pt x="0" y="13662"/>
                    <a:pt x="0" y="19754"/>
                    <a:pt x="0" y="19754"/>
                  </a:cubicBezTo>
                  <a:cubicBezTo>
                    <a:pt x="0" y="20862"/>
                    <a:pt x="1184" y="21600"/>
                    <a:pt x="2663" y="21600"/>
                  </a:cubicBezTo>
                  <a:cubicBezTo>
                    <a:pt x="16570" y="21600"/>
                    <a:pt x="16570" y="21600"/>
                    <a:pt x="16570" y="21600"/>
                  </a:cubicBezTo>
                  <a:cubicBezTo>
                    <a:pt x="21008" y="21600"/>
                    <a:pt x="21600" y="20308"/>
                    <a:pt x="21600" y="19385"/>
                  </a:cubicBezTo>
                  <a:cubicBezTo>
                    <a:pt x="21600" y="19385"/>
                    <a:pt x="21600" y="13662"/>
                    <a:pt x="21600" y="13662"/>
                  </a:cubicBezTo>
                  <a:cubicBezTo>
                    <a:pt x="21600" y="12923"/>
                    <a:pt x="21008" y="12185"/>
                    <a:pt x="20121" y="11631"/>
                  </a:cubicBezTo>
                  <a:cubicBezTo>
                    <a:pt x="19529" y="11262"/>
                    <a:pt x="18937" y="11077"/>
                    <a:pt x="18345" y="11077"/>
                  </a:cubicBezTo>
                  <a:cubicBezTo>
                    <a:pt x="16866" y="10892"/>
                    <a:pt x="15682" y="11077"/>
                    <a:pt x="14203" y="11077"/>
                  </a:cubicBezTo>
                  <a:cubicBezTo>
                    <a:pt x="13907" y="11077"/>
                    <a:pt x="13315" y="10892"/>
                    <a:pt x="13315" y="10708"/>
                  </a:cubicBezTo>
                  <a:cubicBezTo>
                    <a:pt x="13019" y="10523"/>
                    <a:pt x="13019" y="10338"/>
                    <a:pt x="12723" y="10154"/>
                  </a:cubicBezTo>
                  <a:cubicBezTo>
                    <a:pt x="12723" y="9231"/>
                    <a:pt x="13611" y="8677"/>
                    <a:pt x="14499" y="830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322" y="484120"/>
              <a:ext cx="197759" cy="370605"/>
            </a:xfrm>
            <a:custGeom>
              <a:avLst/>
              <a:gdLst/>
              <a:ahLst/>
              <a:cxnLst/>
              <a:rect l="l" t="t" r="r" b="b"/>
              <a:pathLst>
                <a:path w="21600" h="21402" extrusionOk="0">
                  <a:moveTo>
                    <a:pt x="0" y="21377"/>
                  </a:moveTo>
                  <a:cubicBezTo>
                    <a:pt x="15487" y="21377"/>
                    <a:pt x="15487" y="21377"/>
                    <a:pt x="15487" y="21377"/>
                  </a:cubicBezTo>
                  <a:cubicBezTo>
                    <a:pt x="20785" y="21600"/>
                    <a:pt x="21600" y="20264"/>
                    <a:pt x="21600" y="19373"/>
                  </a:cubicBezTo>
                  <a:cubicBezTo>
                    <a:pt x="21600" y="19373"/>
                    <a:pt x="21600" y="13584"/>
                    <a:pt x="21600" y="13584"/>
                  </a:cubicBezTo>
                  <a:cubicBezTo>
                    <a:pt x="21600" y="12693"/>
                    <a:pt x="20785" y="12025"/>
                    <a:pt x="19970" y="11579"/>
                  </a:cubicBezTo>
                  <a:cubicBezTo>
                    <a:pt x="19155" y="11357"/>
                    <a:pt x="18340" y="11134"/>
                    <a:pt x="17525" y="10911"/>
                  </a:cubicBezTo>
                  <a:cubicBezTo>
                    <a:pt x="16302" y="10911"/>
                    <a:pt x="14672" y="11134"/>
                    <a:pt x="13042" y="10911"/>
                  </a:cubicBezTo>
                  <a:cubicBezTo>
                    <a:pt x="12634" y="10911"/>
                    <a:pt x="12226" y="10911"/>
                    <a:pt x="11819" y="10689"/>
                  </a:cubicBezTo>
                  <a:cubicBezTo>
                    <a:pt x="11819" y="10466"/>
                    <a:pt x="11411" y="10243"/>
                    <a:pt x="11411" y="10021"/>
                  </a:cubicBezTo>
                  <a:cubicBezTo>
                    <a:pt x="11411" y="9130"/>
                    <a:pt x="12226" y="8685"/>
                    <a:pt x="13449" y="8239"/>
                  </a:cubicBezTo>
                  <a:cubicBezTo>
                    <a:pt x="14672" y="7794"/>
                    <a:pt x="15487" y="7126"/>
                    <a:pt x="16302" y="6680"/>
                  </a:cubicBezTo>
                  <a:cubicBezTo>
                    <a:pt x="17117" y="6012"/>
                    <a:pt x="17525" y="5122"/>
                    <a:pt x="17525" y="4231"/>
                  </a:cubicBezTo>
                  <a:cubicBezTo>
                    <a:pt x="17525" y="1781"/>
                    <a:pt x="13857" y="0"/>
                    <a:pt x="9374" y="0"/>
                  </a:cubicBezTo>
                  <a:cubicBezTo>
                    <a:pt x="4891" y="0"/>
                    <a:pt x="1223" y="1781"/>
                    <a:pt x="1223" y="4231"/>
                  </a:cubicBezTo>
                  <a:cubicBezTo>
                    <a:pt x="1223" y="5344"/>
                    <a:pt x="2038" y="6458"/>
                    <a:pt x="2853" y="7126"/>
                  </a:cubicBezTo>
                  <a:cubicBezTo>
                    <a:pt x="3668" y="7571"/>
                    <a:pt x="4483" y="7794"/>
                    <a:pt x="4891" y="8016"/>
                  </a:cubicBezTo>
                  <a:cubicBezTo>
                    <a:pt x="5706" y="8462"/>
                    <a:pt x="6521" y="8462"/>
                    <a:pt x="6928" y="8907"/>
                  </a:cubicBezTo>
                  <a:cubicBezTo>
                    <a:pt x="7336" y="9353"/>
                    <a:pt x="7336" y="9575"/>
                    <a:pt x="7336" y="9798"/>
                  </a:cubicBezTo>
                  <a:cubicBezTo>
                    <a:pt x="6928" y="10243"/>
                    <a:pt x="6928" y="10466"/>
                    <a:pt x="6521" y="10689"/>
                  </a:cubicBezTo>
                  <a:cubicBezTo>
                    <a:pt x="6113" y="10911"/>
                    <a:pt x="5706" y="10911"/>
                    <a:pt x="5298" y="10911"/>
                  </a:cubicBezTo>
                  <a:cubicBezTo>
                    <a:pt x="4483" y="10911"/>
                    <a:pt x="815" y="10911"/>
                    <a:pt x="0" y="11134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2349979" y="1131384"/>
              <a:ext cx="265818" cy="25466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865" y="655"/>
                  </a:moveTo>
                  <a:cubicBezTo>
                    <a:pt x="19470" y="8182"/>
                    <a:pt x="19470" y="8182"/>
                    <a:pt x="19470" y="8182"/>
                  </a:cubicBezTo>
                  <a:cubicBezTo>
                    <a:pt x="20992" y="9491"/>
                    <a:pt x="21600" y="11455"/>
                    <a:pt x="21600" y="13745"/>
                  </a:cubicBezTo>
                  <a:cubicBezTo>
                    <a:pt x="21600" y="18000"/>
                    <a:pt x="18254" y="21600"/>
                    <a:pt x="14299" y="21600"/>
                  </a:cubicBezTo>
                  <a:cubicBezTo>
                    <a:pt x="12169" y="21600"/>
                    <a:pt x="10344" y="20945"/>
                    <a:pt x="9127" y="19309"/>
                  </a:cubicBezTo>
                  <a:cubicBezTo>
                    <a:pt x="2434" y="12109"/>
                    <a:pt x="2434" y="12109"/>
                    <a:pt x="2434" y="12109"/>
                  </a:cubicBezTo>
                  <a:cubicBezTo>
                    <a:pt x="913" y="10473"/>
                    <a:pt x="0" y="8509"/>
                    <a:pt x="0" y="6545"/>
                  </a:cubicBezTo>
                  <a:cubicBezTo>
                    <a:pt x="0" y="4909"/>
                    <a:pt x="608" y="3600"/>
                    <a:pt x="1217" y="2291"/>
                  </a:cubicBezTo>
                  <a:cubicBezTo>
                    <a:pt x="1521" y="1636"/>
                    <a:pt x="1825" y="1309"/>
                    <a:pt x="2434" y="982"/>
                  </a:cubicBezTo>
                  <a:cubicBezTo>
                    <a:pt x="2738" y="327"/>
                    <a:pt x="3346" y="0"/>
                    <a:pt x="3955" y="0"/>
                  </a:cubicBezTo>
                  <a:cubicBezTo>
                    <a:pt x="4563" y="327"/>
                    <a:pt x="4868" y="327"/>
                    <a:pt x="5172" y="982"/>
                  </a:cubicBezTo>
                  <a:cubicBezTo>
                    <a:pt x="6085" y="1636"/>
                    <a:pt x="6085" y="3273"/>
                    <a:pt x="5172" y="3927"/>
                  </a:cubicBezTo>
                  <a:cubicBezTo>
                    <a:pt x="3955" y="5236"/>
                    <a:pt x="3955" y="7527"/>
                    <a:pt x="5172" y="8836"/>
                  </a:cubicBezTo>
                  <a:cubicBezTo>
                    <a:pt x="12169" y="16036"/>
                    <a:pt x="12169" y="16036"/>
                    <a:pt x="12169" y="16036"/>
                  </a:cubicBezTo>
                  <a:cubicBezTo>
                    <a:pt x="13386" y="17345"/>
                    <a:pt x="15211" y="17345"/>
                    <a:pt x="16428" y="16036"/>
                  </a:cubicBezTo>
                  <a:cubicBezTo>
                    <a:pt x="17645" y="14727"/>
                    <a:pt x="17645" y="12764"/>
                    <a:pt x="16428" y="11455"/>
                  </a:cubicBezTo>
                  <a:cubicBezTo>
                    <a:pt x="16428" y="11455"/>
                    <a:pt x="16428" y="11455"/>
                    <a:pt x="16428" y="11455"/>
                  </a:cubicBezTo>
                  <a:cubicBezTo>
                    <a:pt x="10952" y="5564"/>
                    <a:pt x="10952" y="5564"/>
                    <a:pt x="10952" y="5564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2225756" y="983164"/>
              <a:ext cx="266763" cy="259636"/>
            </a:xfrm>
            <a:custGeom>
              <a:avLst/>
              <a:gdLst/>
              <a:ahLst/>
              <a:cxnLst/>
              <a:rect l="l" t="t" r="r" b="b"/>
              <a:pathLst>
                <a:path w="20870" h="20829" extrusionOk="0">
                  <a:moveTo>
                    <a:pt x="10362" y="20829"/>
                  </a:moveTo>
                  <a:cubicBezTo>
                    <a:pt x="2189" y="12806"/>
                    <a:pt x="2189" y="12806"/>
                    <a:pt x="2189" y="12806"/>
                  </a:cubicBezTo>
                  <a:cubicBezTo>
                    <a:pt x="-730" y="10029"/>
                    <a:pt x="-730" y="5092"/>
                    <a:pt x="2189" y="2315"/>
                  </a:cubicBezTo>
                  <a:cubicBezTo>
                    <a:pt x="4816" y="-771"/>
                    <a:pt x="9486" y="-771"/>
                    <a:pt x="12113" y="2315"/>
                  </a:cubicBezTo>
                  <a:cubicBezTo>
                    <a:pt x="13573" y="3858"/>
                    <a:pt x="15032" y="5400"/>
                    <a:pt x="16784" y="6943"/>
                  </a:cubicBezTo>
                  <a:cubicBezTo>
                    <a:pt x="18535" y="9103"/>
                    <a:pt x="20578" y="10955"/>
                    <a:pt x="20870" y="14040"/>
                  </a:cubicBezTo>
                  <a:cubicBezTo>
                    <a:pt x="20870" y="16200"/>
                    <a:pt x="19994" y="18360"/>
                    <a:pt x="18827" y="19903"/>
                  </a:cubicBezTo>
                  <a:cubicBezTo>
                    <a:pt x="18243" y="20212"/>
                    <a:pt x="17659" y="20520"/>
                    <a:pt x="17075" y="20520"/>
                  </a:cubicBezTo>
                  <a:cubicBezTo>
                    <a:pt x="16784" y="20212"/>
                    <a:pt x="16200" y="20212"/>
                    <a:pt x="15908" y="19903"/>
                  </a:cubicBezTo>
                  <a:cubicBezTo>
                    <a:pt x="15032" y="18978"/>
                    <a:pt x="15032" y="17743"/>
                    <a:pt x="15908" y="16818"/>
                  </a:cubicBezTo>
                  <a:cubicBezTo>
                    <a:pt x="17075" y="15583"/>
                    <a:pt x="17075" y="13423"/>
                    <a:pt x="15908" y="12189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9486" y="5400"/>
                    <a:pt x="9486" y="5400"/>
                    <a:pt x="9486" y="5400"/>
                  </a:cubicBezTo>
                  <a:cubicBezTo>
                    <a:pt x="8319" y="4166"/>
                    <a:pt x="6275" y="4166"/>
                    <a:pt x="5108" y="5400"/>
                  </a:cubicBezTo>
                  <a:cubicBezTo>
                    <a:pt x="3940" y="6635"/>
                    <a:pt x="3940" y="8795"/>
                    <a:pt x="5108" y="10029"/>
                  </a:cubicBezTo>
                  <a:cubicBezTo>
                    <a:pt x="10070" y="14966"/>
                    <a:pt x="10070" y="14966"/>
                    <a:pt x="10070" y="14966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2301181" y="2927198"/>
              <a:ext cx="228579" cy="232663"/>
            </a:xfrm>
            <a:custGeom>
              <a:avLst/>
              <a:gdLst/>
              <a:ahLst/>
              <a:cxnLst/>
              <a:rect l="l" t="t" r="r" b="b"/>
              <a:pathLst>
                <a:path w="21600" h="20481" extrusionOk="0">
                  <a:moveTo>
                    <a:pt x="0" y="18440"/>
                  </a:moveTo>
                  <a:cubicBezTo>
                    <a:pt x="0" y="1902"/>
                    <a:pt x="0" y="1902"/>
                    <a:pt x="0" y="1902"/>
                  </a:cubicBezTo>
                  <a:cubicBezTo>
                    <a:pt x="0" y="552"/>
                    <a:pt x="1770" y="-460"/>
                    <a:pt x="3187" y="215"/>
                  </a:cubicBezTo>
                  <a:cubicBezTo>
                    <a:pt x="5666" y="1227"/>
                    <a:pt x="8144" y="2577"/>
                    <a:pt x="10623" y="3927"/>
                  </a:cubicBezTo>
                  <a:cubicBezTo>
                    <a:pt x="13810" y="5277"/>
                    <a:pt x="16997" y="6965"/>
                    <a:pt x="20538" y="8315"/>
                  </a:cubicBezTo>
                  <a:cubicBezTo>
                    <a:pt x="21246" y="8652"/>
                    <a:pt x="21600" y="9327"/>
                    <a:pt x="21600" y="10340"/>
                  </a:cubicBezTo>
                  <a:cubicBezTo>
                    <a:pt x="21600" y="11015"/>
                    <a:pt x="21246" y="11690"/>
                    <a:pt x="20538" y="12027"/>
                  </a:cubicBezTo>
                  <a:cubicBezTo>
                    <a:pt x="3187" y="20127"/>
                    <a:pt x="3187" y="20127"/>
                    <a:pt x="3187" y="20127"/>
                  </a:cubicBezTo>
                  <a:cubicBezTo>
                    <a:pt x="1770" y="21140"/>
                    <a:pt x="0" y="19790"/>
                    <a:pt x="0" y="1844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2179937" y="2821167"/>
              <a:ext cx="428155" cy="439026"/>
            </a:xfrm>
            <a:custGeom>
              <a:avLst/>
              <a:gdLst/>
              <a:ahLst/>
              <a:cxnLst/>
              <a:rect l="l" t="t" r="r" b="b"/>
              <a:pathLst>
                <a:path w="21370" h="21600" extrusionOk="0">
                  <a:moveTo>
                    <a:pt x="10756" y="0"/>
                  </a:moveTo>
                  <a:cubicBezTo>
                    <a:pt x="10756" y="0"/>
                    <a:pt x="10942" y="0"/>
                    <a:pt x="11315" y="0"/>
                  </a:cubicBezTo>
                  <a:cubicBezTo>
                    <a:pt x="11687" y="0"/>
                    <a:pt x="11873" y="0"/>
                    <a:pt x="12246" y="189"/>
                  </a:cubicBezTo>
                  <a:cubicBezTo>
                    <a:pt x="12618" y="189"/>
                    <a:pt x="12991" y="189"/>
                    <a:pt x="13549" y="379"/>
                  </a:cubicBezTo>
                  <a:cubicBezTo>
                    <a:pt x="14294" y="568"/>
                    <a:pt x="15411" y="947"/>
                    <a:pt x="16529" y="1705"/>
                  </a:cubicBezTo>
                  <a:cubicBezTo>
                    <a:pt x="17460" y="2463"/>
                    <a:pt x="18577" y="3411"/>
                    <a:pt x="19508" y="4737"/>
                  </a:cubicBezTo>
                  <a:cubicBezTo>
                    <a:pt x="20439" y="6063"/>
                    <a:pt x="20998" y="7579"/>
                    <a:pt x="21184" y="9474"/>
                  </a:cubicBezTo>
                  <a:cubicBezTo>
                    <a:pt x="21370" y="9853"/>
                    <a:pt x="21370" y="10421"/>
                    <a:pt x="21370" y="10800"/>
                  </a:cubicBezTo>
                  <a:cubicBezTo>
                    <a:pt x="21370" y="11368"/>
                    <a:pt x="21370" y="11747"/>
                    <a:pt x="21184" y="12316"/>
                  </a:cubicBezTo>
                  <a:cubicBezTo>
                    <a:pt x="21184" y="13263"/>
                    <a:pt x="20811" y="14211"/>
                    <a:pt x="20439" y="15158"/>
                  </a:cubicBezTo>
                  <a:cubicBezTo>
                    <a:pt x="20067" y="15916"/>
                    <a:pt x="19508" y="16863"/>
                    <a:pt x="18949" y="17621"/>
                  </a:cubicBezTo>
                  <a:cubicBezTo>
                    <a:pt x="18204" y="18379"/>
                    <a:pt x="17460" y="19137"/>
                    <a:pt x="16715" y="19705"/>
                  </a:cubicBezTo>
                  <a:cubicBezTo>
                    <a:pt x="15784" y="20274"/>
                    <a:pt x="14853" y="20842"/>
                    <a:pt x="13922" y="21221"/>
                  </a:cubicBezTo>
                  <a:cubicBezTo>
                    <a:pt x="12804" y="21411"/>
                    <a:pt x="11873" y="21600"/>
                    <a:pt x="10756" y="21600"/>
                  </a:cubicBezTo>
                  <a:cubicBezTo>
                    <a:pt x="10384" y="21600"/>
                    <a:pt x="10198" y="21600"/>
                    <a:pt x="10011" y="21600"/>
                  </a:cubicBezTo>
                  <a:cubicBezTo>
                    <a:pt x="9639" y="21600"/>
                    <a:pt x="9453" y="21600"/>
                    <a:pt x="9267" y="21600"/>
                  </a:cubicBezTo>
                  <a:cubicBezTo>
                    <a:pt x="8336" y="21411"/>
                    <a:pt x="8336" y="21411"/>
                    <a:pt x="8336" y="21411"/>
                  </a:cubicBezTo>
                  <a:cubicBezTo>
                    <a:pt x="8149" y="21221"/>
                    <a:pt x="7963" y="21221"/>
                    <a:pt x="7591" y="21221"/>
                  </a:cubicBezTo>
                  <a:cubicBezTo>
                    <a:pt x="6660" y="20842"/>
                    <a:pt x="5729" y="20463"/>
                    <a:pt x="4798" y="19705"/>
                  </a:cubicBezTo>
                  <a:cubicBezTo>
                    <a:pt x="4425" y="19516"/>
                    <a:pt x="4053" y="19137"/>
                    <a:pt x="3680" y="18758"/>
                  </a:cubicBezTo>
                  <a:cubicBezTo>
                    <a:pt x="3308" y="18379"/>
                    <a:pt x="2936" y="18000"/>
                    <a:pt x="2563" y="17621"/>
                  </a:cubicBezTo>
                  <a:cubicBezTo>
                    <a:pt x="2004" y="16863"/>
                    <a:pt x="1446" y="16105"/>
                    <a:pt x="1073" y="15158"/>
                  </a:cubicBezTo>
                  <a:cubicBezTo>
                    <a:pt x="142" y="13263"/>
                    <a:pt x="-230" y="11368"/>
                    <a:pt x="142" y="9474"/>
                  </a:cubicBezTo>
                  <a:cubicBezTo>
                    <a:pt x="329" y="7768"/>
                    <a:pt x="887" y="6063"/>
                    <a:pt x="1818" y="4737"/>
                  </a:cubicBezTo>
                  <a:cubicBezTo>
                    <a:pt x="2004" y="4358"/>
                    <a:pt x="2377" y="4168"/>
                    <a:pt x="2563" y="3789"/>
                  </a:cubicBezTo>
                  <a:cubicBezTo>
                    <a:pt x="2749" y="3600"/>
                    <a:pt x="2749" y="3600"/>
                    <a:pt x="2749" y="3600"/>
                  </a:cubicBezTo>
                  <a:cubicBezTo>
                    <a:pt x="2749" y="3600"/>
                    <a:pt x="2936" y="3411"/>
                    <a:pt x="2936" y="3411"/>
                  </a:cubicBezTo>
                  <a:cubicBezTo>
                    <a:pt x="3122" y="3221"/>
                    <a:pt x="3122" y="3221"/>
                    <a:pt x="3308" y="3032"/>
                  </a:cubicBezTo>
                  <a:cubicBezTo>
                    <a:pt x="3494" y="2842"/>
                    <a:pt x="3680" y="2653"/>
                    <a:pt x="4053" y="2463"/>
                  </a:cubicBezTo>
                  <a:cubicBezTo>
                    <a:pt x="4239" y="2274"/>
                    <a:pt x="4611" y="1895"/>
                    <a:pt x="4798" y="1705"/>
                  </a:cubicBezTo>
                  <a:cubicBezTo>
                    <a:pt x="5170" y="1516"/>
                    <a:pt x="5356" y="1516"/>
                    <a:pt x="5729" y="1326"/>
                  </a:cubicBezTo>
                  <a:cubicBezTo>
                    <a:pt x="5915" y="1137"/>
                    <a:pt x="6101" y="1137"/>
                    <a:pt x="6473" y="947"/>
                  </a:cubicBezTo>
                  <a:cubicBezTo>
                    <a:pt x="7032" y="758"/>
                    <a:pt x="7404" y="568"/>
                    <a:pt x="7777" y="379"/>
                  </a:cubicBezTo>
                  <a:cubicBezTo>
                    <a:pt x="8708" y="189"/>
                    <a:pt x="9453" y="0"/>
                    <a:pt x="9825" y="0"/>
                  </a:cubicBezTo>
                  <a:cubicBezTo>
                    <a:pt x="10198" y="0"/>
                    <a:pt x="10384" y="0"/>
                    <a:pt x="10384" y="0"/>
                  </a:cubicBezTo>
                  <a:cubicBezTo>
                    <a:pt x="10570" y="0"/>
                    <a:pt x="10570" y="0"/>
                    <a:pt x="10570" y="0"/>
                  </a:cubicBezTo>
                  <a:cubicBezTo>
                    <a:pt x="10942" y="0"/>
                    <a:pt x="10942" y="189"/>
                    <a:pt x="11129" y="379"/>
                  </a:cubicBezTo>
                  <a:cubicBezTo>
                    <a:pt x="11129" y="568"/>
                    <a:pt x="10942" y="758"/>
                    <a:pt x="10756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384" y="758"/>
                    <a:pt x="10198" y="758"/>
                    <a:pt x="10011" y="758"/>
                  </a:cubicBezTo>
                  <a:cubicBezTo>
                    <a:pt x="9453" y="947"/>
                    <a:pt x="8894" y="947"/>
                    <a:pt x="8149" y="1326"/>
                  </a:cubicBezTo>
                  <a:cubicBezTo>
                    <a:pt x="7591" y="1326"/>
                    <a:pt x="7218" y="1516"/>
                    <a:pt x="6846" y="1705"/>
                  </a:cubicBezTo>
                  <a:cubicBezTo>
                    <a:pt x="6473" y="1895"/>
                    <a:pt x="6287" y="1895"/>
                    <a:pt x="6101" y="2084"/>
                  </a:cubicBezTo>
                  <a:cubicBezTo>
                    <a:pt x="5915" y="2274"/>
                    <a:pt x="5542" y="2274"/>
                    <a:pt x="5356" y="2463"/>
                  </a:cubicBezTo>
                  <a:cubicBezTo>
                    <a:pt x="5170" y="2653"/>
                    <a:pt x="4984" y="2842"/>
                    <a:pt x="4611" y="3032"/>
                  </a:cubicBezTo>
                  <a:cubicBezTo>
                    <a:pt x="4425" y="3221"/>
                    <a:pt x="4239" y="3411"/>
                    <a:pt x="3867" y="3789"/>
                  </a:cubicBezTo>
                  <a:cubicBezTo>
                    <a:pt x="3867" y="3789"/>
                    <a:pt x="3680" y="3979"/>
                    <a:pt x="3494" y="4168"/>
                  </a:cubicBezTo>
                  <a:cubicBezTo>
                    <a:pt x="3494" y="4168"/>
                    <a:pt x="3494" y="4168"/>
                    <a:pt x="3494" y="4168"/>
                  </a:cubicBezTo>
                  <a:cubicBezTo>
                    <a:pt x="3308" y="4547"/>
                    <a:pt x="3308" y="4547"/>
                    <a:pt x="3308" y="4547"/>
                  </a:cubicBezTo>
                  <a:cubicBezTo>
                    <a:pt x="3122" y="4737"/>
                    <a:pt x="2749" y="4926"/>
                    <a:pt x="2563" y="5305"/>
                  </a:cubicBezTo>
                  <a:cubicBezTo>
                    <a:pt x="1818" y="6442"/>
                    <a:pt x="1260" y="7958"/>
                    <a:pt x="1073" y="9663"/>
                  </a:cubicBezTo>
                  <a:cubicBezTo>
                    <a:pt x="887" y="11368"/>
                    <a:pt x="1260" y="13074"/>
                    <a:pt x="2004" y="14589"/>
                  </a:cubicBezTo>
                  <a:cubicBezTo>
                    <a:pt x="2377" y="15537"/>
                    <a:pt x="2749" y="16295"/>
                    <a:pt x="3494" y="17053"/>
                  </a:cubicBezTo>
                  <a:cubicBezTo>
                    <a:pt x="3680" y="17432"/>
                    <a:pt x="4053" y="17621"/>
                    <a:pt x="4425" y="18000"/>
                  </a:cubicBezTo>
                  <a:cubicBezTo>
                    <a:pt x="4798" y="18379"/>
                    <a:pt x="4984" y="18568"/>
                    <a:pt x="5542" y="18947"/>
                  </a:cubicBezTo>
                  <a:cubicBezTo>
                    <a:pt x="6287" y="19516"/>
                    <a:pt x="7032" y="19895"/>
                    <a:pt x="7963" y="20084"/>
                  </a:cubicBezTo>
                  <a:cubicBezTo>
                    <a:pt x="8149" y="20084"/>
                    <a:pt x="8336" y="20274"/>
                    <a:pt x="8708" y="20274"/>
                  </a:cubicBezTo>
                  <a:cubicBezTo>
                    <a:pt x="9267" y="20463"/>
                    <a:pt x="9267" y="20463"/>
                    <a:pt x="9267" y="20463"/>
                  </a:cubicBezTo>
                  <a:cubicBezTo>
                    <a:pt x="9825" y="20463"/>
                    <a:pt x="10384" y="20463"/>
                    <a:pt x="10756" y="20463"/>
                  </a:cubicBezTo>
                  <a:cubicBezTo>
                    <a:pt x="11687" y="20463"/>
                    <a:pt x="12618" y="20274"/>
                    <a:pt x="13549" y="20084"/>
                  </a:cubicBezTo>
                  <a:cubicBezTo>
                    <a:pt x="14480" y="19705"/>
                    <a:pt x="15225" y="19326"/>
                    <a:pt x="15970" y="18758"/>
                  </a:cubicBezTo>
                  <a:cubicBezTo>
                    <a:pt x="16715" y="18379"/>
                    <a:pt x="17460" y="17621"/>
                    <a:pt x="18018" y="17053"/>
                  </a:cubicBezTo>
                  <a:cubicBezTo>
                    <a:pt x="18577" y="16295"/>
                    <a:pt x="19136" y="15537"/>
                    <a:pt x="19508" y="14589"/>
                  </a:cubicBezTo>
                  <a:cubicBezTo>
                    <a:pt x="19880" y="13832"/>
                    <a:pt x="20067" y="12884"/>
                    <a:pt x="20253" y="12126"/>
                  </a:cubicBezTo>
                  <a:cubicBezTo>
                    <a:pt x="20253" y="11747"/>
                    <a:pt x="20253" y="11179"/>
                    <a:pt x="20253" y="10800"/>
                  </a:cubicBezTo>
                  <a:cubicBezTo>
                    <a:pt x="20253" y="10421"/>
                    <a:pt x="20253" y="10042"/>
                    <a:pt x="20253" y="9663"/>
                  </a:cubicBezTo>
                  <a:cubicBezTo>
                    <a:pt x="20067" y="7958"/>
                    <a:pt x="19508" y="6442"/>
                    <a:pt x="18763" y="5305"/>
                  </a:cubicBezTo>
                  <a:cubicBezTo>
                    <a:pt x="17832" y="3979"/>
                    <a:pt x="16901" y="3221"/>
                    <a:pt x="15970" y="2463"/>
                  </a:cubicBezTo>
                  <a:cubicBezTo>
                    <a:pt x="15039" y="1705"/>
                    <a:pt x="14108" y="1516"/>
                    <a:pt x="13177" y="1137"/>
                  </a:cubicBezTo>
                  <a:cubicBezTo>
                    <a:pt x="12804" y="1137"/>
                    <a:pt x="12432" y="947"/>
                    <a:pt x="12246" y="947"/>
                  </a:cubicBezTo>
                  <a:cubicBezTo>
                    <a:pt x="11873" y="947"/>
                    <a:pt x="11501" y="758"/>
                    <a:pt x="11315" y="758"/>
                  </a:cubicBezTo>
                  <a:cubicBezTo>
                    <a:pt x="10942" y="758"/>
                    <a:pt x="10570" y="758"/>
                    <a:pt x="10570" y="758"/>
                  </a:cubicBezTo>
                  <a:cubicBezTo>
                    <a:pt x="10384" y="758"/>
                    <a:pt x="10198" y="568"/>
                    <a:pt x="10198" y="379"/>
                  </a:cubicBezTo>
                  <a:cubicBezTo>
                    <a:pt x="10198" y="189"/>
                    <a:pt x="10384" y="0"/>
                    <a:pt x="1075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2369242" y="2833105"/>
              <a:ext cx="290217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6923" y="0"/>
                  </a:moveTo>
                  <a:cubicBezTo>
                    <a:pt x="6923" y="0"/>
                    <a:pt x="6923" y="0"/>
                    <a:pt x="7477" y="0"/>
                  </a:cubicBezTo>
                  <a:cubicBezTo>
                    <a:pt x="7754" y="0"/>
                    <a:pt x="8308" y="0"/>
                    <a:pt x="9138" y="191"/>
                  </a:cubicBezTo>
                  <a:cubicBezTo>
                    <a:pt x="10523" y="382"/>
                    <a:pt x="12462" y="956"/>
                    <a:pt x="14677" y="1912"/>
                  </a:cubicBezTo>
                  <a:cubicBezTo>
                    <a:pt x="15508" y="2294"/>
                    <a:pt x="16615" y="2867"/>
                    <a:pt x="17723" y="3632"/>
                  </a:cubicBezTo>
                  <a:cubicBezTo>
                    <a:pt x="18554" y="4396"/>
                    <a:pt x="19385" y="5352"/>
                    <a:pt x="20215" y="6308"/>
                  </a:cubicBezTo>
                  <a:cubicBezTo>
                    <a:pt x="20769" y="7264"/>
                    <a:pt x="21323" y="8411"/>
                    <a:pt x="21323" y="9558"/>
                  </a:cubicBezTo>
                  <a:cubicBezTo>
                    <a:pt x="21323" y="9749"/>
                    <a:pt x="21600" y="10131"/>
                    <a:pt x="21600" y="10322"/>
                  </a:cubicBezTo>
                  <a:cubicBezTo>
                    <a:pt x="21600" y="10513"/>
                    <a:pt x="21600" y="10704"/>
                    <a:pt x="21600" y="10896"/>
                  </a:cubicBezTo>
                  <a:cubicBezTo>
                    <a:pt x="21600" y="11278"/>
                    <a:pt x="21600" y="11278"/>
                    <a:pt x="21600" y="11278"/>
                  </a:cubicBezTo>
                  <a:cubicBezTo>
                    <a:pt x="21323" y="11851"/>
                    <a:pt x="21323" y="12425"/>
                    <a:pt x="21046" y="12998"/>
                  </a:cubicBezTo>
                  <a:cubicBezTo>
                    <a:pt x="20492" y="15292"/>
                    <a:pt x="18554" y="17395"/>
                    <a:pt x="16062" y="18733"/>
                  </a:cubicBezTo>
                  <a:cubicBezTo>
                    <a:pt x="13846" y="20071"/>
                    <a:pt x="11077" y="21027"/>
                    <a:pt x="8585" y="21409"/>
                  </a:cubicBezTo>
                  <a:cubicBezTo>
                    <a:pt x="7477" y="21600"/>
                    <a:pt x="6369" y="21600"/>
                    <a:pt x="5262" y="21600"/>
                  </a:cubicBezTo>
                  <a:cubicBezTo>
                    <a:pt x="4708" y="21600"/>
                    <a:pt x="4154" y="21600"/>
                    <a:pt x="3877" y="21600"/>
                  </a:cubicBezTo>
                  <a:cubicBezTo>
                    <a:pt x="3323" y="21409"/>
                    <a:pt x="3046" y="21409"/>
                    <a:pt x="2492" y="21409"/>
                  </a:cubicBezTo>
                  <a:cubicBezTo>
                    <a:pt x="1108" y="21218"/>
                    <a:pt x="554" y="21218"/>
                    <a:pt x="554" y="21218"/>
                  </a:cubicBezTo>
                  <a:cubicBezTo>
                    <a:pt x="0" y="21027"/>
                    <a:pt x="0" y="20835"/>
                    <a:pt x="0" y="20644"/>
                  </a:cubicBezTo>
                  <a:cubicBezTo>
                    <a:pt x="0" y="20453"/>
                    <a:pt x="277" y="20262"/>
                    <a:pt x="554" y="20262"/>
                  </a:cubicBezTo>
                  <a:cubicBezTo>
                    <a:pt x="554" y="20262"/>
                    <a:pt x="1385" y="20453"/>
                    <a:pt x="2769" y="20644"/>
                  </a:cubicBezTo>
                  <a:cubicBezTo>
                    <a:pt x="3046" y="20644"/>
                    <a:pt x="3600" y="20644"/>
                    <a:pt x="3877" y="20644"/>
                  </a:cubicBezTo>
                  <a:cubicBezTo>
                    <a:pt x="4431" y="20644"/>
                    <a:pt x="4708" y="20644"/>
                    <a:pt x="5262" y="20644"/>
                  </a:cubicBezTo>
                  <a:cubicBezTo>
                    <a:pt x="6092" y="20644"/>
                    <a:pt x="7200" y="20644"/>
                    <a:pt x="8308" y="20453"/>
                  </a:cubicBezTo>
                  <a:cubicBezTo>
                    <a:pt x="10523" y="20071"/>
                    <a:pt x="13015" y="19306"/>
                    <a:pt x="15231" y="17968"/>
                  </a:cubicBezTo>
                  <a:cubicBezTo>
                    <a:pt x="17169" y="16630"/>
                    <a:pt x="18831" y="14719"/>
                    <a:pt x="19662" y="12807"/>
                  </a:cubicBezTo>
                  <a:cubicBezTo>
                    <a:pt x="19662" y="12234"/>
                    <a:pt x="19662" y="11660"/>
                    <a:pt x="19938" y="11278"/>
                  </a:cubicBezTo>
                  <a:cubicBezTo>
                    <a:pt x="19938" y="10704"/>
                    <a:pt x="19938" y="10704"/>
                    <a:pt x="19938" y="10704"/>
                  </a:cubicBezTo>
                  <a:cubicBezTo>
                    <a:pt x="19938" y="10704"/>
                    <a:pt x="19938" y="10513"/>
                    <a:pt x="19938" y="10322"/>
                  </a:cubicBezTo>
                  <a:cubicBezTo>
                    <a:pt x="19938" y="10131"/>
                    <a:pt x="19662" y="9940"/>
                    <a:pt x="19662" y="9558"/>
                  </a:cubicBezTo>
                  <a:cubicBezTo>
                    <a:pt x="19662" y="8602"/>
                    <a:pt x="19108" y="7646"/>
                    <a:pt x="18554" y="6690"/>
                  </a:cubicBezTo>
                  <a:cubicBezTo>
                    <a:pt x="17446" y="4970"/>
                    <a:pt x="15508" y="3632"/>
                    <a:pt x="13846" y="2676"/>
                  </a:cubicBezTo>
                  <a:cubicBezTo>
                    <a:pt x="11908" y="1720"/>
                    <a:pt x="9969" y="1338"/>
                    <a:pt x="8862" y="956"/>
                  </a:cubicBezTo>
                  <a:cubicBezTo>
                    <a:pt x="8031" y="956"/>
                    <a:pt x="7754" y="765"/>
                    <a:pt x="7200" y="765"/>
                  </a:cubicBezTo>
                  <a:cubicBezTo>
                    <a:pt x="6923" y="765"/>
                    <a:pt x="6646" y="765"/>
                    <a:pt x="6646" y="765"/>
                  </a:cubicBezTo>
                  <a:cubicBezTo>
                    <a:pt x="6369" y="765"/>
                    <a:pt x="6092" y="573"/>
                    <a:pt x="6092" y="191"/>
                  </a:cubicBezTo>
                  <a:cubicBezTo>
                    <a:pt x="6369" y="0"/>
                    <a:pt x="6646" y="0"/>
                    <a:pt x="692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898307" y="749396"/>
              <a:ext cx="346719" cy="355178"/>
            </a:xfrm>
            <a:custGeom>
              <a:avLst/>
              <a:gdLst/>
              <a:ahLst/>
              <a:cxnLst/>
              <a:rect l="l" t="t" r="r" b="b"/>
              <a:pathLst>
                <a:path w="21520" h="20957" extrusionOk="0">
                  <a:moveTo>
                    <a:pt x="13935" y="64"/>
                  </a:moveTo>
                  <a:cubicBezTo>
                    <a:pt x="13935" y="64"/>
                    <a:pt x="13935" y="64"/>
                    <a:pt x="13703" y="64"/>
                  </a:cubicBezTo>
                  <a:cubicBezTo>
                    <a:pt x="10452" y="-391"/>
                    <a:pt x="7200" y="1655"/>
                    <a:pt x="6039" y="4611"/>
                  </a:cubicBezTo>
                  <a:cubicBezTo>
                    <a:pt x="5574" y="5975"/>
                    <a:pt x="5574" y="7340"/>
                    <a:pt x="5110" y="8704"/>
                  </a:cubicBezTo>
                  <a:cubicBezTo>
                    <a:pt x="4645" y="10068"/>
                    <a:pt x="3716" y="11205"/>
                    <a:pt x="2555" y="12114"/>
                  </a:cubicBezTo>
                  <a:cubicBezTo>
                    <a:pt x="1858" y="12569"/>
                    <a:pt x="1394" y="12796"/>
                    <a:pt x="697" y="13251"/>
                  </a:cubicBezTo>
                  <a:cubicBezTo>
                    <a:pt x="232" y="13706"/>
                    <a:pt x="0" y="14388"/>
                    <a:pt x="0" y="15070"/>
                  </a:cubicBezTo>
                  <a:cubicBezTo>
                    <a:pt x="232" y="16434"/>
                    <a:pt x="2323" y="16434"/>
                    <a:pt x="3484" y="16662"/>
                  </a:cubicBezTo>
                  <a:cubicBezTo>
                    <a:pt x="5110" y="17116"/>
                    <a:pt x="13239" y="19163"/>
                    <a:pt x="15561" y="19845"/>
                  </a:cubicBezTo>
                  <a:cubicBezTo>
                    <a:pt x="16723" y="20072"/>
                    <a:pt x="17884" y="20300"/>
                    <a:pt x="18813" y="20527"/>
                  </a:cubicBezTo>
                  <a:cubicBezTo>
                    <a:pt x="19510" y="20982"/>
                    <a:pt x="20439" y="21209"/>
                    <a:pt x="21135" y="20527"/>
                  </a:cubicBezTo>
                  <a:cubicBezTo>
                    <a:pt x="21600" y="20072"/>
                    <a:pt x="21600" y="19163"/>
                    <a:pt x="21368" y="18481"/>
                  </a:cubicBezTo>
                  <a:cubicBezTo>
                    <a:pt x="21135" y="17798"/>
                    <a:pt x="20671" y="17344"/>
                    <a:pt x="20439" y="16662"/>
                  </a:cubicBezTo>
                  <a:cubicBezTo>
                    <a:pt x="19742" y="15297"/>
                    <a:pt x="19510" y="13933"/>
                    <a:pt x="19742" y="12342"/>
                  </a:cubicBezTo>
                  <a:cubicBezTo>
                    <a:pt x="19974" y="11205"/>
                    <a:pt x="20671" y="9841"/>
                    <a:pt x="20903" y="8476"/>
                  </a:cubicBezTo>
                  <a:cubicBezTo>
                    <a:pt x="21600" y="5293"/>
                    <a:pt x="19510" y="1883"/>
                    <a:pt x="16490" y="746"/>
                  </a:cubicBezTo>
                  <a:lnTo>
                    <a:pt x="13935" y="64"/>
                  </a:ln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008143" y="1046497"/>
              <a:ext cx="114891" cy="76226"/>
            </a:xfrm>
            <a:custGeom>
              <a:avLst/>
              <a:gdLst/>
              <a:ahLst/>
              <a:cxnLst/>
              <a:rect l="l" t="t" r="r" b="b"/>
              <a:pathLst>
                <a:path w="20780" h="20350" extrusionOk="0">
                  <a:moveTo>
                    <a:pt x="530" y="0"/>
                  </a:moveTo>
                  <a:cubicBezTo>
                    <a:pt x="-820" y="5143"/>
                    <a:pt x="530" y="11314"/>
                    <a:pt x="3230" y="15429"/>
                  </a:cubicBezTo>
                  <a:cubicBezTo>
                    <a:pt x="5930" y="19543"/>
                    <a:pt x="9980" y="21600"/>
                    <a:pt x="13355" y="19543"/>
                  </a:cubicBezTo>
                  <a:cubicBezTo>
                    <a:pt x="16730" y="18514"/>
                    <a:pt x="20105" y="13371"/>
                    <a:pt x="20780" y="8229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3130737" y="633584"/>
              <a:ext cx="59072" cy="123768"/>
            </a:xfrm>
            <a:custGeom>
              <a:avLst/>
              <a:gdLst/>
              <a:ahLst/>
              <a:cxnLst/>
              <a:rect l="l" t="t" r="r" b="b"/>
              <a:pathLst>
                <a:path w="21600" h="21217" extrusionOk="0">
                  <a:moveTo>
                    <a:pt x="0" y="19908"/>
                  </a:moveTo>
                  <a:cubicBezTo>
                    <a:pt x="1350" y="14017"/>
                    <a:pt x="4050" y="9435"/>
                    <a:pt x="8100" y="4199"/>
                  </a:cubicBezTo>
                  <a:cubicBezTo>
                    <a:pt x="8100" y="2890"/>
                    <a:pt x="9450" y="1581"/>
                    <a:pt x="10800" y="926"/>
                  </a:cubicBezTo>
                  <a:cubicBezTo>
                    <a:pt x="12150" y="272"/>
                    <a:pt x="14850" y="-383"/>
                    <a:pt x="17550" y="272"/>
                  </a:cubicBezTo>
                  <a:cubicBezTo>
                    <a:pt x="18900" y="272"/>
                    <a:pt x="20250" y="1581"/>
                    <a:pt x="20250" y="2235"/>
                  </a:cubicBezTo>
                  <a:cubicBezTo>
                    <a:pt x="20250" y="3544"/>
                    <a:pt x="21600" y="4853"/>
                    <a:pt x="21600" y="5508"/>
                  </a:cubicBezTo>
                  <a:cubicBezTo>
                    <a:pt x="21600" y="11399"/>
                    <a:pt x="17550" y="17290"/>
                    <a:pt x="10800" y="21217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906013" y="1096899"/>
              <a:ext cx="52650" cy="464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3144863" y="811732"/>
              <a:ext cx="33389" cy="21885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14400" y="1137"/>
                    <a:pt x="21600" y="4168"/>
                    <a:pt x="21600" y="6442"/>
                  </a:cubicBezTo>
                  <a:cubicBezTo>
                    <a:pt x="19200" y="9095"/>
                    <a:pt x="14400" y="11368"/>
                    <a:pt x="9600" y="14021"/>
                  </a:cubicBezTo>
                  <a:cubicBezTo>
                    <a:pt x="4800" y="16295"/>
                    <a:pt x="2400" y="19326"/>
                    <a:pt x="120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3029291" y="1165870"/>
              <a:ext cx="19263" cy="88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2960" y="6574"/>
                    <a:pt x="4320" y="14087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3133306" y="1149953"/>
              <a:ext cx="60355" cy="623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6750" y="6750"/>
                    <a:pt x="13500" y="1485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2855833" y="1397238"/>
              <a:ext cx="288727" cy="423161"/>
            </a:xfrm>
            <a:custGeom>
              <a:avLst/>
              <a:gdLst/>
              <a:ahLst/>
              <a:cxnLst/>
              <a:rect l="l" t="t" r="r" b="b"/>
              <a:pathLst>
                <a:path w="20666" h="21010" extrusionOk="0">
                  <a:moveTo>
                    <a:pt x="1239" y="10854"/>
                  </a:moveTo>
                  <a:cubicBezTo>
                    <a:pt x="439" y="9325"/>
                    <a:pt x="-361" y="7604"/>
                    <a:pt x="172" y="5884"/>
                  </a:cubicBezTo>
                  <a:cubicBezTo>
                    <a:pt x="439" y="3590"/>
                    <a:pt x="2839" y="1679"/>
                    <a:pt x="5506" y="723"/>
                  </a:cubicBezTo>
                  <a:cubicBezTo>
                    <a:pt x="8972" y="-424"/>
                    <a:pt x="13506" y="-233"/>
                    <a:pt x="16706" y="1488"/>
                  </a:cubicBezTo>
                  <a:cubicBezTo>
                    <a:pt x="19906" y="3399"/>
                    <a:pt x="21239" y="6457"/>
                    <a:pt x="20439" y="9134"/>
                  </a:cubicBezTo>
                  <a:cubicBezTo>
                    <a:pt x="19906" y="10854"/>
                    <a:pt x="18572" y="12574"/>
                    <a:pt x="17239" y="14103"/>
                  </a:cubicBezTo>
                  <a:cubicBezTo>
                    <a:pt x="15906" y="15633"/>
                    <a:pt x="14306" y="17162"/>
                    <a:pt x="12706" y="18691"/>
                  </a:cubicBezTo>
                  <a:cubicBezTo>
                    <a:pt x="12172" y="19264"/>
                    <a:pt x="11372" y="20794"/>
                    <a:pt x="10572" y="20985"/>
                  </a:cubicBezTo>
                  <a:cubicBezTo>
                    <a:pt x="9506" y="21176"/>
                    <a:pt x="8706" y="20220"/>
                    <a:pt x="8172" y="19838"/>
                  </a:cubicBezTo>
                  <a:cubicBezTo>
                    <a:pt x="5239" y="17162"/>
                    <a:pt x="3106" y="14103"/>
                    <a:pt x="1239" y="108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926464" y="1471831"/>
              <a:ext cx="141080" cy="136188"/>
            </a:xfrm>
            <a:custGeom>
              <a:avLst/>
              <a:gdLst/>
              <a:ahLst/>
              <a:cxnLst/>
              <a:rect l="l" t="t" r="r" b="b"/>
              <a:pathLst>
                <a:path w="15926" h="18637" extrusionOk="0">
                  <a:moveTo>
                    <a:pt x="4456" y="17719"/>
                  </a:moveTo>
                  <a:cubicBezTo>
                    <a:pt x="7421" y="19299"/>
                    <a:pt x="10809" y="18772"/>
                    <a:pt x="13350" y="16665"/>
                  </a:cubicBezTo>
                  <a:cubicBezTo>
                    <a:pt x="18856" y="11397"/>
                    <a:pt x="15044" y="-2301"/>
                    <a:pt x="6574" y="333"/>
                  </a:cubicBezTo>
                  <a:cubicBezTo>
                    <a:pt x="-626" y="2440"/>
                    <a:pt x="-2744" y="14031"/>
                    <a:pt x="4456" y="1771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915523" y="1797217"/>
              <a:ext cx="152591" cy="64992"/>
            </a:xfrm>
            <a:custGeom>
              <a:avLst/>
              <a:gdLst/>
              <a:ahLst/>
              <a:cxnLst/>
              <a:rect l="l" t="t" r="r" b="b"/>
              <a:pathLst>
                <a:path w="20533" h="21600" extrusionOk="0">
                  <a:moveTo>
                    <a:pt x="7275" y="0"/>
                  </a:moveTo>
                  <a:cubicBezTo>
                    <a:pt x="5266" y="1271"/>
                    <a:pt x="3257" y="2541"/>
                    <a:pt x="1750" y="5082"/>
                  </a:cubicBezTo>
                  <a:cubicBezTo>
                    <a:pt x="243" y="7624"/>
                    <a:pt x="-762" y="13976"/>
                    <a:pt x="745" y="17788"/>
                  </a:cubicBezTo>
                  <a:cubicBezTo>
                    <a:pt x="1750" y="21600"/>
                    <a:pt x="3759" y="21600"/>
                    <a:pt x="5266" y="21600"/>
                  </a:cubicBezTo>
                  <a:cubicBezTo>
                    <a:pt x="9285" y="21600"/>
                    <a:pt x="12801" y="20329"/>
                    <a:pt x="16317" y="17788"/>
                  </a:cubicBezTo>
                  <a:cubicBezTo>
                    <a:pt x="17322" y="16518"/>
                    <a:pt x="18326" y="16518"/>
                    <a:pt x="19331" y="13976"/>
                  </a:cubicBezTo>
                  <a:cubicBezTo>
                    <a:pt x="20336" y="12706"/>
                    <a:pt x="20838" y="10165"/>
                    <a:pt x="20336" y="6353"/>
                  </a:cubicBezTo>
                  <a:cubicBezTo>
                    <a:pt x="20336" y="3812"/>
                    <a:pt x="19331" y="2541"/>
                    <a:pt x="18326" y="1271"/>
                  </a:cubicBezTo>
                  <a:cubicBezTo>
                    <a:pt x="16819" y="1271"/>
                    <a:pt x="15815" y="1271"/>
                    <a:pt x="14810" y="127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816724" y="3106335"/>
              <a:ext cx="37923" cy="157837"/>
            </a:xfrm>
            <a:custGeom>
              <a:avLst/>
              <a:gdLst/>
              <a:ahLst/>
              <a:cxnLst/>
              <a:rect l="l" t="t" r="r" b="b"/>
              <a:pathLst>
                <a:path w="18225" h="21600" extrusionOk="0">
                  <a:moveTo>
                    <a:pt x="18225" y="21600"/>
                  </a:moveTo>
                  <a:cubicBezTo>
                    <a:pt x="2025" y="16332"/>
                    <a:pt x="-3375" y="7376"/>
                    <a:pt x="2025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19975" y="3106335"/>
              <a:ext cx="242704" cy="12733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4985" y="13091"/>
                    <a:pt x="13292" y="21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3058844" y="3087034"/>
              <a:ext cx="172057" cy="142653"/>
            </a:xfrm>
            <a:custGeom>
              <a:avLst/>
              <a:gdLst/>
              <a:ahLst/>
              <a:cxnLst/>
              <a:rect l="l" t="t" r="r" b="b"/>
              <a:pathLst>
                <a:path w="21125" h="21119" extrusionOk="0">
                  <a:moveTo>
                    <a:pt x="444" y="21119"/>
                  </a:moveTo>
                  <a:cubicBezTo>
                    <a:pt x="-475" y="16572"/>
                    <a:pt x="-15" y="11456"/>
                    <a:pt x="2282" y="7477"/>
                  </a:cubicBezTo>
                  <a:cubicBezTo>
                    <a:pt x="4580" y="2930"/>
                    <a:pt x="8257" y="87"/>
                    <a:pt x="12393" y="87"/>
                  </a:cubicBezTo>
                  <a:cubicBezTo>
                    <a:pt x="15610" y="-481"/>
                    <a:pt x="18827" y="1793"/>
                    <a:pt x="21125" y="4635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3234753" y="3090419"/>
              <a:ext cx="111721" cy="15120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4431"/>
                  </a:moveTo>
                  <a:cubicBezTo>
                    <a:pt x="5040" y="2769"/>
                    <a:pt x="11520" y="1108"/>
                    <a:pt x="15840" y="0"/>
                  </a:cubicBezTo>
                  <a:cubicBezTo>
                    <a:pt x="3600" y="12738"/>
                    <a:pt x="3600" y="12738"/>
                    <a:pt x="3600" y="12738"/>
                  </a:cubicBezTo>
                  <a:cubicBezTo>
                    <a:pt x="21600" y="9415"/>
                    <a:pt x="21600" y="9415"/>
                    <a:pt x="21600" y="9415"/>
                  </a:cubicBezTo>
                  <a:cubicBezTo>
                    <a:pt x="16560" y="13846"/>
                    <a:pt x="12240" y="17723"/>
                    <a:pt x="72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776314" y="3241623"/>
              <a:ext cx="495932" cy="295248"/>
            </a:xfrm>
            <a:custGeom>
              <a:avLst/>
              <a:gdLst/>
              <a:ahLst/>
              <a:cxnLst/>
              <a:rect l="l" t="t" r="r" b="b"/>
              <a:pathLst>
                <a:path w="21444" h="20460" extrusionOk="0">
                  <a:moveTo>
                    <a:pt x="0" y="17867"/>
                  </a:moveTo>
                  <a:cubicBezTo>
                    <a:pt x="4352" y="20800"/>
                    <a:pt x="9510" y="21600"/>
                    <a:pt x="13863" y="18400"/>
                  </a:cubicBezTo>
                  <a:cubicBezTo>
                    <a:pt x="18215" y="15200"/>
                    <a:pt x="21600" y="8000"/>
                    <a:pt x="21439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772461" y="3441903"/>
              <a:ext cx="186202" cy="530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344" y="20057"/>
                    <a:pt x="14688" y="12343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2831532" y="3371607"/>
              <a:ext cx="127131" cy="7029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5082" y="12000"/>
                    <a:pt x="13976" y="192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2831532" y="3361277"/>
              <a:ext cx="64208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353" y="21600"/>
                    <a:pt x="15247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2805850" y="3264172"/>
              <a:ext cx="96311" cy="9682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0800" y="19872"/>
                    <a:pt x="2492" y="10368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15"/>
            <p:cNvCxnSpPr/>
            <p:nvPr/>
          </p:nvCxnSpPr>
          <p:spPr>
            <a:xfrm>
              <a:off x="2805850" y="3264172"/>
              <a:ext cx="41094" cy="1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1" name="Google Shape;191;p15"/>
            <p:cNvSpPr/>
            <p:nvPr/>
          </p:nvSpPr>
          <p:spPr>
            <a:xfrm>
              <a:off x="3021585" y="3276109"/>
              <a:ext cx="110428" cy="153859"/>
            </a:xfrm>
            <a:custGeom>
              <a:avLst/>
              <a:gdLst/>
              <a:ahLst/>
              <a:cxnLst/>
              <a:rect l="l" t="t" r="r" b="b"/>
              <a:pathLst>
                <a:path w="19973" h="21600" extrusionOk="0">
                  <a:moveTo>
                    <a:pt x="0" y="21600"/>
                  </a:moveTo>
                  <a:cubicBezTo>
                    <a:pt x="5400" y="20520"/>
                    <a:pt x="10800" y="18360"/>
                    <a:pt x="14175" y="15120"/>
                  </a:cubicBezTo>
                  <a:cubicBezTo>
                    <a:pt x="18900" y="11340"/>
                    <a:pt x="21600" y="4860"/>
                    <a:pt x="189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" name="Google Shape;192;p15"/>
            <p:cNvCxnSpPr/>
            <p:nvPr/>
          </p:nvCxnSpPr>
          <p:spPr>
            <a:xfrm rot="10800000" flipH="1">
              <a:off x="3328495" y="2964414"/>
              <a:ext cx="10274" cy="68972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3" name="Google Shape;193;p15"/>
            <p:cNvSpPr/>
            <p:nvPr/>
          </p:nvSpPr>
          <p:spPr>
            <a:xfrm>
              <a:off x="3369588" y="3047975"/>
              <a:ext cx="66776" cy="5438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200" y="13886"/>
                    <a:pt x="14400" y="6171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p15"/>
            <p:cNvCxnSpPr/>
            <p:nvPr/>
          </p:nvCxnSpPr>
          <p:spPr>
            <a:xfrm>
              <a:off x="3387566" y="3160715"/>
              <a:ext cx="101447" cy="22549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5" name="Google Shape;195;p15"/>
            <p:cNvSpPr/>
            <p:nvPr/>
          </p:nvSpPr>
          <p:spPr>
            <a:xfrm>
              <a:off x="3230900" y="3118271"/>
              <a:ext cx="37240" cy="1193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7665"/>
                    <a:pt x="6480" y="15329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3369588" y="3225707"/>
              <a:ext cx="47513" cy="5836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6646" y="7200"/>
                    <a:pt x="14954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2843089" y="2602318"/>
              <a:ext cx="283795" cy="291801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2939400" y="2667309"/>
              <a:ext cx="86039" cy="9284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954810" y="2713732"/>
              <a:ext cx="71395" cy="119373"/>
            </a:xfrm>
            <a:custGeom>
              <a:avLst/>
              <a:gdLst/>
              <a:ahLst/>
              <a:cxnLst/>
              <a:rect l="l" t="t" r="r" b="b"/>
              <a:pathLst>
                <a:path w="20705" h="21600" extrusionOk="0">
                  <a:moveTo>
                    <a:pt x="20520" y="0"/>
                  </a:moveTo>
                  <a:cubicBezTo>
                    <a:pt x="21600" y="5574"/>
                    <a:pt x="18360" y="16723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2301181" y="3375585"/>
              <a:ext cx="336447" cy="3461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76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240" y="12960"/>
                    <a:pt x="240" y="10080"/>
                  </a:cubicBezTo>
                  <a:cubicBezTo>
                    <a:pt x="24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960" y="960"/>
                  </a:cubicBezTo>
                  <a:cubicBezTo>
                    <a:pt x="1680" y="480"/>
                    <a:pt x="2640" y="0"/>
                    <a:pt x="3600" y="0"/>
                  </a:cubicBezTo>
                  <a:cubicBezTo>
                    <a:pt x="17760" y="0"/>
                    <a:pt x="17760" y="0"/>
                    <a:pt x="17760" y="0"/>
                  </a:cubicBezTo>
                  <a:cubicBezTo>
                    <a:pt x="19920" y="0"/>
                    <a:pt x="21600" y="1680"/>
                    <a:pt x="21600" y="3600"/>
                  </a:cubicBezTo>
                  <a:cubicBezTo>
                    <a:pt x="21600" y="6000"/>
                    <a:pt x="21600" y="8160"/>
                    <a:pt x="21600" y="10560"/>
                  </a:cubicBezTo>
                  <a:cubicBezTo>
                    <a:pt x="21600" y="13200"/>
                    <a:pt x="21600" y="15600"/>
                    <a:pt x="21600" y="17760"/>
                  </a:cubicBezTo>
                  <a:cubicBezTo>
                    <a:pt x="21600" y="18000"/>
                    <a:pt x="21600" y="19440"/>
                    <a:pt x="20400" y="20400"/>
                  </a:cubicBezTo>
                  <a:cubicBezTo>
                    <a:pt x="19680" y="21120"/>
                    <a:pt x="18960" y="21600"/>
                    <a:pt x="17760" y="216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2242111" y="3422008"/>
              <a:ext cx="336446" cy="3461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8720"/>
                  </a:moveTo>
                  <a:cubicBezTo>
                    <a:pt x="21600" y="18960"/>
                    <a:pt x="21600" y="19440"/>
                    <a:pt x="20640" y="20400"/>
                  </a:cubicBezTo>
                  <a:cubicBezTo>
                    <a:pt x="19920" y="21120"/>
                    <a:pt x="18960" y="21600"/>
                    <a:pt x="18000" y="21600"/>
                  </a:cubicBezTo>
                  <a:cubicBezTo>
                    <a:pt x="3840" y="21600"/>
                    <a:pt x="3840" y="21600"/>
                    <a:pt x="384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480" y="12960"/>
                    <a:pt x="480" y="10080"/>
                  </a:cubicBezTo>
                  <a:cubicBezTo>
                    <a:pt x="48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1200" y="960"/>
                  </a:cubicBezTo>
                  <a:cubicBezTo>
                    <a:pt x="1920" y="480"/>
                    <a:pt x="2640" y="0"/>
                    <a:pt x="3840" y="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2461128" y="3486999"/>
              <a:ext cx="12701" cy="1193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6968"/>
                    <a:pt x="21600" y="15329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2406481" y="3543873"/>
              <a:ext cx="115574" cy="12701"/>
            </a:xfrm>
            <a:custGeom>
              <a:avLst/>
              <a:gdLst/>
              <a:ahLst/>
              <a:cxnLst/>
              <a:rect l="l" t="t" r="r" b="b"/>
              <a:pathLst>
                <a:path w="21600" h="9600" extrusionOk="0">
                  <a:moveTo>
                    <a:pt x="0" y="0"/>
                  </a:moveTo>
                  <a:cubicBezTo>
                    <a:pt x="6968" y="0"/>
                    <a:pt x="14632" y="216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260435" y="1297180"/>
              <a:ext cx="489259" cy="1883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8409" y="21600"/>
                  </a:moveTo>
                  <a:cubicBezTo>
                    <a:pt x="12861" y="14547"/>
                    <a:pt x="17148" y="7053"/>
                    <a:pt x="21600" y="0"/>
                  </a:cubicBezTo>
                  <a:cubicBezTo>
                    <a:pt x="14180" y="2204"/>
                    <a:pt x="7090" y="6612"/>
                    <a:pt x="0" y="11461"/>
                  </a:cubicBezTo>
                  <a:cubicBezTo>
                    <a:pt x="2803" y="14547"/>
                    <a:pt x="5606" y="18073"/>
                    <a:pt x="8409" y="2160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3499286" y="1301158"/>
              <a:ext cx="246556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5055" y="4205"/>
                    <a:pt x="7855" y="8028"/>
                    <a:pt x="0" y="11278"/>
                  </a:cubicBezTo>
                  <a:cubicBezTo>
                    <a:pt x="1964" y="14719"/>
                    <a:pt x="3600" y="18159"/>
                    <a:pt x="5564" y="21600"/>
                  </a:cubicBezTo>
                  <a:cubicBezTo>
                    <a:pt x="11455" y="14336"/>
                    <a:pt x="17673" y="6499"/>
                    <a:pt x="21600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3383713" y="1485523"/>
              <a:ext cx="115574" cy="11141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2542" y="0"/>
                  </a:moveTo>
                  <a:cubicBezTo>
                    <a:pt x="8361" y="7448"/>
                    <a:pt x="3484" y="14152"/>
                    <a:pt x="0" y="21600"/>
                  </a:cubicBezTo>
                  <a:cubicBezTo>
                    <a:pt x="6968" y="17876"/>
                    <a:pt x="15329" y="14152"/>
                    <a:pt x="21600" y="8193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" name="Google Shape;207;p15"/>
            <p:cNvCxnSpPr/>
            <p:nvPr/>
          </p:nvCxnSpPr>
          <p:spPr>
            <a:xfrm>
              <a:off x="3369588" y="1212293"/>
              <a:ext cx="331309" cy="22549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8" name="Google Shape;208;p15"/>
            <p:cNvSpPr/>
            <p:nvPr/>
          </p:nvSpPr>
          <p:spPr>
            <a:xfrm>
              <a:off x="2230553" y="1535925"/>
              <a:ext cx="481555" cy="4960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716"/>
                  </a:moveTo>
                  <a:cubicBezTo>
                    <a:pt x="21600" y="16744"/>
                    <a:pt x="16744" y="21600"/>
                    <a:pt x="10716" y="21600"/>
                  </a:cubicBezTo>
                  <a:cubicBezTo>
                    <a:pt x="4688" y="21600"/>
                    <a:pt x="0" y="16744"/>
                    <a:pt x="0" y="10716"/>
                  </a:cubicBezTo>
                  <a:cubicBezTo>
                    <a:pt x="0" y="4856"/>
                    <a:pt x="4688" y="0"/>
                    <a:pt x="10716" y="0"/>
                  </a:cubicBezTo>
                  <a:cubicBezTo>
                    <a:pt x="16744" y="0"/>
                    <a:pt x="21600" y="4856"/>
                    <a:pt x="21600" y="10716"/>
                  </a:cubicBezTo>
                  <a:close/>
                  <a:moveTo>
                    <a:pt x="21600" y="10716"/>
                  </a:moveTo>
                  <a:cubicBezTo>
                    <a:pt x="21600" y="10716"/>
                    <a:pt x="21600" y="10716"/>
                    <a:pt x="21600" y="10716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339286" y="1604895"/>
              <a:ext cx="276060" cy="354139"/>
            </a:xfrm>
            <a:custGeom>
              <a:avLst/>
              <a:gdLst/>
              <a:ahLst/>
              <a:cxnLst/>
              <a:rect l="l" t="t" r="r" b="b"/>
              <a:pathLst>
                <a:path w="21107" h="21600" extrusionOk="0">
                  <a:moveTo>
                    <a:pt x="10822" y="1409"/>
                  </a:moveTo>
                  <a:cubicBezTo>
                    <a:pt x="15085" y="1409"/>
                    <a:pt x="18780" y="3287"/>
                    <a:pt x="19349" y="6574"/>
                  </a:cubicBezTo>
                  <a:cubicBezTo>
                    <a:pt x="19917" y="10800"/>
                    <a:pt x="17359" y="15026"/>
                    <a:pt x="12527" y="15026"/>
                  </a:cubicBezTo>
                  <a:cubicBezTo>
                    <a:pt x="12243" y="15026"/>
                    <a:pt x="12243" y="15026"/>
                    <a:pt x="11959" y="15026"/>
                  </a:cubicBezTo>
                  <a:cubicBezTo>
                    <a:pt x="10538" y="15026"/>
                    <a:pt x="9970" y="14322"/>
                    <a:pt x="8833" y="13852"/>
                  </a:cubicBezTo>
                  <a:cubicBezTo>
                    <a:pt x="8264" y="16200"/>
                    <a:pt x="7980" y="20191"/>
                    <a:pt x="5991" y="20191"/>
                  </a:cubicBezTo>
                  <a:cubicBezTo>
                    <a:pt x="5706" y="20191"/>
                    <a:pt x="5706" y="20191"/>
                    <a:pt x="5422" y="20191"/>
                  </a:cubicBezTo>
                  <a:cubicBezTo>
                    <a:pt x="3433" y="19017"/>
                    <a:pt x="6559" y="13383"/>
                    <a:pt x="7127" y="10330"/>
                  </a:cubicBezTo>
                  <a:cubicBezTo>
                    <a:pt x="5991" y="8687"/>
                    <a:pt x="7127" y="5635"/>
                    <a:pt x="9401" y="5635"/>
                  </a:cubicBezTo>
                  <a:cubicBezTo>
                    <a:pt x="9401" y="5635"/>
                    <a:pt x="9685" y="5635"/>
                    <a:pt x="10254" y="5635"/>
                  </a:cubicBezTo>
                  <a:cubicBezTo>
                    <a:pt x="13380" y="6809"/>
                    <a:pt x="7127" y="12443"/>
                    <a:pt x="11391" y="13148"/>
                  </a:cubicBezTo>
                  <a:cubicBezTo>
                    <a:pt x="11675" y="13148"/>
                    <a:pt x="11959" y="13148"/>
                    <a:pt x="11959" y="13148"/>
                  </a:cubicBezTo>
                  <a:cubicBezTo>
                    <a:pt x="15938" y="13148"/>
                    <a:pt x="17643" y="6574"/>
                    <a:pt x="14801" y="4461"/>
                  </a:cubicBezTo>
                  <a:cubicBezTo>
                    <a:pt x="13664" y="3522"/>
                    <a:pt x="12243" y="3052"/>
                    <a:pt x="10822" y="3052"/>
                  </a:cubicBezTo>
                  <a:cubicBezTo>
                    <a:pt x="7412" y="3052"/>
                    <a:pt x="3717" y="5870"/>
                    <a:pt x="4285" y="9157"/>
                  </a:cubicBezTo>
                  <a:cubicBezTo>
                    <a:pt x="4570" y="10330"/>
                    <a:pt x="5991" y="10565"/>
                    <a:pt x="4854" y="12209"/>
                  </a:cubicBezTo>
                  <a:cubicBezTo>
                    <a:pt x="2296" y="11739"/>
                    <a:pt x="1727" y="10096"/>
                    <a:pt x="1727" y="7983"/>
                  </a:cubicBezTo>
                  <a:cubicBezTo>
                    <a:pt x="1727" y="4461"/>
                    <a:pt x="5706" y="1878"/>
                    <a:pt x="9401" y="1409"/>
                  </a:cubicBezTo>
                  <a:cubicBezTo>
                    <a:pt x="9970" y="1409"/>
                    <a:pt x="10254" y="1409"/>
                    <a:pt x="10822" y="1409"/>
                  </a:cubicBezTo>
                  <a:moveTo>
                    <a:pt x="10822" y="0"/>
                  </a:moveTo>
                  <a:cubicBezTo>
                    <a:pt x="10254" y="0"/>
                    <a:pt x="9685" y="0"/>
                    <a:pt x="9117" y="0"/>
                  </a:cubicBezTo>
                  <a:cubicBezTo>
                    <a:pt x="4854" y="470"/>
                    <a:pt x="306" y="3287"/>
                    <a:pt x="22" y="7983"/>
                  </a:cubicBezTo>
                  <a:cubicBezTo>
                    <a:pt x="-262" y="11739"/>
                    <a:pt x="2296" y="13148"/>
                    <a:pt x="4285" y="13617"/>
                  </a:cubicBezTo>
                  <a:cubicBezTo>
                    <a:pt x="3149" y="17139"/>
                    <a:pt x="2012" y="20191"/>
                    <a:pt x="4570" y="21365"/>
                  </a:cubicBezTo>
                  <a:cubicBezTo>
                    <a:pt x="4570" y="21365"/>
                    <a:pt x="4854" y="21365"/>
                    <a:pt x="4854" y="21600"/>
                  </a:cubicBezTo>
                  <a:cubicBezTo>
                    <a:pt x="5138" y="21600"/>
                    <a:pt x="5706" y="21600"/>
                    <a:pt x="5991" y="21600"/>
                  </a:cubicBezTo>
                  <a:cubicBezTo>
                    <a:pt x="8833" y="21600"/>
                    <a:pt x="9685" y="19017"/>
                    <a:pt x="10254" y="16200"/>
                  </a:cubicBezTo>
                  <a:cubicBezTo>
                    <a:pt x="10538" y="16200"/>
                    <a:pt x="11106" y="16435"/>
                    <a:pt x="11959" y="16435"/>
                  </a:cubicBezTo>
                  <a:cubicBezTo>
                    <a:pt x="11959" y="16435"/>
                    <a:pt x="12243" y="16435"/>
                    <a:pt x="12527" y="16435"/>
                  </a:cubicBezTo>
                  <a:cubicBezTo>
                    <a:pt x="14801" y="16435"/>
                    <a:pt x="16791" y="15730"/>
                    <a:pt x="18496" y="14322"/>
                  </a:cubicBezTo>
                  <a:cubicBezTo>
                    <a:pt x="20485" y="12209"/>
                    <a:pt x="21338" y="9391"/>
                    <a:pt x="21054" y="6339"/>
                  </a:cubicBezTo>
                  <a:cubicBezTo>
                    <a:pt x="20201" y="2583"/>
                    <a:pt x="16222" y="0"/>
                    <a:pt x="10822" y="0"/>
                  </a:cubicBezTo>
                  <a:close/>
                  <a:moveTo>
                    <a:pt x="11675" y="11739"/>
                  </a:moveTo>
                  <a:cubicBezTo>
                    <a:pt x="11675" y="11270"/>
                    <a:pt x="11959" y="10330"/>
                    <a:pt x="12243" y="9861"/>
                  </a:cubicBezTo>
                  <a:cubicBezTo>
                    <a:pt x="12812" y="8217"/>
                    <a:pt x="13664" y="5635"/>
                    <a:pt x="11106" y="4461"/>
                  </a:cubicBezTo>
                  <a:cubicBezTo>
                    <a:pt x="11959" y="4696"/>
                    <a:pt x="12812" y="4696"/>
                    <a:pt x="13664" y="5400"/>
                  </a:cubicBezTo>
                  <a:cubicBezTo>
                    <a:pt x="14801" y="6339"/>
                    <a:pt x="14801" y="8452"/>
                    <a:pt x="13949" y="10330"/>
                  </a:cubicBezTo>
                  <a:cubicBezTo>
                    <a:pt x="13664" y="10800"/>
                    <a:pt x="13096" y="11739"/>
                    <a:pt x="11959" y="11739"/>
                  </a:cubicBezTo>
                  <a:cubicBezTo>
                    <a:pt x="11959" y="11739"/>
                    <a:pt x="11959" y="11739"/>
                    <a:pt x="11675" y="11739"/>
                  </a:cubicBezTo>
                  <a:cubicBezTo>
                    <a:pt x="11675" y="11739"/>
                    <a:pt x="11675" y="11739"/>
                    <a:pt x="11675" y="11739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1641133" y="1112453"/>
              <a:ext cx="410927" cy="446021"/>
            </a:xfrm>
            <a:custGeom>
              <a:avLst/>
              <a:gdLst/>
              <a:ahLst/>
              <a:cxnLst/>
              <a:rect l="l" t="t" r="r" b="b"/>
              <a:pathLst>
                <a:path w="21600" h="21553" extrusionOk="0">
                  <a:moveTo>
                    <a:pt x="20029" y="8332"/>
                  </a:moveTo>
                  <a:cubicBezTo>
                    <a:pt x="11193" y="139"/>
                    <a:pt x="11193" y="139"/>
                    <a:pt x="11193" y="139"/>
                  </a:cubicBezTo>
                  <a:cubicBezTo>
                    <a:pt x="10996" y="-47"/>
                    <a:pt x="10604" y="-47"/>
                    <a:pt x="10211" y="139"/>
                  </a:cubicBezTo>
                  <a:cubicBezTo>
                    <a:pt x="1178" y="8705"/>
                    <a:pt x="1178" y="8705"/>
                    <a:pt x="1178" y="8705"/>
                  </a:cubicBezTo>
                  <a:cubicBezTo>
                    <a:pt x="393" y="9450"/>
                    <a:pt x="0" y="10381"/>
                    <a:pt x="0" y="11312"/>
                  </a:cubicBezTo>
                  <a:cubicBezTo>
                    <a:pt x="0" y="20994"/>
                    <a:pt x="0" y="20994"/>
                    <a:pt x="0" y="20994"/>
                  </a:cubicBezTo>
                  <a:cubicBezTo>
                    <a:pt x="0" y="21367"/>
                    <a:pt x="196" y="21553"/>
                    <a:pt x="589" y="21553"/>
                  </a:cubicBezTo>
                  <a:cubicBezTo>
                    <a:pt x="5498" y="21553"/>
                    <a:pt x="5498" y="21553"/>
                    <a:pt x="5498" y="21553"/>
                  </a:cubicBezTo>
                  <a:cubicBezTo>
                    <a:pt x="6873" y="21553"/>
                    <a:pt x="8051" y="20436"/>
                    <a:pt x="8051" y="19132"/>
                  </a:cubicBezTo>
                  <a:cubicBezTo>
                    <a:pt x="8051" y="13546"/>
                    <a:pt x="8051" y="13546"/>
                    <a:pt x="8051" y="13546"/>
                  </a:cubicBezTo>
                  <a:cubicBezTo>
                    <a:pt x="8051" y="12429"/>
                    <a:pt x="9033" y="11498"/>
                    <a:pt x="10211" y="11498"/>
                  </a:cubicBezTo>
                  <a:cubicBezTo>
                    <a:pt x="11389" y="11498"/>
                    <a:pt x="11389" y="11498"/>
                    <a:pt x="11389" y="11498"/>
                  </a:cubicBezTo>
                  <a:cubicBezTo>
                    <a:pt x="12567" y="11498"/>
                    <a:pt x="13549" y="12429"/>
                    <a:pt x="13549" y="13546"/>
                  </a:cubicBezTo>
                  <a:cubicBezTo>
                    <a:pt x="13549" y="19319"/>
                    <a:pt x="13549" y="19319"/>
                    <a:pt x="13549" y="19319"/>
                  </a:cubicBezTo>
                  <a:cubicBezTo>
                    <a:pt x="13549" y="20622"/>
                    <a:pt x="14531" y="21553"/>
                    <a:pt x="15709" y="21553"/>
                  </a:cubicBezTo>
                  <a:cubicBezTo>
                    <a:pt x="20815" y="21553"/>
                    <a:pt x="20815" y="21553"/>
                    <a:pt x="20815" y="21553"/>
                  </a:cubicBezTo>
                  <a:cubicBezTo>
                    <a:pt x="21207" y="21553"/>
                    <a:pt x="21600" y="21367"/>
                    <a:pt x="21600" y="20994"/>
                  </a:cubicBezTo>
                  <a:cubicBezTo>
                    <a:pt x="21600" y="11684"/>
                    <a:pt x="21600" y="11684"/>
                    <a:pt x="21600" y="11684"/>
                  </a:cubicBezTo>
                  <a:cubicBezTo>
                    <a:pt x="21600" y="10567"/>
                    <a:pt x="21011" y="9263"/>
                    <a:pt x="20029" y="833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555095" y="957631"/>
              <a:ext cx="579148" cy="3050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8319"/>
                  </a:moveTo>
                  <a:cubicBezTo>
                    <a:pt x="10870" y="0"/>
                    <a:pt x="10870" y="0"/>
                    <a:pt x="10870" y="0"/>
                  </a:cubicBezTo>
                  <a:cubicBezTo>
                    <a:pt x="21600" y="18319"/>
                    <a:pt x="21600" y="18319"/>
                    <a:pt x="21600" y="18319"/>
                  </a:cubicBezTo>
                  <a:cubicBezTo>
                    <a:pt x="19510" y="21327"/>
                    <a:pt x="19510" y="21327"/>
                    <a:pt x="19510" y="21327"/>
                  </a:cubicBezTo>
                  <a:cubicBezTo>
                    <a:pt x="17001" y="16132"/>
                    <a:pt x="13935" y="10390"/>
                    <a:pt x="10870" y="5742"/>
                  </a:cubicBezTo>
                  <a:cubicBezTo>
                    <a:pt x="7804" y="10390"/>
                    <a:pt x="4738" y="16132"/>
                    <a:pt x="1951" y="21600"/>
                  </a:cubicBezTo>
                  <a:lnTo>
                    <a:pt x="0" y="18319"/>
                  </a:ln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1566653" y="2725668"/>
              <a:ext cx="440461" cy="36873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827" y="2475"/>
                  </a:moveTo>
                  <a:cubicBezTo>
                    <a:pt x="14461" y="1350"/>
                    <a:pt x="14461" y="1350"/>
                    <a:pt x="14461" y="1350"/>
                  </a:cubicBezTo>
                  <a:cubicBezTo>
                    <a:pt x="14095" y="450"/>
                    <a:pt x="13363" y="0"/>
                    <a:pt x="12631" y="0"/>
                  </a:cubicBezTo>
                  <a:cubicBezTo>
                    <a:pt x="8969" y="0"/>
                    <a:pt x="8969" y="0"/>
                    <a:pt x="8969" y="0"/>
                  </a:cubicBezTo>
                  <a:cubicBezTo>
                    <a:pt x="8054" y="0"/>
                    <a:pt x="7322" y="450"/>
                    <a:pt x="7139" y="1350"/>
                  </a:cubicBezTo>
                  <a:cubicBezTo>
                    <a:pt x="6773" y="2475"/>
                    <a:pt x="6773" y="2475"/>
                    <a:pt x="6773" y="2475"/>
                  </a:cubicBezTo>
                  <a:cubicBezTo>
                    <a:pt x="6407" y="3150"/>
                    <a:pt x="5858" y="3600"/>
                    <a:pt x="5125" y="3600"/>
                  </a:cubicBezTo>
                  <a:cubicBezTo>
                    <a:pt x="1831" y="3600"/>
                    <a:pt x="1831" y="3600"/>
                    <a:pt x="1831" y="3600"/>
                  </a:cubicBezTo>
                  <a:cubicBezTo>
                    <a:pt x="732" y="3600"/>
                    <a:pt x="0" y="4725"/>
                    <a:pt x="0" y="6075"/>
                  </a:cubicBezTo>
                  <a:cubicBezTo>
                    <a:pt x="0" y="19125"/>
                    <a:pt x="0" y="19125"/>
                    <a:pt x="0" y="19125"/>
                  </a:cubicBezTo>
                  <a:cubicBezTo>
                    <a:pt x="0" y="20475"/>
                    <a:pt x="732" y="21600"/>
                    <a:pt x="1831" y="21600"/>
                  </a:cubicBezTo>
                  <a:cubicBezTo>
                    <a:pt x="19769" y="21600"/>
                    <a:pt x="19769" y="21600"/>
                    <a:pt x="19769" y="21600"/>
                  </a:cubicBezTo>
                  <a:cubicBezTo>
                    <a:pt x="20685" y="21600"/>
                    <a:pt x="21600" y="20475"/>
                    <a:pt x="21600" y="19125"/>
                  </a:cubicBezTo>
                  <a:cubicBezTo>
                    <a:pt x="21600" y="6075"/>
                    <a:pt x="21600" y="6075"/>
                    <a:pt x="21600" y="6075"/>
                  </a:cubicBezTo>
                  <a:cubicBezTo>
                    <a:pt x="21600" y="4725"/>
                    <a:pt x="20685" y="3600"/>
                    <a:pt x="19769" y="3600"/>
                  </a:cubicBezTo>
                  <a:cubicBezTo>
                    <a:pt x="16292" y="3600"/>
                    <a:pt x="16292" y="3600"/>
                    <a:pt x="16292" y="3600"/>
                  </a:cubicBezTo>
                  <a:cubicBezTo>
                    <a:pt x="15742" y="3600"/>
                    <a:pt x="15193" y="3150"/>
                    <a:pt x="14827" y="247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1682226" y="2841063"/>
              <a:ext cx="205463" cy="210893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1633428" y="2780331"/>
              <a:ext cx="283796" cy="12701"/>
            </a:xfrm>
            <a:custGeom>
              <a:avLst/>
              <a:gdLst/>
              <a:ahLst/>
              <a:cxnLst/>
              <a:rect l="l" t="t" r="r" b="b"/>
              <a:pathLst>
                <a:path w="21600" h="6235" extrusionOk="0">
                  <a:moveTo>
                    <a:pt x="0" y="3118"/>
                  </a:moveTo>
                  <a:cubicBezTo>
                    <a:pt x="7105" y="-7682"/>
                    <a:pt x="14495" y="13918"/>
                    <a:pt x="21600" y="311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1612536" y="2744780"/>
              <a:ext cx="44258" cy="37925"/>
            </a:xfrm>
            <a:custGeom>
              <a:avLst/>
              <a:gdLst/>
              <a:ahLst/>
              <a:cxnLst/>
              <a:rect l="l" t="t" r="r" b="b"/>
              <a:pathLst>
                <a:path w="19590" h="19299" extrusionOk="0">
                  <a:moveTo>
                    <a:pt x="1247" y="19299"/>
                  </a:moveTo>
                  <a:cubicBezTo>
                    <a:pt x="-415" y="15372"/>
                    <a:pt x="-415" y="9481"/>
                    <a:pt x="1247" y="5554"/>
                  </a:cubicBezTo>
                  <a:cubicBezTo>
                    <a:pt x="2908" y="1626"/>
                    <a:pt x="9554" y="-2301"/>
                    <a:pt x="14539" y="1626"/>
                  </a:cubicBezTo>
                  <a:cubicBezTo>
                    <a:pt x="19523" y="3590"/>
                    <a:pt x="21185" y="11444"/>
                    <a:pt x="17862" y="17335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734175" y="2894282"/>
              <a:ext cx="107740" cy="110576"/>
            </a:xfrm>
            <a:custGeom>
              <a:avLst/>
              <a:gdLst/>
              <a:ahLst/>
              <a:cxnLst/>
              <a:rect l="l" t="t" r="r" b="b"/>
              <a:pathLst>
                <a:path w="20136" h="17829" extrusionOk="0">
                  <a:moveTo>
                    <a:pt x="18921" y="4385"/>
                  </a:moveTo>
                  <a:cubicBezTo>
                    <a:pt x="21011" y="7470"/>
                    <a:pt x="20314" y="11790"/>
                    <a:pt x="17527" y="14876"/>
                  </a:cubicBezTo>
                  <a:cubicBezTo>
                    <a:pt x="14740" y="17345"/>
                    <a:pt x="9863" y="18579"/>
                    <a:pt x="5682" y="17345"/>
                  </a:cubicBezTo>
                  <a:cubicBezTo>
                    <a:pt x="2198" y="15493"/>
                    <a:pt x="-589" y="11790"/>
                    <a:pt x="108" y="8088"/>
                  </a:cubicBezTo>
                  <a:cubicBezTo>
                    <a:pt x="805" y="-552"/>
                    <a:pt x="14043" y="-3021"/>
                    <a:pt x="18921" y="438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1629005" y="2794639"/>
              <a:ext cx="12701" cy="28516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21600" y="7589"/>
                    <a:pt x="0" y="14303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1932061" y="2790661"/>
              <a:ext cx="12701" cy="29312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0" y="7389"/>
                    <a:pt x="0" y="14211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1137750" y="1115467"/>
              <a:ext cx="59071" cy="62339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1051711" y="1023950"/>
              <a:ext cx="373687" cy="3846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656" y="0"/>
                  </a:moveTo>
                  <a:cubicBezTo>
                    <a:pt x="1728" y="0"/>
                    <a:pt x="1728" y="0"/>
                    <a:pt x="1728" y="0"/>
                  </a:cubicBezTo>
                  <a:cubicBezTo>
                    <a:pt x="864" y="0"/>
                    <a:pt x="0" y="864"/>
                    <a:pt x="0" y="1728"/>
                  </a:cubicBezTo>
                  <a:cubicBezTo>
                    <a:pt x="0" y="19656"/>
                    <a:pt x="0" y="19656"/>
                    <a:pt x="0" y="19656"/>
                  </a:cubicBezTo>
                  <a:cubicBezTo>
                    <a:pt x="0" y="20736"/>
                    <a:pt x="864" y="21600"/>
                    <a:pt x="1728" y="21600"/>
                  </a:cubicBezTo>
                  <a:cubicBezTo>
                    <a:pt x="19656" y="21600"/>
                    <a:pt x="19656" y="21600"/>
                    <a:pt x="19656" y="21600"/>
                  </a:cubicBezTo>
                  <a:cubicBezTo>
                    <a:pt x="20736" y="21600"/>
                    <a:pt x="21600" y="20736"/>
                    <a:pt x="21600" y="19656"/>
                  </a:cubicBezTo>
                  <a:cubicBezTo>
                    <a:pt x="21600" y="1728"/>
                    <a:pt x="21600" y="1728"/>
                    <a:pt x="21600" y="1728"/>
                  </a:cubicBezTo>
                  <a:cubicBezTo>
                    <a:pt x="21600" y="864"/>
                    <a:pt x="20736" y="0"/>
                    <a:pt x="19656" y="0"/>
                  </a:cubicBezTo>
                  <a:close/>
                  <a:moveTo>
                    <a:pt x="17928" y="4320"/>
                  </a:moveTo>
                  <a:cubicBezTo>
                    <a:pt x="17928" y="9504"/>
                    <a:pt x="17928" y="9504"/>
                    <a:pt x="17928" y="9504"/>
                  </a:cubicBezTo>
                  <a:cubicBezTo>
                    <a:pt x="16632" y="8208"/>
                    <a:pt x="16632" y="8208"/>
                    <a:pt x="16632" y="8208"/>
                  </a:cubicBezTo>
                  <a:cubicBezTo>
                    <a:pt x="16200" y="7776"/>
                    <a:pt x="15768" y="7776"/>
                    <a:pt x="15336" y="8208"/>
                  </a:cubicBezTo>
                  <a:cubicBezTo>
                    <a:pt x="11880" y="11664"/>
                    <a:pt x="11880" y="11664"/>
                    <a:pt x="11880" y="11664"/>
                  </a:cubicBezTo>
                  <a:cubicBezTo>
                    <a:pt x="11880" y="11664"/>
                    <a:pt x="11664" y="11664"/>
                    <a:pt x="11664" y="11664"/>
                  </a:cubicBezTo>
                  <a:cubicBezTo>
                    <a:pt x="10368" y="10152"/>
                    <a:pt x="10368" y="10152"/>
                    <a:pt x="10368" y="10152"/>
                  </a:cubicBezTo>
                  <a:cubicBezTo>
                    <a:pt x="9936" y="9936"/>
                    <a:pt x="9504" y="9936"/>
                    <a:pt x="9072" y="10152"/>
                  </a:cubicBezTo>
                  <a:cubicBezTo>
                    <a:pt x="3024" y="17064"/>
                    <a:pt x="3024" y="17064"/>
                    <a:pt x="3024" y="17064"/>
                  </a:cubicBezTo>
                  <a:cubicBezTo>
                    <a:pt x="3024" y="4104"/>
                    <a:pt x="3024" y="4104"/>
                    <a:pt x="3024" y="4104"/>
                  </a:cubicBezTo>
                  <a:cubicBezTo>
                    <a:pt x="3024" y="3672"/>
                    <a:pt x="3456" y="3024"/>
                    <a:pt x="4104" y="3024"/>
                  </a:cubicBezTo>
                  <a:cubicBezTo>
                    <a:pt x="16632" y="3024"/>
                    <a:pt x="16632" y="3024"/>
                    <a:pt x="16632" y="3024"/>
                  </a:cubicBezTo>
                  <a:cubicBezTo>
                    <a:pt x="17280" y="3024"/>
                    <a:pt x="17928" y="3672"/>
                    <a:pt x="17928" y="432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1286710" y="1273305"/>
              <a:ext cx="48798" cy="702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4985" y="6000"/>
                    <a:pt x="16615" y="15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793599" y="1100878"/>
              <a:ext cx="399369" cy="4350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929" y="956"/>
                  </a:moveTo>
                  <a:cubicBezTo>
                    <a:pt x="13323" y="573"/>
                    <a:pt x="12920" y="382"/>
                    <a:pt x="12314" y="0"/>
                  </a:cubicBezTo>
                  <a:cubicBezTo>
                    <a:pt x="9690" y="1912"/>
                    <a:pt x="2624" y="7837"/>
                    <a:pt x="0" y="9940"/>
                  </a:cubicBezTo>
                  <a:cubicBezTo>
                    <a:pt x="4037" y="14336"/>
                    <a:pt x="9084" y="17968"/>
                    <a:pt x="14131" y="21600"/>
                  </a:cubicBezTo>
                  <a:cubicBezTo>
                    <a:pt x="16957" y="19880"/>
                    <a:pt x="19379" y="17777"/>
                    <a:pt x="21600" y="15292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875785" y="1161891"/>
              <a:ext cx="238851" cy="3010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910" y="1713"/>
                  </a:moveTo>
                  <a:lnTo>
                    <a:pt x="13587" y="0"/>
                  </a:lnTo>
                  <a:lnTo>
                    <a:pt x="0" y="9420"/>
                  </a:lnTo>
                  <a:lnTo>
                    <a:pt x="15910" y="21600"/>
                  </a:lnTo>
                  <a:lnTo>
                    <a:pt x="21600" y="17699"/>
                  </a:ln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81247" y="2998899"/>
              <a:ext cx="283795" cy="291801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167284" y="3067870"/>
              <a:ext cx="108474" cy="160495"/>
            </a:xfrm>
            <a:custGeom>
              <a:avLst/>
              <a:gdLst/>
              <a:ahLst/>
              <a:cxnLst/>
              <a:rect l="l" t="t" r="r" b="b"/>
              <a:pathLst>
                <a:path w="20972" h="21424" extrusionOk="0">
                  <a:moveTo>
                    <a:pt x="20160" y="514"/>
                  </a:moveTo>
                  <a:cubicBezTo>
                    <a:pt x="13680" y="514"/>
                    <a:pt x="7920" y="0"/>
                    <a:pt x="1440" y="0"/>
                  </a:cubicBezTo>
                  <a:cubicBezTo>
                    <a:pt x="1440" y="2571"/>
                    <a:pt x="720" y="5657"/>
                    <a:pt x="720" y="8229"/>
                  </a:cubicBezTo>
                  <a:cubicBezTo>
                    <a:pt x="5040" y="7714"/>
                    <a:pt x="9360" y="7200"/>
                    <a:pt x="13680" y="8743"/>
                  </a:cubicBezTo>
                  <a:cubicBezTo>
                    <a:pt x="18000" y="9771"/>
                    <a:pt x="21600" y="12343"/>
                    <a:pt x="20880" y="15429"/>
                  </a:cubicBezTo>
                  <a:cubicBezTo>
                    <a:pt x="20880" y="18000"/>
                    <a:pt x="18720" y="19543"/>
                    <a:pt x="15840" y="20571"/>
                  </a:cubicBezTo>
                  <a:cubicBezTo>
                    <a:pt x="12960" y="21600"/>
                    <a:pt x="10080" y="21600"/>
                    <a:pt x="7200" y="21086"/>
                  </a:cubicBezTo>
                  <a:cubicBezTo>
                    <a:pt x="3600" y="20571"/>
                    <a:pt x="720" y="19029"/>
                    <a:pt x="0" y="1697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951548" y="1612853"/>
              <a:ext cx="432757" cy="47351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869" y="21600"/>
                  </a:moveTo>
                  <a:cubicBezTo>
                    <a:pt x="9683" y="21600"/>
                    <a:pt x="9310" y="21424"/>
                    <a:pt x="9124" y="21424"/>
                  </a:cubicBezTo>
                  <a:cubicBezTo>
                    <a:pt x="8193" y="21073"/>
                    <a:pt x="7821" y="20371"/>
                    <a:pt x="7821" y="19493"/>
                  </a:cubicBezTo>
                  <a:cubicBezTo>
                    <a:pt x="7821" y="19493"/>
                    <a:pt x="7821" y="18088"/>
                    <a:pt x="7821" y="17034"/>
                  </a:cubicBezTo>
                  <a:cubicBezTo>
                    <a:pt x="7821" y="16683"/>
                    <a:pt x="7448" y="16507"/>
                    <a:pt x="7076" y="16507"/>
                  </a:cubicBezTo>
                  <a:cubicBezTo>
                    <a:pt x="6517" y="16332"/>
                    <a:pt x="5959" y="16332"/>
                    <a:pt x="5772" y="16156"/>
                  </a:cubicBezTo>
                  <a:cubicBezTo>
                    <a:pt x="5028" y="15980"/>
                    <a:pt x="4097" y="15805"/>
                    <a:pt x="3352" y="15278"/>
                  </a:cubicBezTo>
                  <a:cubicBezTo>
                    <a:pt x="1862" y="14400"/>
                    <a:pt x="745" y="12995"/>
                    <a:pt x="372" y="11415"/>
                  </a:cubicBezTo>
                  <a:cubicBezTo>
                    <a:pt x="0" y="10712"/>
                    <a:pt x="0" y="10010"/>
                    <a:pt x="0" y="9307"/>
                  </a:cubicBezTo>
                  <a:cubicBezTo>
                    <a:pt x="0" y="7024"/>
                    <a:pt x="0" y="7024"/>
                    <a:pt x="0" y="7024"/>
                  </a:cubicBezTo>
                  <a:cubicBezTo>
                    <a:pt x="0" y="3161"/>
                    <a:pt x="3352" y="0"/>
                    <a:pt x="7448" y="0"/>
                  </a:cubicBezTo>
                  <a:cubicBezTo>
                    <a:pt x="14152" y="0"/>
                    <a:pt x="14152" y="0"/>
                    <a:pt x="14152" y="0"/>
                  </a:cubicBezTo>
                  <a:cubicBezTo>
                    <a:pt x="18248" y="0"/>
                    <a:pt x="21600" y="3161"/>
                    <a:pt x="21600" y="7024"/>
                  </a:cubicBezTo>
                  <a:cubicBezTo>
                    <a:pt x="21600" y="9307"/>
                    <a:pt x="21600" y="9307"/>
                    <a:pt x="21600" y="9307"/>
                  </a:cubicBezTo>
                  <a:cubicBezTo>
                    <a:pt x="21228" y="15805"/>
                    <a:pt x="12476" y="20371"/>
                    <a:pt x="11172" y="21073"/>
                  </a:cubicBezTo>
                  <a:cubicBezTo>
                    <a:pt x="10800" y="21424"/>
                    <a:pt x="10428" y="21600"/>
                    <a:pt x="9869" y="216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006767" y="1673866"/>
              <a:ext cx="317184" cy="3435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911" y="17474"/>
                  </a:moveTo>
                  <a:cubicBezTo>
                    <a:pt x="9911" y="16503"/>
                    <a:pt x="9148" y="15533"/>
                    <a:pt x="8132" y="15290"/>
                  </a:cubicBezTo>
                  <a:cubicBezTo>
                    <a:pt x="7115" y="15047"/>
                    <a:pt x="5845" y="14804"/>
                    <a:pt x="5336" y="14804"/>
                  </a:cubicBezTo>
                  <a:cubicBezTo>
                    <a:pt x="3049" y="14076"/>
                    <a:pt x="1271" y="12620"/>
                    <a:pt x="508" y="10436"/>
                  </a:cubicBezTo>
                  <a:cubicBezTo>
                    <a:pt x="254" y="9951"/>
                    <a:pt x="0" y="9222"/>
                    <a:pt x="0" y="8494"/>
                  </a:cubicBezTo>
                  <a:cubicBezTo>
                    <a:pt x="0" y="6553"/>
                    <a:pt x="0" y="6553"/>
                    <a:pt x="0" y="6553"/>
                  </a:cubicBezTo>
                  <a:cubicBezTo>
                    <a:pt x="0" y="2912"/>
                    <a:pt x="3304" y="0"/>
                    <a:pt x="7624" y="0"/>
                  </a:cubicBezTo>
                  <a:cubicBezTo>
                    <a:pt x="14231" y="0"/>
                    <a:pt x="14231" y="0"/>
                    <a:pt x="14231" y="0"/>
                  </a:cubicBezTo>
                  <a:cubicBezTo>
                    <a:pt x="18296" y="0"/>
                    <a:pt x="21600" y="2912"/>
                    <a:pt x="21600" y="6553"/>
                  </a:cubicBezTo>
                  <a:cubicBezTo>
                    <a:pt x="21600" y="8494"/>
                    <a:pt x="21600" y="8494"/>
                    <a:pt x="21600" y="8494"/>
                  </a:cubicBezTo>
                  <a:cubicBezTo>
                    <a:pt x="21346" y="12620"/>
                    <a:pt x="18551" y="16261"/>
                    <a:pt x="15501" y="18688"/>
                  </a:cubicBezTo>
                  <a:cubicBezTo>
                    <a:pt x="14231" y="19658"/>
                    <a:pt x="11435" y="21357"/>
                    <a:pt x="10419" y="21600"/>
                  </a:cubicBezTo>
                  <a:cubicBezTo>
                    <a:pt x="10165" y="21600"/>
                    <a:pt x="10165" y="19416"/>
                    <a:pt x="9911" y="1747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092804" y="1756381"/>
              <a:ext cx="145109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200" y="10800"/>
                    <a:pt x="14400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096657" y="1825352"/>
              <a:ext cx="137404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005" y="10800"/>
                    <a:pt x="14595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179189" y="2305213"/>
              <a:ext cx="364697" cy="42708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7714" y="1168"/>
                  </a:moveTo>
                  <a:cubicBezTo>
                    <a:pt x="8155" y="1168"/>
                    <a:pt x="8596" y="1362"/>
                    <a:pt x="9037" y="1557"/>
                  </a:cubicBezTo>
                  <a:cubicBezTo>
                    <a:pt x="9037" y="1557"/>
                    <a:pt x="11682" y="3892"/>
                    <a:pt x="13224" y="5254"/>
                  </a:cubicBezTo>
                  <a:cubicBezTo>
                    <a:pt x="14106" y="6227"/>
                    <a:pt x="14988" y="7395"/>
                    <a:pt x="13665" y="8173"/>
                  </a:cubicBezTo>
                  <a:cubicBezTo>
                    <a:pt x="13445" y="8368"/>
                    <a:pt x="13224" y="8562"/>
                    <a:pt x="12784" y="8562"/>
                  </a:cubicBezTo>
                  <a:cubicBezTo>
                    <a:pt x="11902" y="8562"/>
                    <a:pt x="11241" y="7978"/>
                    <a:pt x="10580" y="7589"/>
                  </a:cubicBezTo>
                  <a:cubicBezTo>
                    <a:pt x="10580" y="7395"/>
                    <a:pt x="10359" y="7395"/>
                    <a:pt x="10139" y="7395"/>
                  </a:cubicBezTo>
                  <a:cubicBezTo>
                    <a:pt x="9918" y="7395"/>
                    <a:pt x="9478" y="7589"/>
                    <a:pt x="9478" y="7978"/>
                  </a:cubicBezTo>
                  <a:cubicBezTo>
                    <a:pt x="9478" y="14789"/>
                    <a:pt x="9478" y="14789"/>
                    <a:pt x="9478" y="14789"/>
                  </a:cubicBezTo>
                  <a:cubicBezTo>
                    <a:pt x="9478" y="16151"/>
                    <a:pt x="10800" y="17319"/>
                    <a:pt x="12343" y="17319"/>
                  </a:cubicBezTo>
                  <a:cubicBezTo>
                    <a:pt x="18955" y="17319"/>
                    <a:pt x="18955" y="17319"/>
                    <a:pt x="18955" y="17319"/>
                  </a:cubicBezTo>
                  <a:cubicBezTo>
                    <a:pt x="19616" y="17319"/>
                    <a:pt x="20278" y="17708"/>
                    <a:pt x="20278" y="18292"/>
                  </a:cubicBezTo>
                  <a:cubicBezTo>
                    <a:pt x="20278" y="19459"/>
                    <a:pt x="20278" y="19459"/>
                    <a:pt x="20278" y="19459"/>
                  </a:cubicBezTo>
                  <a:cubicBezTo>
                    <a:pt x="20278" y="19849"/>
                    <a:pt x="19616" y="20432"/>
                    <a:pt x="19176" y="20432"/>
                  </a:cubicBezTo>
                  <a:cubicBezTo>
                    <a:pt x="11241" y="20432"/>
                    <a:pt x="11241" y="20432"/>
                    <a:pt x="11241" y="20432"/>
                  </a:cubicBezTo>
                  <a:cubicBezTo>
                    <a:pt x="8376" y="20432"/>
                    <a:pt x="6171" y="18292"/>
                    <a:pt x="6171" y="15957"/>
                  </a:cubicBezTo>
                  <a:cubicBezTo>
                    <a:pt x="6171" y="7589"/>
                    <a:pt x="6171" y="7589"/>
                    <a:pt x="6171" y="7589"/>
                  </a:cubicBezTo>
                  <a:cubicBezTo>
                    <a:pt x="6171" y="7200"/>
                    <a:pt x="5731" y="7005"/>
                    <a:pt x="5510" y="7005"/>
                  </a:cubicBezTo>
                  <a:cubicBezTo>
                    <a:pt x="5290" y="7005"/>
                    <a:pt x="5069" y="7200"/>
                    <a:pt x="5069" y="7200"/>
                  </a:cubicBezTo>
                  <a:cubicBezTo>
                    <a:pt x="4188" y="7978"/>
                    <a:pt x="4188" y="7978"/>
                    <a:pt x="4188" y="7978"/>
                  </a:cubicBezTo>
                  <a:cubicBezTo>
                    <a:pt x="3747" y="8173"/>
                    <a:pt x="3306" y="8368"/>
                    <a:pt x="2865" y="8368"/>
                  </a:cubicBezTo>
                  <a:cubicBezTo>
                    <a:pt x="2645" y="8368"/>
                    <a:pt x="2204" y="8173"/>
                    <a:pt x="1763" y="7978"/>
                  </a:cubicBezTo>
                  <a:cubicBezTo>
                    <a:pt x="1763" y="7978"/>
                    <a:pt x="1763" y="7978"/>
                    <a:pt x="1763" y="7978"/>
                  </a:cubicBezTo>
                  <a:cubicBezTo>
                    <a:pt x="1102" y="7395"/>
                    <a:pt x="1102" y="6422"/>
                    <a:pt x="1763" y="5838"/>
                  </a:cubicBezTo>
                  <a:cubicBezTo>
                    <a:pt x="6612" y="1557"/>
                    <a:pt x="6612" y="1557"/>
                    <a:pt x="6612" y="1557"/>
                  </a:cubicBezTo>
                  <a:cubicBezTo>
                    <a:pt x="6833" y="1362"/>
                    <a:pt x="7273" y="1168"/>
                    <a:pt x="7714" y="1168"/>
                  </a:cubicBezTo>
                  <a:moveTo>
                    <a:pt x="7714" y="0"/>
                  </a:moveTo>
                  <a:cubicBezTo>
                    <a:pt x="6833" y="0"/>
                    <a:pt x="6171" y="195"/>
                    <a:pt x="5510" y="778"/>
                  </a:cubicBezTo>
                  <a:cubicBezTo>
                    <a:pt x="882" y="5059"/>
                    <a:pt x="882" y="5059"/>
                    <a:pt x="882" y="5059"/>
                  </a:cubicBezTo>
                  <a:cubicBezTo>
                    <a:pt x="220" y="5449"/>
                    <a:pt x="0" y="6227"/>
                    <a:pt x="0" y="7005"/>
                  </a:cubicBezTo>
                  <a:cubicBezTo>
                    <a:pt x="0" y="7589"/>
                    <a:pt x="220" y="8368"/>
                    <a:pt x="882" y="8757"/>
                  </a:cubicBezTo>
                  <a:cubicBezTo>
                    <a:pt x="882" y="8757"/>
                    <a:pt x="882" y="8757"/>
                    <a:pt x="882" y="8757"/>
                  </a:cubicBezTo>
                  <a:cubicBezTo>
                    <a:pt x="882" y="8951"/>
                    <a:pt x="882" y="8951"/>
                    <a:pt x="882" y="8951"/>
                  </a:cubicBezTo>
                  <a:cubicBezTo>
                    <a:pt x="1543" y="9341"/>
                    <a:pt x="2204" y="9535"/>
                    <a:pt x="2865" y="9535"/>
                  </a:cubicBezTo>
                  <a:cubicBezTo>
                    <a:pt x="3747" y="9535"/>
                    <a:pt x="4188" y="9341"/>
                    <a:pt x="4849" y="8951"/>
                  </a:cubicBezTo>
                  <a:cubicBezTo>
                    <a:pt x="4849" y="15957"/>
                    <a:pt x="4849" y="15957"/>
                    <a:pt x="4849" y="15957"/>
                  </a:cubicBezTo>
                  <a:cubicBezTo>
                    <a:pt x="4849" y="19070"/>
                    <a:pt x="7714" y="21600"/>
                    <a:pt x="11241" y="21600"/>
                  </a:cubicBezTo>
                  <a:cubicBezTo>
                    <a:pt x="19176" y="21600"/>
                    <a:pt x="19176" y="21600"/>
                    <a:pt x="19176" y="21600"/>
                  </a:cubicBezTo>
                  <a:cubicBezTo>
                    <a:pt x="20498" y="21600"/>
                    <a:pt x="21600" y="20627"/>
                    <a:pt x="21600" y="19459"/>
                  </a:cubicBezTo>
                  <a:cubicBezTo>
                    <a:pt x="21600" y="18292"/>
                    <a:pt x="21600" y="18292"/>
                    <a:pt x="21600" y="18292"/>
                  </a:cubicBezTo>
                  <a:cubicBezTo>
                    <a:pt x="21600" y="17124"/>
                    <a:pt x="20498" y="16151"/>
                    <a:pt x="18955" y="16151"/>
                  </a:cubicBezTo>
                  <a:cubicBezTo>
                    <a:pt x="12343" y="16151"/>
                    <a:pt x="12343" y="16151"/>
                    <a:pt x="12343" y="16151"/>
                  </a:cubicBezTo>
                  <a:cubicBezTo>
                    <a:pt x="11461" y="16151"/>
                    <a:pt x="10800" y="15568"/>
                    <a:pt x="10800" y="14789"/>
                  </a:cubicBezTo>
                  <a:cubicBezTo>
                    <a:pt x="10800" y="9146"/>
                    <a:pt x="10800" y="9146"/>
                    <a:pt x="10800" y="9146"/>
                  </a:cubicBezTo>
                  <a:cubicBezTo>
                    <a:pt x="11461" y="9535"/>
                    <a:pt x="12122" y="9730"/>
                    <a:pt x="12784" y="9730"/>
                  </a:cubicBezTo>
                  <a:cubicBezTo>
                    <a:pt x="13445" y="9730"/>
                    <a:pt x="14106" y="9535"/>
                    <a:pt x="14547" y="9146"/>
                  </a:cubicBezTo>
                  <a:cubicBezTo>
                    <a:pt x="15429" y="8562"/>
                    <a:pt x="15649" y="7784"/>
                    <a:pt x="15649" y="7395"/>
                  </a:cubicBezTo>
                  <a:cubicBezTo>
                    <a:pt x="15869" y="6227"/>
                    <a:pt x="14988" y="5254"/>
                    <a:pt x="14106" y="4476"/>
                  </a:cubicBezTo>
                  <a:cubicBezTo>
                    <a:pt x="12563" y="3114"/>
                    <a:pt x="9918" y="778"/>
                    <a:pt x="9918" y="778"/>
                  </a:cubicBezTo>
                  <a:cubicBezTo>
                    <a:pt x="9257" y="195"/>
                    <a:pt x="8596" y="0"/>
                    <a:pt x="771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402629" y="2232263"/>
              <a:ext cx="365981" cy="42708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359" y="1168"/>
                  </a:moveTo>
                  <a:cubicBezTo>
                    <a:pt x="13004" y="1168"/>
                    <a:pt x="15429" y="3114"/>
                    <a:pt x="15429" y="5643"/>
                  </a:cubicBezTo>
                  <a:cubicBezTo>
                    <a:pt x="15429" y="13816"/>
                    <a:pt x="15429" y="13816"/>
                    <a:pt x="15429" y="13816"/>
                  </a:cubicBezTo>
                  <a:cubicBezTo>
                    <a:pt x="15429" y="14205"/>
                    <a:pt x="15649" y="14400"/>
                    <a:pt x="16090" y="14400"/>
                  </a:cubicBezTo>
                  <a:cubicBezTo>
                    <a:pt x="16090" y="14400"/>
                    <a:pt x="16310" y="14400"/>
                    <a:pt x="16531" y="14205"/>
                  </a:cubicBezTo>
                  <a:cubicBezTo>
                    <a:pt x="17192" y="13622"/>
                    <a:pt x="17192" y="13622"/>
                    <a:pt x="17192" y="13622"/>
                  </a:cubicBezTo>
                  <a:cubicBezTo>
                    <a:pt x="17633" y="13232"/>
                    <a:pt x="18073" y="13038"/>
                    <a:pt x="18514" y="13038"/>
                  </a:cubicBezTo>
                  <a:cubicBezTo>
                    <a:pt x="18955" y="13038"/>
                    <a:pt x="19396" y="13232"/>
                    <a:pt x="19616" y="13427"/>
                  </a:cubicBezTo>
                  <a:cubicBezTo>
                    <a:pt x="19616" y="13427"/>
                    <a:pt x="19616" y="13427"/>
                    <a:pt x="19616" y="13427"/>
                  </a:cubicBezTo>
                  <a:cubicBezTo>
                    <a:pt x="20278" y="14011"/>
                    <a:pt x="20278" y="15178"/>
                    <a:pt x="19616" y="15762"/>
                  </a:cubicBezTo>
                  <a:cubicBezTo>
                    <a:pt x="14988" y="19849"/>
                    <a:pt x="14988" y="19849"/>
                    <a:pt x="14988" y="19849"/>
                  </a:cubicBezTo>
                  <a:cubicBezTo>
                    <a:pt x="14547" y="20238"/>
                    <a:pt x="14106" y="20432"/>
                    <a:pt x="13665" y="20432"/>
                  </a:cubicBezTo>
                  <a:cubicBezTo>
                    <a:pt x="13224" y="20432"/>
                    <a:pt x="12784" y="20238"/>
                    <a:pt x="12563" y="19849"/>
                  </a:cubicBezTo>
                  <a:cubicBezTo>
                    <a:pt x="12563" y="19849"/>
                    <a:pt x="9698" y="17708"/>
                    <a:pt x="8155" y="16151"/>
                  </a:cubicBezTo>
                  <a:cubicBezTo>
                    <a:pt x="7273" y="15373"/>
                    <a:pt x="6392" y="14205"/>
                    <a:pt x="7714" y="13232"/>
                  </a:cubicBezTo>
                  <a:cubicBezTo>
                    <a:pt x="7935" y="13038"/>
                    <a:pt x="8376" y="13038"/>
                    <a:pt x="8596" y="13038"/>
                  </a:cubicBezTo>
                  <a:cubicBezTo>
                    <a:pt x="9478" y="13038"/>
                    <a:pt x="10359" y="13427"/>
                    <a:pt x="10800" y="14011"/>
                  </a:cubicBezTo>
                  <a:cubicBezTo>
                    <a:pt x="11020" y="14205"/>
                    <a:pt x="11020" y="14205"/>
                    <a:pt x="11241" y="14205"/>
                  </a:cubicBezTo>
                  <a:cubicBezTo>
                    <a:pt x="11682" y="14205"/>
                    <a:pt x="11902" y="14011"/>
                    <a:pt x="11902" y="13622"/>
                  </a:cubicBezTo>
                  <a:cubicBezTo>
                    <a:pt x="11902" y="6616"/>
                    <a:pt x="11902" y="6616"/>
                    <a:pt x="11902" y="6616"/>
                  </a:cubicBezTo>
                  <a:cubicBezTo>
                    <a:pt x="11902" y="5254"/>
                    <a:pt x="10580" y="4086"/>
                    <a:pt x="9037" y="4086"/>
                  </a:cubicBezTo>
                  <a:cubicBezTo>
                    <a:pt x="2424" y="4086"/>
                    <a:pt x="2424" y="4086"/>
                    <a:pt x="2424" y="4086"/>
                  </a:cubicBezTo>
                  <a:cubicBezTo>
                    <a:pt x="1763" y="4086"/>
                    <a:pt x="1322" y="3697"/>
                    <a:pt x="1322" y="3114"/>
                  </a:cubicBezTo>
                  <a:cubicBezTo>
                    <a:pt x="1322" y="2141"/>
                    <a:pt x="1322" y="2141"/>
                    <a:pt x="1322" y="2141"/>
                  </a:cubicBezTo>
                  <a:cubicBezTo>
                    <a:pt x="1322" y="1557"/>
                    <a:pt x="1763" y="1168"/>
                    <a:pt x="2424" y="1168"/>
                  </a:cubicBezTo>
                  <a:cubicBezTo>
                    <a:pt x="10359" y="1168"/>
                    <a:pt x="10359" y="1168"/>
                    <a:pt x="10359" y="1168"/>
                  </a:cubicBezTo>
                  <a:moveTo>
                    <a:pt x="10359" y="0"/>
                  </a:moveTo>
                  <a:cubicBezTo>
                    <a:pt x="2424" y="0"/>
                    <a:pt x="2424" y="0"/>
                    <a:pt x="2424" y="0"/>
                  </a:cubicBezTo>
                  <a:cubicBezTo>
                    <a:pt x="1102" y="0"/>
                    <a:pt x="0" y="973"/>
                    <a:pt x="0" y="2141"/>
                  </a:cubicBezTo>
                  <a:cubicBezTo>
                    <a:pt x="0" y="3114"/>
                    <a:pt x="0" y="3114"/>
                    <a:pt x="0" y="3114"/>
                  </a:cubicBezTo>
                  <a:cubicBezTo>
                    <a:pt x="0" y="4281"/>
                    <a:pt x="1102" y="5254"/>
                    <a:pt x="2424" y="5254"/>
                  </a:cubicBezTo>
                  <a:cubicBezTo>
                    <a:pt x="9037" y="5254"/>
                    <a:pt x="9037" y="5254"/>
                    <a:pt x="9037" y="5254"/>
                  </a:cubicBezTo>
                  <a:cubicBezTo>
                    <a:pt x="9918" y="5254"/>
                    <a:pt x="10580" y="5838"/>
                    <a:pt x="10580" y="6616"/>
                  </a:cubicBezTo>
                  <a:cubicBezTo>
                    <a:pt x="10580" y="12259"/>
                    <a:pt x="10580" y="12259"/>
                    <a:pt x="10580" y="12259"/>
                  </a:cubicBezTo>
                  <a:cubicBezTo>
                    <a:pt x="10139" y="12065"/>
                    <a:pt x="9478" y="11870"/>
                    <a:pt x="8596" y="11870"/>
                  </a:cubicBezTo>
                  <a:cubicBezTo>
                    <a:pt x="7935" y="11870"/>
                    <a:pt x="7273" y="12065"/>
                    <a:pt x="6833" y="12454"/>
                  </a:cubicBezTo>
                  <a:cubicBezTo>
                    <a:pt x="5951" y="13038"/>
                    <a:pt x="5731" y="13622"/>
                    <a:pt x="5731" y="14205"/>
                  </a:cubicBezTo>
                  <a:cubicBezTo>
                    <a:pt x="5731" y="15373"/>
                    <a:pt x="6612" y="16346"/>
                    <a:pt x="7273" y="16930"/>
                  </a:cubicBezTo>
                  <a:cubicBezTo>
                    <a:pt x="8816" y="18486"/>
                    <a:pt x="11461" y="20627"/>
                    <a:pt x="11461" y="20822"/>
                  </a:cubicBezTo>
                  <a:cubicBezTo>
                    <a:pt x="12122" y="21211"/>
                    <a:pt x="12784" y="21600"/>
                    <a:pt x="13665" y="21600"/>
                  </a:cubicBezTo>
                  <a:cubicBezTo>
                    <a:pt x="14547" y="21600"/>
                    <a:pt x="15208" y="21211"/>
                    <a:pt x="15869" y="20822"/>
                  </a:cubicBezTo>
                  <a:cubicBezTo>
                    <a:pt x="20718" y="16541"/>
                    <a:pt x="20718" y="16541"/>
                    <a:pt x="20718" y="16541"/>
                  </a:cubicBezTo>
                  <a:cubicBezTo>
                    <a:pt x="21159" y="15957"/>
                    <a:pt x="21600" y="15373"/>
                    <a:pt x="21600" y="14595"/>
                  </a:cubicBezTo>
                  <a:cubicBezTo>
                    <a:pt x="21600" y="13816"/>
                    <a:pt x="21159" y="13232"/>
                    <a:pt x="20498" y="12649"/>
                  </a:cubicBezTo>
                  <a:cubicBezTo>
                    <a:pt x="19837" y="12259"/>
                    <a:pt x="19176" y="11870"/>
                    <a:pt x="18514" y="11870"/>
                  </a:cubicBezTo>
                  <a:cubicBezTo>
                    <a:pt x="17853" y="11870"/>
                    <a:pt x="17192" y="12065"/>
                    <a:pt x="16751" y="12454"/>
                  </a:cubicBezTo>
                  <a:cubicBezTo>
                    <a:pt x="16751" y="5643"/>
                    <a:pt x="16751" y="5643"/>
                    <a:pt x="16751" y="5643"/>
                  </a:cubicBezTo>
                  <a:cubicBezTo>
                    <a:pt x="16751" y="2530"/>
                    <a:pt x="13886" y="0"/>
                    <a:pt x="103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965674" y="2347657"/>
              <a:ext cx="418632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237912" y="2390101"/>
              <a:ext cx="105301" cy="1074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0" y="4629"/>
                  </a:moveTo>
                  <a:cubicBezTo>
                    <a:pt x="14657" y="4629"/>
                    <a:pt x="16971" y="7714"/>
                    <a:pt x="16971" y="10800"/>
                  </a:cubicBezTo>
                  <a:cubicBezTo>
                    <a:pt x="16971" y="14657"/>
                    <a:pt x="14657" y="16971"/>
                    <a:pt x="10800" y="16971"/>
                  </a:cubicBezTo>
                  <a:cubicBezTo>
                    <a:pt x="7714" y="16971"/>
                    <a:pt x="4629" y="14657"/>
                    <a:pt x="4629" y="10800"/>
                  </a:cubicBezTo>
                  <a:cubicBezTo>
                    <a:pt x="4629" y="7714"/>
                    <a:pt x="7714" y="4629"/>
                    <a:pt x="10800" y="4629"/>
                  </a:cubicBezTo>
                  <a:moveTo>
                    <a:pt x="10800" y="0"/>
                  </a:moveTo>
                  <a:cubicBezTo>
                    <a:pt x="5400" y="0"/>
                    <a:pt x="0" y="4629"/>
                    <a:pt x="0" y="10800"/>
                  </a:cubicBezTo>
                  <a:cubicBezTo>
                    <a:pt x="0" y="16971"/>
                    <a:pt x="5400" y="21600"/>
                    <a:pt x="10800" y="21600"/>
                  </a:cubicBezTo>
                  <a:cubicBezTo>
                    <a:pt x="16971" y="21600"/>
                    <a:pt x="21600" y="16971"/>
                    <a:pt x="21600" y="10800"/>
                  </a:cubicBezTo>
                  <a:cubicBezTo>
                    <a:pt x="21600" y="4629"/>
                    <a:pt x="16971" y="0"/>
                    <a:pt x="10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965674" y="2347657"/>
              <a:ext cx="418632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085100" y="2486924"/>
              <a:ext cx="172077" cy="176407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1022177" y="2409995"/>
              <a:ext cx="305626" cy="31567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649" y="527"/>
                  </a:moveTo>
                  <a:cubicBezTo>
                    <a:pt x="16859" y="0"/>
                    <a:pt x="16068" y="0"/>
                    <a:pt x="15278" y="0"/>
                  </a:cubicBezTo>
                  <a:cubicBezTo>
                    <a:pt x="6585" y="0"/>
                    <a:pt x="6585" y="0"/>
                    <a:pt x="6585" y="0"/>
                  </a:cubicBezTo>
                  <a:cubicBezTo>
                    <a:pt x="2898" y="0"/>
                    <a:pt x="0" y="2898"/>
                    <a:pt x="0" y="6322"/>
                  </a:cubicBezTo>
                  <a:cubicBezTo>
                    <a:pt x="0" y="15015"/>
                    <a:pt x="0" y="15015"/>
                    <a:pt x="0" y="15015"/>
                  </a:cubicBezTo>
                  <a:cubicBezTo>
                    <a:pt x="0" y="18702"/>
                    <a:pt x="2898" y="21600"/>
                    <a:pt x="6585" y="21600"/>
                  </a:cubicBezTo>
                  <a:cubicBezTo>
                    <a:pt x="15278" y="21600"/>
                    <a:pt x="15278" y="21600"/>
                    <a:pt x="15278" y="21600"/>
                  </a:cubicBezTo>
                  <a:cubicBezTo>
                    <a:pt x="18702" y="21600"/>
                    <a:pt x="21600" y="18702"/>
                    <a:pt x="21600" y="15015"/>
                  </a:cubicBezTo>
                  <a:cubicBezTo>
                    <a:pt x="21600" y="6322"/>
                    <a:pt x="21600" y="6322"/>
                    <a:pt x="21600" y="6322"/>
                  </a:cubicBezTo>
                  <a:cubicBezTo>
                    <a:pt x="21600" y="5532"/>
                    <a:pt x="21337" y="4741"/>
                    <a:pt x="21073" y="3951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68548" y="3363648"/>
              <a:ext cx="283795" cy="293127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462291" y="3424841"/>
              <a:ext cx="95040" cy="82056"/>
            </a:xfrm>
            <a:custGeom>
              <a:avLst/>
              <a:gdLst/>
              <a:ahLst/>
              <a:cxnLst/>
              <a:rect l="l" t="t" r="r" b="b"/>
              <a:pathLst>
                <a:path w="21315" h="20879" extrusionOk="0">
                  <a:moveTo>
                    <a:pt x="0" y="3206"/>
                  </a:moveTo>
                  <a:cubicBezTo>
                    <a:pt x="4154" y="1243"/>
                    <a:pt x="8308" y="-721"/>
                    <a:pt x="13292" y="261"/>
                  </a:cubicBezTo>
                  <a:cubicBezTo>
                    <a:pt x="15785" y="1243"/>
                    <a:pt x="19108" y="2224"/>
                    <a:pt x="20769" y="6152"/>
                  </a:cubicBezTo>
                  <a:cubicBezTo>
                    <a:pt x="21600" y="8115"/>
                    <a:pt x="21600" y="12043"/>
                    <a:pt x="19938" y="14988"/>
                  </a:cubicBezTo>
                  <a:cubicBezTo>
                    <a:pt x="18277" y="16952"/>
                    <a:pt x="15785" y="18915"/>
                    <a:pt x="13292" y="19897"/>
                  </a:cubicBezTo>
                  <a:cubicBezTo>
                    <a:pt x="10800" y="20879"/>
                    <a:pt x="7477" y="20879"/>
                    <a:pt x="4985" y="20879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469996" y="3503884"/>
              <a:ext cx="106427" cy="92718"/>
            </a:xfrm>
            <a:custGeom>
              <a:avLst/>
              <a:gdLst/>
              <a:ahLst/>
              <a:cxnLst/>
              <a:rect l="l" t="t" r="r" b="b"/>
              <a:pathLst>
                <a:path w="18267" h="20684" extrusionOk="0">
                  <a:moveTo>
                    <a:pt x="3812" y="648"/>
                  </a:moveTo>
                  <a:cubicBezTo>
                    <a:pt x="5718" y="-216"/>
                    <a:pt x="7624" y="-216"/>
                    <a:pt x="10165" y="648"/>
                  </a:cubicBezTo>
                  <a:cubicBezTo>
                    <a:pt x="12071" y="648"/>
                    <a:pt x="14612" y="1512"/>
                    <a:pt x="15882" y="3240"/>
                  </a:cubicBezTo>
                  <a:cubicBezTo>
                    <a:pt x="21600" y="9288"/>
                    <a:pt x="15882" y="18792"/>
                    <a:pt x="10800" y="20520"/>
                  </a:cubicBezTo>
                  <a:cubicBezTo>
                    <a:pt x="6353" y="21384"/>
                    <a:pt x="1906" y="18792"/>
                    <a:pt x="0" y="1360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443028" y="2028004"/>
              <a:ext cx="385595" cy="716236"/>
            </a:xfrm>
            <a:custGeom>
              <a:avLst/>
              <a:gdLst/>
              <a:ahLst/>
              <a:cxnLst/>
              <a:rect l="l" t="t" r="r" b="b"/>
              <a:pathLst>
                <a:path w="21406" h="21600" extrusionOk="0">
                  <a:moveTo>
                    <a:pt x="19315" y="0"/>
                  </a:moveTo>
                  <a:cubicBezTo>
                    <a:pt x="2700" y="0"/>
                    <a:pt x="2700" y="0"/>
                    <a:pt x="2700" y="0"/>
                  </a:cubicBezTo>
                  <a:cubicBezTo>
                    <a:pt x="1246" y="0"/>
                    <a:pt x="0" y="697"/>
                    <a:pt x="0" y="1510"/>
                  </a:cubicBezTo>
                  <a:cubicBezTo>
                    <a:pt x="0" y="19974"/>
                    <a:pt x="0" y="19974"/>
                    <a:pt x="0" y="19974"/>
                  </a:cubicBezTo>
                  <a:cubicBezTo>
                    <a:pt x="0" y="20903"/>
                    <a:pt x="1246" y="21600"/>
                    <a:pt x="2700" y="21600"/>
                  </a:cubicBezTo>
                  <a:cubicBezTo>
                    <a:pt x="18692" y="21600"/>
                    <a:pt x="18692" y="21600"/>
                    <a:pt x="18692" y="21600"/>
                  </a:cubicBezTo>
                  <a:cubicBezTo>
                    <a:pt x="20146" y="21600"/>
                    <a:pt x="21392" y="20903"/>
                    <a:pt x="21392" y="19974"/>
                  </a:cubicBezTo>
                  <a:cubicBezTo>
                    <a:pt x="21392" y="1510"/>
                    <a:pt x="21392" y="1510"/>
                    <a:pt x="21392" y="1510"/>
                  </a:cubicBezTo>
                  <a:cubicBezTo>
                    <a:pt x="21600" y="116"/>
                    <a:pt x="19315" y="0"/>
                    <a:pt x="19315" y="0"/>
                  </a:cubicBezTo>
                  <a:close/>
                  <a:moveTo>
                    <a:pt x="10800" y="20090"/>
                  </a:moveTo>
                  <a:cubicBezTo>
                    <a:pt x="9762" y="20090"/>
                    <a:pt x="8931" y="19626"/>
                    <a:pt x="8931" y="19045"/>
                  </a:cubicBezTo>
                  <a:cubicBezTo>
                    <a:pt x="8931" y="18581"/>
                    <a:pt x="9762" y="18116"/>
                    <a:pt x="10800" y="18116"/>
                  </a:cubicBezTo>
                  <a:cubicBezTo>
                    <a:pt x="11631" y="18116"/>
                    <a:pt x="12462" y="18581"/>
                    <a:pt x="12462" y="19045"/>
                  </a:cubicBezTo>
                  <a:cubicBezTo>
                    <a:pt x="12462" y="19626"/>
                    <a:pt x="11631" y="20090"/>
                    <a:pt x="10800" y="20090"/>
                  </a:cubicBezTo>
                  <a:close/>
                  <a:moveTo>
                    <a:pt x="16823" y="16723"/>
                  </a:moveTo>
                  <a:cubicBezTo>
                    <a:pt x="4362" y="16723"/>
                    <a:pt x="4362" y="16723"/>
                    <a:pt x="4362" y="16723"/>
                  </a:cubicBezTo>
                  <a:cubicBezTo>
                    <a:pt x="3323" y="16723"/>
                    <a:pt x="2700" y="16258"/>
                    <a:pt x="2700" y="15794"/>
                  </a:cubicBezTo>
                  <a:cubicBezTo>
                    <a:pt x="2700" y="4065"/>
                    <a:pt x="2700" y="4065"/>
                    <a:pt x="2700" y="4065"/>
                  </a:cubicBezTo>
                  <a:cubicBezTo>
                    <a:pt x="2700" y="3600"/>
                    <a:pt x="3531" y="3135"/>
                    <a:pt x="4362" y="3135"/>
                  </a:cubicBezTo>
                  <a:cubicBezTo>
                    <a:pt x="17031" y="3135"/>
                    <a:pt x="17031" y="3135"/>
                    <a:pt x="17031" y="3135"/>
                  </a:cubicBezTo>
                  <a:cubicBezTo>
                    <a:pt x="17862" y="3135"/>
                    <a:pt x="18692" y="3600"/>
                    <a:pt x="18692" y="4065"/>
                  </a:cubicBezTo>
                  <a:cubicBezTo>
                    <a:pt x="18485" y="15910"/>
                    <a:pt x="18485" y="15910"/>
                    <a:pt x="18485" y="15910"/>
                  </a:cubicBezTo>
                  <a:cubicBezTo>
                    <a:pt x="18485" y="16374"/>
                    <a:pt x="17654" y="16723"/>
                    <a:pt x="16823" y="16723"/>
                  </a:cubicBezTo>
                  <a:close/>
                  <a:moveTo>
                    <a:pt x="19315" y="16723"/>
                  </a:moveTo>
                  <a:cubicBezTo>
                    <a:pt x="19315" y="16723"/>
                    <a:pt x="19315" y="16723"/>
                    <a:pt x="19315" y="167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5"/>
            <p:cNvCxnSpPr/>
            <p:nvPr/>
          </p:nvCxnSpPr>
          <p:spPr>
            <a:xfrm flipH="1">
              <a:off x="529067" y="2181861"/>
              <a:ext cx="197758" cy="250682"/>
            </a:xfrm>
            <a:prstGeom prst="straightConnector1">
              <a:avLst/>
            </a:prstGeom>
            <a:solidFill>
              <a:srgbClr val="FFFFFF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15"/>
            <p:cNvCxnSpPr/>
            <p:nvPr/>
          </p:nvCxnSpPr>
          <p:spPr>
            <a:xfrm flipH="1">
              <a:off x="595842" y="2274706"/>
              <a:ext cx="134835" cy="161816"/>
            </a:xfrm>
            <a:prstGeom prst="straightConnector1">
              <a:avLst/>
            </a:prstGeom>
            <a:solidFill>
              <a:srgbClr val="FFFFFF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15"/>
            <p:cNvCxnSpPr/>
            <p:nvPr/>
          </p:nvCxnSpPr>
          <p:spPr>
            <a:xfrm>
              <a:off x="566306" y="2078406"/>
              <a:ext cx="134835" cy="1"/>
            </a:xfrm>
            <a:prstGeom prst="straightConnector1">
              <a:avLst/>
            </a:prstGeom>
            <a:solidFill>
              <a:srgbClr val="FFFFFF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4" name="Google Shape;244;p15"/>
            <p:cNvSpPr/>
            <p:nvPr/>
          </p:nvSpPr>
          <p:spPr>
            <a:xfrm>
              <a:off x="476416" y="1882104"/>
              <a:ext cx="75765" cy="9284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7560" y="7200"/>
                    <a:pt x="14040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26089" y="1809155"/>
              <a:ext cx="12701" cy="1538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21600" y="7020"/>
                    <a:pt x="0" y="1458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708846" y="1894041"/>
              <a:ext cx="84754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574" y="13371"/>
                    <a:pt x="14087" y="6171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-1" y="1050477"/>
              <a:ext cx="282513" cy="29312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92458" y="1149953"/>
              <a:ext cx="93743" cy="12733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655"/>
                  </a:moveTo>
                  <a:cubicBezTo>
                    <a:pt x="6912" y="655"/>
                    <a:pt x="13824" y="0"/>
                    <a:pt x="21600" y="0"/>
                  </a:cubicBezTo>
                  <a:cubicBezTo>
                    <a:pt x="12960" y="4582"/>
                    <a:pt x="7776" y="13091"/>
                    <a:pt x="9504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100163" y="1215890"/>
              <a:ext cx="70629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958" y="21600"/>
                    <a:pt x="14779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399156" y="627238"/>
              <a:ext cx="466574" cy="481600"/>
            </a:xfrm>
            <a:custGeom>
              <a:avLst/>
              <a:gdLst/>
              <a:ahLst/>
              <a:cxnLst/>
              <a:rect l="l" t="t" r="r" b="b"/>
              <a:pathLst>
                <a:path w="21268" h="21429" extrusionOk="0">
                  <a:moveTo>
                    <a:pt x="21264" y="10629"/>
                  </a:moveTo>
                  <a:cubicBezTo>
                    <a:pt x="21264" y="4629"/>
                    <a:pt x="16502" y="0"/>
                    <a:pt x="10549" y="0"/>
                  </a:cubicBezTo>
                  <a:cubicBezTo>
                    <a:pt x="10549" y="0"/>
                    <a:pt x="344" y="-171"/>
                    <a:pt x="4" y="10800"/>
                  </a:cubicBezTo>
                  <a:cubicBezTo>
                    <a:pt x="-166" y="16800"/>
                    <a:pt x="4936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6672" y="21429"/>
                    <a:pt x="21434" y="16458"/>
                    <a:pt x="21264" y="1062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548328" y="635326"/>
              <a:ext cx="174645" cy="47351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537"/>
                  </a:moveTo>
                  <a:cubicBezTo>
                    <a:pt x="21600" y="16683"/>
                    <a:pt x="18383" y="21600"/>
                    <a:pt x="11030" y="21600"/>
                  </a:cubicBezTo>
                  <a:cubicBezTo>
                    <a:pt x="3677" y="21600"/>
                    <a:pt x="0" y="16507"/>
                    <a:pt x="0" y="10361"/>
                  </a:cubicBezTo>
                  <a:cubicBezTo>
                    <a:pt x="0" y="4390"/>
                    <a:pt x="3677" y="0"/>
                    <a:pt x="11030" y="0"/>
                  </a:cubicBezTo>
                  <a:cubicBezTo>
                    <a:pt x="18843" y="0"/>
                    <a:pt x="21600" y="4390"/>
                    <a:pt x="21600" y="1053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405789" y="761331"/>
              <a:ext cx="467429" cy="1963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541" y="0"/>
                  </a:moveTo>
                  <a:cubicBezTo>
                    <a:pt x="16589" y="0"/>
                    <a:pt x="21600" y="4659"/>
                    <a:pt x="21600" y="11435"/>
                  </a:cubicBezTo>
                  <a:cubicBezTo>
                    <a:pt x="21600" y="18212"/>
                    <a:pt x="16762" y="21600"/>
                    <a:pt x="10714" y="21600"/>
                  </a:cubicBezTo>
                  <a:cubicBezTo>
                    <a:pt x="4666" y="21600"/>
                    <a:pt x="0" y="18212"/>
                    <a:pt x="0" y="11435"/>
                  </a:cubicBezTo>
                  <a:cubicBezTo>
                    <a:pt x="0" y="4659"/>
                    <a:pt x="4666" y="0"/>
                    <a:pt x="1054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499530" y="1238820"/>
              <a:ext cx="242703" cy="250683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544476" y="1604895"/>
              <a:ext cx="148961" cy="1193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8361"/>
                    <a:pt x="21600" y="8361"/>
                    <a:pt x="21600" y="8361"/>
                  </a:cubicBezTo>
                  <a:cubicBezTo>
                    <a:pt x="21600" y="3484"/>
                    <a:pt x="18900" y="0"/>
                    <a:pt x="15120" y="0"/>
                  </a:cubicBezTo>
                  <a:cubicBezTo>
                    <a:pt x="5940" y="0"/>
                    <a:pt x="5940" y="0"/>
                    <a:pt x="5940" y="0"/>
                  </a:cubicBezTo>
                  <a:cubicBezTo>
                    <a:pt x="2700" y="0"/>
                    <a:pt x="0" y="3484"/>
                    <a:pt x="0" y="8361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480269" y="1539903"/>
              <a:ext cx="276091" cy="1883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12784"/>
                    <a:pt x="0" y="12784"/>
                    <a:pt x="0" y="12784"/>
                  </a:cubicBezTo>
                  <a:cubicBezTo>
                    <a:pt x="0" y="5731"/>
                    <a:pt x="3795" y="0"/>
                    <a:pt x="8173" y="0"/>
                  </a:cubicBezTo>
                  <a:cubicBezTo>
                    <a:pt x="13135" y="0"/>
                    <a:pt x="13135" y="0"/>
                    <a:pt x="13135" y="0"/>
                  </a:cubicBezTo>
                  <a:cubicBezTo>
                    <a:pt x="17805" y="0"/>
                    <a:pt x="21600" y="5731"/>
                    <a:pt x="21600" y="12784"/>
                  </a:cubicBezTo>
                  <a:cubicBezTo>
                    <a:pt x="21600" y="20718"/>
                    <a:pt x="21600" y="20718"/>
                    <a:pt x="21600" y="2071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405789" y="1439099"/>
              <a:ext cx="1271" cy="8886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" name="Google Shape;257;p15"/>
            <p:cNvCxnSpPr/>
            <p:nvPr/>
          </p:nvCxnSpPr>
          <p:spPr>
            <a:xfrm>
              <a:off x="368548" y="1481543"/>
              <a:ext cx="78333" cy="1"/>
            </a:xfrm>
            <a:prstGeom prst="straightConnector1">
              <a:avLst/>
            </a:prstGeom>
            <a:solidFill>
              <a:srgbClr val="FFFFFF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8" name="Google Shape;258;p15"/>
            <p:cNvSpPr/>
            <p:nvPr/>
          </p:nvSpPr>
          <p:spPr>
            <a:xfrm>
              <a:off x="562453" y="1305138"/>
              <a:ext cx="115573" cy="122025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789521" y="2452439"/>
              <a:ext cx="12701" cy="14192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19265"/>
                    <a:pt x="21600" y="21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537117" y="2359594"/>
              <a:ext cx="51367" cy="809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983998" y="2355615"/>
              <a:ext cx="52650" cy="809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7714" y="7200"/>
                    <a:pt x="13886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789521" y="1712330"/>
              <a:ext cx="12701" cy="1432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14595"/>
                    <a:pt x="0" y="7005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507582" y="1793238"/>
              <a:ext cx="51367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3886" y="14400"/>
                    <a:pt x="7714" y="720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014818" y="1793238"/>
              <a:ext cx="51367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714" y="14400"/>
                    <a:pt x="13886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353485" y="2143016"/>
              <a:ext cx="101447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2800" y="0"/>
                    <a:pt x="8000" y="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103423" y="2143016"/>
              <a:ext cx="119427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4175" y="0"/>
                    <a:pt x="7425" y="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1532223" y="1911494"/>
              <a:ext cx="520829" cy="460038"/>
            </a:xfrm>
            <a:custGeom>
              <a:avLst/>
              <a:gdLst/>
              <a:ahLst/>
              <a:cxnLst/>
              <a:rect l="l" t="t" r="r" b="b"/>
              <a:pathLst>
                <a:path w="21059" h="20985" extrusionOk="0">
                  <a:moveTo>
                    <a:pt x="21029" y="6058"/>
                  </a:moveTo>
                  <a:cubicBezTo>
                    <a:pt x="20727" y="3951"/>
                    <a:pt x="19821" y="2546"/>
                    <a:pt x="19216" y="1844"/>
                  </a:cubicBezTo>
                  <a:cubicBezTo>
                    <a:pt x="19216" y="1844"/>
                    <a:pt x="19216" y="1844"/>
                    <a:pt x="19216" y="1844"/>
                  </a:cubicBezTo>
                  <a:cubicBezTo>
                    <a:pt x="17253" y="-615"/>
                    <a:pt x="13930" y="-615"/>
                    <a:pt x="11966" y="1844"/>
                  </a:cubicBezTo>
                  <a:cubicBezTo>
                    <a:pt x="10455" y="3600"/>
                    <a:pt x="10455" y="3600"/>
                    <a:pt x="10455" y="3600"/>
                  </a:cubicBezTo>
                  <a:cubicBezTo>
                    <a:pt x="9096" y="1844"/>
                    <a:pt x="9096" y="1844"/>
                    <a:pt x="9096" y="1844"/>
                  </a:cubicBezTo>
                  <a:cubicBezTo>
                    <a:pt x="7132" y="-615"/>
                    <a:pt x="3809" y="-615"/>
                    <a:pt x="1846" y="1844"/>
                  </a:cubicBezTo>
                  <a:cubicBezTo>
                    <a:pt x="1846" y="1844"/>
                    <a:pt x="1846" y="1844"/>
                    <a:pt x="1846" y="1844"/>
                  </a:cubicBezTo>
                  <a:cubicBezTo>
                    <a:pt x="1241" y="2546"/>
                    <a:pt x="335" y="3951"/>
                    <a:pt x="33" y="6058"/>
                  </a:cubicBezTo>
                  <a:cubicBezTo>
                    <a:pt x="-269" y="9922"/>
                    <a:pt x="1393" y="15014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9518" y="15014"/>
                    <a:pt x="21331" y="9922"/>
                    <a:pt x="21029" y="605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1537117" y="2009435"/>
              <a:ext cx="59072" cy="4642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5400" y="14400"/>
                    <a:pt x="13500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1544822" y="2078406"/>
              <a:ext cx="70629" cy="543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821" y="13886"/>
                    <a:pt x="14779" y="7714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" name="Google Shape;270;p15"/>
            <p:cNvCxnSpPr/>
            <p:nvPr/>
          </p:nvCxnSpPr>
          <p:spPr>
            <a:xfrm rot="10800000" flipH="1">
              <a:off x="1585915" y="2147376"/>
              <a:ext cx="62924" cy="50403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1" name="Google Shape;271;p15"/>
            <p:cNvSpPr/>
            <p:nvPr/>
          </p:nvSpPr>
          <p:spPr>
            <a:xfrm>
              <a:off x="1625724" y="2205736"/>
              <a:ext cx="56503" cy="424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4320" y="15709"/>
                    <a:pt x="17280" y="3927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1682226" y="2262770"/>
              <a:ext cx="48798" cy="344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308" y="12000"/>
                    <a:pt x="13292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1752854" y="2317150"/>
              <a:ext cx="37240" cy="265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640" y="12343"/>
                    <a:pt x="12960" y="9257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1890064" y="1958487"/>
              <a:ext cx="97788" cy="125068"/>
            </a:xfrm>
            <a:custGeom>
              <a:avLst/>
              <a:gdLst/>
              <a:ahLst/>
              <a:cxnLst/>
              <a:rect l="l" t="t" r="r" b="b"/>
              <a:pathLst>
                <a:path w="18906" h="20573" extrusionOk="0">
                  <a:moveTo>
                    <a:pt x="3786" y="8329"/>
                  </a:moveTo>
                  <a:cubicBezTo>
                    <a:pt x="6666" y="9600"/>
                    <a:pt x="8826" y="12141"/>
                    <a:pt x="9546" y="14682"/>
                  </a:cubicBezTo>
                  <a:cubicBezTo>
                    <a:pt x="10266" y="15953"/>
                    <a:pt x="10986" y="17859"/>
                    <a:pt x="11706" y="19129"/>
                  </a:cubicBezTo>
                  <a:cubicBezTo>
                    <a:pt x="12426" y="19764"/>
                    <a:pt x="13866" y="21035"/>
                    <a:pt x="15306" y="20400"/>
                  </a:cubicBezTo>
                  <a:cubicBezTo>
                    <a:pt x="18186" y="20400"/>
                    <a:pt x="18906" y="17859"/>
                    <a:pt x="18906" y="15953"/>
                  </a:cubicBezTo>
                  <a:cubicBezTo>
                    <a:pt x="18906" y="12141"/>
                    <a:pt x="17466" y="8329"/>
                    <a:pt x="14586" y="5153"/>
                  </a:cubicBezTo>
                  <a:cubicBezTo>
                    <a:pt x="12426" y="3247"/>
                    <a:pt x="6666" y="-565"/>
                    <a:pt x="3066" y="70"/>
                  </a:cubicBezTo>
                  <a:cubicBezTo>
                    <a:pt x="-2694" y="1976"/>
                    <a:pt x="906" y="6423"/>
                    <a:pt x="3786" y="832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1944663" y="2123975"/>
              <a:ext cx="39337" cy="44160"/>
            </a:xfrm>
            <a:custGeom>
              <a:avLst/>
              <a:gdLst/>
              <a:ahLst/>
              <a:cxnLst/>
              <a:rect l="l" t="t" r="r" b="b"/>
              <a:pathLst>
                <a:path w="19460" h="18925" extrusionOk="0">
                  <a:moveTo>
                    <a:pt x="5060" y="322"/>
                  </a:moveTo>
                  <a:cubicBezTo>
                    <a:pt x="12260" y="-1340"/>
                    <a:pt x="19460" y="3645"/>
                    <a:pt x="19460" y="10291"/>
                  </a:cubicBezTo>
                  <a:cubicBezTo>
                    <a:pt x="19460" y="15275"/>
                    <a:pt x="12260" y="20260"/>
                    <a:pt x="5060" y="18598"/>
                  </a:cubicBezTo>
                  <a:cubicBezTo>
                    <a:pt x="-340" y="15275"/>
                    <a:pt x="-2140" y="6968"/>
                    <a:pt x="3260" y="1983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1596188" y="354138"/>
              <a:ext cx="504668" cy="5345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720" y="0"/>
                  </a:moveTo>
                  <a:cubicBezTo>
                    <a:pt x="4800" y="0"/>
                    <a:pt x="0" y="4351"/>
                    <a:pt x="0" y="9635"/>
                  </a:cubicBezTo>
                  <a:cubicBezTo>
                    <a:pt x="0" y="12121"/>
                    <a:pt x="960" y="14296"/>
                    <a:pt x="2720" y="16006"/>
                  </a:cubicBezTo>
                  <a:cubicBezTo>
                    <a:pt x="3520" y="16783"/>
                    <a:pt x="4000" y="17871"/>
                    <a:pt x="4000" y="18958"/>
                  </a:cubicBezTo>
                  <a:cubicBezTo>
                    <a:pt x="4000" y="21600"/>
                    <a:pt x="4000" y="21600"/>
                    <a:pt x="4000" y="21600"/>
                  </a:cubicBezTo>
                  <a:cubicBezTo>
                    <a:pt x="7040" y="19580"/>
                    <a:pt x="7040" y="19580"/>
                    <a:pt x="7040" y="19580"/>
                  </a:cubicBezTo>
                  <a:cubicBezTo>
                    <a:pt x="7520" y="19114"/>
                    <a:pt x="8320" y="18958"/>
                    <a:pt x="8960" y="19114"/>
                  </a:cubicBezTo>
                  <a:cubicBezTo>
                    <a:pt x="9600" y="19269"/>
                    <a:pt x="10240" y="19269"/>
                    <a:pt x="10720" y="19269"/>
                  </a:cubicBezTo>
                  <a:cubicBezTo>
                    <a:pt x="16800" y="19269"/>
                    <a:pt x="21600" y="14918"/>
                    <a:pt x="21600" y="9635"/>
                  </a:cubicBezTo>
                  <a:cubicBezTo>
                    <a:pt x="21600" y="4351"/>
                    <a:pt x="16800" y="0"/>
                    <a:pt x="10720" y="0"/>
                  </a:cubicBezTo>
                  <a:close/>
                  <a:moveTo>
                    <a:pt x="11360" y="11655"/>
                  </a:moveTo>
                  <a:cubicBezTo>
                    <a:pt x="9920" y="10101"/>
                    <a:pt x="9920" y="10101"/>
                    <a:pt x="9920" y="10101"/>
                  </a:cubicBezTo>
                  <a:cubicBezTo>
                    <a:pt x="9440" y="9790"/>
                    <a:pt x="8960" y="9635"/>
                    <a:pt x="8480" y="9945"/>
                  </a:cubicBezTo>
                  <a:cubicBezTo>
                    <a:pt x="4000" y="12432"/>
                    <a:pt x="4000" y="12432"/>
                    <a:pt x="4000" y="12432"/>
                  </a:cubicBezTo>
                  <a:cubicBezTo>
                    <a:pt x="8960" y="7148"/>
                    <a:pt x="8960" y="7148"/>
                    <a:pt x="8960" y="7148"/>
                  </a:cubicBezTo>
                  <a:cubicBezTo>
                    <a:pt x="9280" y="6837"/>
                    <a:pt x="9760" y="6837"/>
                    <a:pt x="10080" y="7148"/>
                  </a:cubicBezTo>
                  <a:cubicBezTo>
                    <a:pt x="11680" y="8858"/>
                    <a:pt x="11680" y="8858"/>
                    <a:pt x="11680" y="8858"/>
                  </a:cubicBezTo>
                  <a:cubicBezTo>
                    <a:pt x="12160" y="9168"/>
                    <a:pt x="12640" y="9324"/>
                    <a:pt x="13120" y="9013"/>
                  </a:cubicBezTo>
                  <a:cubicBezTo>
                    <a:pt x="17600" y="6527"/>
                    <a:pt x="17600" y="6527"/>
                    <a:pt x="17600" y="6527"/>
                  </a:cubicBezTo>
                  <a:cubicBezTo>
                    <a:pt x="12960" y="11655"/>
                    <a:pt x="12960" y="11655"/>
                    <a:pt x="12960" y="11655"/>
                  </a:cubicBezTo>
                  <a:cubicBezTo>
                    <a:pt x="12480" y="12121"/>
                    <a:pt x="11680" y="12121"/>
                    <a:pt x="11360" y="1165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1431817" y="200279"/>
              <a:ext cx="134836" cy="13794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3800" y="15000"/>
                    <a:pt x="6600" y="780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1607746" y="72949"/>
              <a:ext cx="115574" cy="1724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5329" y="14880"/>
                    <a:pt x="6271" y="672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" name="Google Shape;279;p15"/>
            <p:cNvCxnSpPr/>
            <p:nvPr/>
          </p:nvCxnSpPr>
          <p:spPr>
            <a:xfrm rot="10800000" flipH="1">
              <a:off x="1864573" y="0"/>
              <a:ext cx="34672" cy="218850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0" name="Google Shape;280;p15"/>
            <p:cNvSpPr/>
            <p:nvPr/>
          </p:nvSpPr>
          <p:spPr>
            <a:xfrm>
              <a:off x="2040501" y="122024"/>
              <a:ext cx="115573" cy="15120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361" y="14954"/>
                    <a:pt x="16026" y="7754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144516" y="319652"/>
              <a:ext cx="183634" cy="11539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612" y="12960"/>
                    <a:pt x="14106" y="576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37119" y="2820255"/>
              <a:ext cx="670026" cy="401361"/>
            </a:xfrm>
            <a:custGeom>
              <a:avLst/>
              <a:gdLst/>
              <a:ahLst/>
              <a:cxnLst/>
              <a:rect l="l" t="t" r="r" b="b"/>
              <a:pathLst>
                <a:path w="20417" h="20050" extrusionOk="0">
                  <a:moveTo>
                    <a:pt x="19223" y="14878"/>
                  </a:moveTo>
                  <a:cubicBezTo>
                    <a:pt x="19110" y="14685"/>
                    <a:pt x="18996" y="14685"/>
                    <a:pt x="18882" y="14685"/>
                  </a:cubicBezTo>
                  <a:cubicBezTo>
                    <a:pt x="18314" y="14492"/>
                    <a:pt x="17746" y="14106"/>
                    <a:pt x="17177" y="13913"/>
                  </a:cubicBezTo>
                  <a:cubicBezTo>
                    <a:pt x="16040" y="13335"/>
                    <a:pt x="14903" y="12756"/>
                    <a:pt x="13653" y="12178"/>
                  </a:cubicBezTo>
                  <a:cubicBezTo>
                    <a:pt x="13653" y="11985"/>
                    <a:pt x="13085" y="11792"/>
                    <a:pt x="12630" y="11599"/>
                  </a:cubicBezTo>
                  <a:cubicBezTo>
                    <a:pt x="11720" y="11020"/>
                    <a:pt x="11834" y="9863"/>
                    <a:pt x="11720" y="9092"/>
                  </a:cubicBezTo>
                  <a:cubicBezTo>
                    <a:pt x="11493" y="6392"/>
                    <a:pt x="10925" y="3692"/>
                    <a:pt x="9219" y="1763"/>
                  </a:cubicBezTo>
                  <a:cubicBezTo>
                    <a:pt x="7514" y="-165"/>
                    <a:pt x="5354" y="-551"/>
                    <a:pt x="3535" y="799"/>
                  </a:cubicBezTo>
                  <a:cubicBezTo>
                    <a:pt x="-103" y="3499"/>
                    <a:pt x="-1126" y="11213"/>
                    <a:pt x="1375" y="16420"/>
                  </a:cubicBezTo>
                  <a:cubicBezTo>
                    <a:pt x="2967" y="19892"/>
                    <a:pt x="5922" y="21049"/>
                    <a:pt x="8310" y="19120"/>
                  </a:cubicBezTo>
                  <a:cubicBezTo>
                    <a:pt x="10583" y="17578"/>
                    <a:pt x="11266" y="14106"/>
                    <a:pt x="13198" y="15263"/>
                  </a:cubicBezTo>
                  <a:cubicBezTo>
                    <a:pt x="14449" y="15842"/>
                    <a:pt x="15699" y="16420"/>
                    <a:pt x="16836" y="16999"/>
                  </a:cubicBezTo>
                  <a:cubicBezTo>
                    <a:pt x="17291" y="17192"/>
                    <a:pt x="17632" y="17385"/>
                    <a:pt x="18087" y="17770"/>
                  </a:cubicBezTo>
                  <a:cubicBezTo>
                    <a:pt x="18541" y="17963"/>
                    <a:pt x="18996" y="18156"/>
                    <a:pt x="19451" y="18156"/>
                  </a:cubicBezTo>
                  <a:cubicBezTo>
                    <a:pt x="19792" y="18156"/>
                    <a:pt x="20019" y="18156"/>
                    <a:pt x="20247" y="17770"/>
                  </a:cubicBezTo>
                  <a:cubicBezTo>
                    <a:pt x="20474" y="17192"/>
                    <a:pt x="20474" y="16228"/>
                    <a:pt x="20247" y="15842"/>
                  </a:cubicBezTo>
                  <a:cubicBezTo>
                    <a:pt x="20019" y="15263"/>
                    <a:pt x="19678" y="15070"/>
                    <a:pt x="19223" y="14878"/>
                  </a:cubicBezTo>
                  <a:close/>
                  <a:moveTo>
                    <a:pt x="7969" y="15842"/>
                  </a:moveTo>
                  <a:cubicBezTo>
                    <a:pt x="6036" y="17770"/>
                    <a:pt x="3649" y="16613"/>
                    <a:pt x="2512" y="13528"/>
                  </a:cubicBezTo>
                  <a:cubicBezTo>
                    <a:pt x="1375" y="10249"/>
                    <a:pt x="1943" y="6199"/>
                    <a:pt x="3876" y="4270"/>
                  </a:cubicBezTo>
                  <a:cubicBezTo>
                    <a:pt x="5695" y="2342"/>
                    <a:pt x="8196" y="3306"/>
                    <a:pt x="9333" y="6585"/>
                  </a:cubicBezTo>
                  <a:cubicBezTo>
                    <a:pt x="10470" y="9670"/>
                    <a:pt x="9788" y="13913"/>
                    <a:pt x="7969" y="1584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267918" y="2929021"/>
              <a:ext cx="134357" cy="77111"/>
            </a:xfrm>
            <a:custGeom>
              <a:avLst/>
              <a:gdLst/>
              <a:ahLst/>
              <a:cxnLst/>
              <a:rect l="l" t="t" r="r" b="b"/>
              <a:pathLst>
                <a:path w="20000" h="19933" extrusionOk="0">
                  <a:moveTo>
                    <a:pt x="1158" y="7061"/>
                  </a:moveTo>
                  <a:cubicBezTo>
                    <a:pt x="50" y="9024"/>
                    <a:pt x="-504" y="11970"/>
                    <a:pt x="604" y="14915"/>
                  </a:cubicBezTo>
                  <a:cubicBezTo>
                    <a:pt x="1711" y="16879"/>
                    <a:pt x="3927" y="15897"/>
                    <a:pt x="5034" y="14915"/>
                  </a:cubicBezTo>
                  <a:cubicBezTo>
                    <a:pt x="6696" y="13933"/>
                    <a:pt x="8358" y="12951"/>
                    <a:pt x="9465" y="13933"/>
                  </a:cubicBezTo>
                  <a:cubicBezTo>
                    <a:pt x="11681" y="14915"/>
                    <a:pt x="13896" y="17861"/>
                    <a:pt x="15558" y="19824"/>
                  </a:cubicBezTo>
                  <a:cubicBezTo>
                    <a:pt x="18881" y="20806"/>
                    <a:pt x="21096" y="14915"/>
                    <a:pt x="19434" y="10006"/>
                  </a:cubicBezTo>
                  <a:cubicBezTo>
                    <a:pt x="17773" y="4115"/>
                    <a:pt x="13896" y="1170"/>
                    <a:pt x="11127" y="188"/>
                  </a:cubicBezTo>
                  <a:cubicBezTo>
                    <a:pt x="7250" y="-794"/>
                    <a:pt x="3373" y="2151"/>
                    <a:pt x="1158" y="706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4" name="Google Shape;284;p15" descr="Picture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3400" y="184919"/>
            <a:ext cx="1314450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805978" y="3773684"/>
            <a:ext cx="185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5012588" y="3137020"/>
            <a:ext cx="698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IN" sz="4000" b="1">
                <a:solidFill>
                  <a:schemeClr val="lt1"/>
                </a:solidFill>
              </a:rPr>
              <a:t>Guide to Google Analytics 4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1;p5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343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92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293;p5"/>
          <p:cNvGrpSpPr/>
          <p:nvPr/>
        </p:nvGrpSpPr>
        <p:grpSpPr>
          <a:xfrm>
            <a:off x="271462" y="171448"/>
            <a:ext cx="790577" cy="742952"/>
            <a:chOff x="-1" y="-1"/>
            <a:chExt cx="790576" cy="742951"/>
          </a:xfrm>
        </p:grpSpPr>
        <p:sp>
          <p:nvSpPr>
            <p:cNvPr id="5" name="Google Shape;294;p5"/>
            <p:cNvSpPr/>
            <p:nvPr/>
          </p:nvSpPr>
          <p:spPr>
            <a:xfrm>
              <a:off x="-1" y="0"/>
              <a:ext cx="742951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95;p5"/>
            <p:cNvSpPr/>
            <p:nvPr/>
          </p:nvSpPr>
          <p:spPr>
            <a:xfrm>
              <a:off x="742950" y="-1"/>
              <a:ext cx="47625" cy="9525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296;p5"/>
            <p:cNvSpPr/>
            <p:nvPr/>
          </p:nvSpPr>
          <p:spPr>
            <a:xfrm rot="10800000" flipH="1">
              <a:off x="742950" y="647700"/>
              <a:ext cx="47625" cy="9525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" name="Google Shape;297;p5"/>
          <p:cNvSpPr txBox="1"/>
          <p:nvPr/>
        </p:nvSpPr>
        <p:spPr>
          <a:xfrm>
            <a:off x="1095340" y="214290"/>
            <a:ext cx="3131181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 i="0" u="none" strike="noStrike" cap="non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oogle Shape;298;p5"/>
          <p:cNvGrpSpPr/>
          <p:nvPr/>
        </p:nvGrpSpPr>
        <p:grpSpPr>
          <a:xfrm>
            <a:off x="451715" y="377055"/>
            <a:ext cx="382449" cy="331738"/>
            <a:chOff x="0" y="-1"/>
            <a:chExt cx="382448" cy="331737"/>
          </a:xfrm>
        </p:grpSpPr>
        <p:sp>
          <p:nvSpPr>
            <p:cNvPr id="10" name="Google Shape;299;p5"/>
            <p:cNvSpPr/>
            <p:nvPr/>
          </p:nvSpPr>
          <p:spPr>
            <a:xfrm>
              <a:off x="38033" y="179602"/>
              <a:ext cx="101423" cy="7606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00;p5"/>
            <p:cNvSpPr/>
            <p:nvPr/>
          </p:nvSpPr>
          <p:spPr>
            <a:xfrm>
              <a:off x="139455" y="25355"/>
              <a:ext cx="103537" cy="7606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01;p5"/>
            <p:cNvSpPr/>
            <p:nvPr/>
          </p:nvSpPr>
          <p:spPr>
            <a:xfrm>
              <a:off x="0" y="-1"/>
              <a:ext cx="382448" cy="33173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02;p5"/>
            <p:cNvSpPr/>
            <p:nvPr/>
          </p:nvSpPr>
          <p:spPr>
            <a:xfrm>
              <a:off x="242991" y="179602"/>
              <a:ext cx="101423" cy="7606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303;p5"/>
          <p:cNvSpPr txBox="1"/>
          <p:nvPr/>
        </p:nvSpPr>
        <p:spPr>
          <a:xfrm>
            <a:off x="776310" y="1428302"/>
            <a:ext cx="90012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Introduction to GA4</a:t>
            </a:r>
            <a:r>
              <a:rPr lang="en-IN" sz="180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Evolution of Google Analytics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Key Features of GA4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Benefits of GA4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How Does Google Analytics 4 Work?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Difference between GA4 </a:t>
            </a:r>
            <a:r>
              <a:rPr lang="en-IN" sz="1800" dirty="0" err="1">
                <a:latin typeface="Century Gothic"/>
                <a:ea typeface="Century Gothic"/>
                <a:cs typeface="Century Gothic"/>
                <a:sym typeface="Century Gothic"/>
              </a:rPr>
              <a:t>vs</a:t>
            </a: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UA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•"/>
            </a:pPr>
            <a:r>
              <a:rPr lang="en-IN" sz="1800" dirty="0">
                <a:latin typeface="Century Gothic"/>
                <a:ea typeface="Century Gothic"/>
                <a:cs typeface="Century Gothic"/>
                <a:sym typeface="Century Gothic"/>
              </a:rPr>
              <a:t> How to Migrate to Google Analytics 4</a:t>
            </a:r>
            <a:endParaRPr sz="180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" name="Google Shape;304;p5" descr="Google Shape;4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1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259e87b79a_1_523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259e87b79a_1_523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g2259e87b79a_1_523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12" name="Google Shape;312;g2259e87b79a_1_523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2259e87b79a_1_523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2259e87b79a_1_523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g2259e87b79a_1_523"/>
          <p:cNvSpPr txBox="1"/>
          <p:nvPr/>
        </p:nvSpPr>
        <p:spPr>
          <a:xfrm>
            <a:off x="1095362" y="214300"/>
            <a:ext cx="68892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Introduction to GA4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2259e87b79a_1_523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17" name="Google Shape;317;g2259e87b79a_1_523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2259e87b79a_1_523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2259e87b79a_1_523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2259e87b79a_1_523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1" name="Google Shape;321;g2259e87b79a_1_523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2259e87b79a_1_5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150" y="1205625"/>
            <a:ext cx="5962600" cy="33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259e87b79a_1_523"/>
          <p:cNvSpPr txBox="1"/>
          <p:nvPr/>
        </p:nvSpPr>
        <p:spPr>
          <a:xfrm>
            <a:off x="2028150" y="4959100"/>
            <a:ext cx="820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highlight>
                  <a:schemeClr val="l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Google Analytics 4 (GA4) is the latest version of Google's web analytics platform. It is designed to provide businesses and website owners with advanced insights into user behavior and improve their digital analytics capabilities.</a:t>
            </a:r>
            <a:endParaRPr sz="1600">
              <a:highlight>
                <a:schemeClr val="l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4a2a1e4198_0_2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24a2a1e4198_0_2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g24a2a1e4198_0_2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31" name="Google Shape;331;g24a2a1e4198_0_2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24a2a1e4198_0_2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24a2a1e4198_0_2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g24a2a1e4198_0_29"/>
          <p:cNvSpPr txBox="1"/>
          <p:nvPr/>
        </p:nvSpPr>
        <p:spPr>
          <a:xfrm>
            <a:off x="1095363" y="214300"/>
            <a:ext cx="72246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Evolution of Google Analytics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g24a2a1e4198_0_2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36" name="Google Shape;336;g24a2a1e4198_0_2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24a2a1e4198_0_2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24a2a1e4198_0_2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24a2a1e4198_0_2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g24a2a1e4198_0_29"/>
          <p:cNvSpPr txBox="1"/>
          <p:nvPr/>
        </p:nvSpPr>
        <p:spPr>
          <a:xfrm>
            <a:off x="547710" y="1504502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g24a2a1e4198_0_2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24a2a1e4198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425" y="1792477"/>
            <a:ext cx="843915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59e87b79a_1_506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2259e87b79a_1_50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" name="Google Shape;349;g2259e87b79a_1_50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50" name="Google Shape;350;g2259e87b79a_1_50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2259e87b79a_1_506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2259e87b79a_1_506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g2259e87b79a_1_506"/>
          <p:cNvSpPr txBox="1"/>
          <p:nvPr/>
        </p:nvSpPr>
        <p:spPr>
          <a:xfrm>
            <a:off x="1095364" y="214300"/>
            <a:ext cx="73719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Key Features of GA4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g2259e87b79a_1_50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55" name="Google Shape;355;g2259e87b79a_1_506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2259e87b79a_1_506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2259e87b79a_1_506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2259e87b79a_1_506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g2259e87b79a_1_506"/>
          <p:cNvSpPr txBox="1"/>
          <p:nvPr/>
        </p:nvSpPr>
        <p:spPr>
          <a:xfrm>
            <a:off x="4508885" y="4697602"/>
            <a:ext cx="9001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g2259e87b79a_1_506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2259e87b79a_1_506"/>
          <p:cNvSpPr txBox="1"/>
          <p:nvPr/>
        </p:nvSpPr>
        <p:spPr>
          <a:xfrm>
            <a:off x="1875750" y="1530100"/>
            <a:ext cx="8204100" cy="43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Event-based Data Collection 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GA4 tracks user interactions as events, giving a flexible and comprehensive view of user </a:t>
            </a:r>
            <a:r>
              <a:rPr lang="en-IN" sz="1600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across websites and apps.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Enhanced Cross-Platform Tracking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GA4 tracks user interactions on websites, mobile apps, and offline channels for a comprehensive understanding of the customer journey.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Machine Learning-powered Insights: 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GA4 uses machine learning to reveal valuable insights and trends in data, helping businesses make data-driven decisions more effectively.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Simplified User Interface: 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GA4 has a user-friendly interface that simplifies navigation, report analysis, custom tracking setup, and access to advanced analytics features.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highlight>
                <a:schemeClr val="l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259e87b79a_1_584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2259e87b79a_1_58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g2259e87b79a_1_58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69" name="Google Shape;369;g2259e87b79a_1_58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2259e87b79a_1_584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2259e87b79a_1_584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g2259e87b79a_1_584"/>
          <p:cNvSpPr txBox="1"/>
          <p:nvPr/>
        </p:nvSpPr>
        <p:spPr>
          <a:xfrm>
            <a:off x="1095364" y="214300"/>
            <a:ext cx="73719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Benefits of GA4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g2259e87b79a_1_58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74" name="Google Shape;374;g2259e87b79a_1_584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2259e87b79a_1_584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2259e87b79a_1_584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2259e87b79a_1_584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" name="Google Shape;378;g2259e87b79a_1_584"/>
          <p:cNvSpPr txBox="1"/>
          <p:nvPr/>
        </p:nvSpPr>
        <p:spPr>
          <a:xfrm>
            <a:off x="4432685" y="4773802"/>
            <a:ext cx="9001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g2259e87b79a_1_584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2259e87b79a_1_584"/>
          <p:cNvSpPr txBox="1"/>
          <p:nvPr/>
        </p:nvSpPr>
        <p:spPr>
          <a:xfrm>
            <a:off x="1799550" y="1606300"/>
            <a:ext cx="8204100" cy="41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Enhanced user journey tracking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Gain a better understanding of how users interact with your website and apps throughout their entire journey.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Advanced insights and analytics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Uncover valuable trends and patterns in your data using advanced analytics techniques and machine learning.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Improved cross-platform measurement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Track user interactions across multiple platforms, including websites, mobile apps, and more, for a comprehensive view of user </a:t>
            </a:r>
            <a:r>
              <a:rPr lang="en-IN" sz="1600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Streamlined data visualization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Easily visualize and </a:t>
            </a:r>
            <a:r>
              <a:rPr lang="en-IN" sz="1600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analyze</a:t>
            </a:r>
            <a:r>
              <a:rPr lang="en-IN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your data with a user-friendly interface, making it simpler to derive meaningful insights.</a:t>
            </a:r>
            <a:endParaRPr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highlight>
                <a:schemeClr val="l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259e87b79a_1_566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2259e87b79a_1_56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g2259e87b79a_1_56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88" name="Google Shape;388;g2259e87b79a_1_56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2259e87b79a_1_566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2259e87b79a_1_566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g2259e87b79a_1_566"/>
          <p:cNvSpPr txBox="1"/>
          <p:nvPr/>
        </p:nvSpPr>
        <p:spPr>
          <a:xfrm>
            <a:off x="1095377" y="214300"/>
            <a:ext cx="86559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Does Google Analytics 4 Work?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g2259e87b79a_1_56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93" name="Google Shape;393;g2259e87b79a_1_566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2259e87b79a_1_566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2259e87b79a_1_566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2259e87b79a_1_566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g2259e87b79a_1_566"/>
          <p:cNvSpPr txBox="1"/>
          <p:nvPr/>
        </p:nvSpPr>
        <p:spPr>
          <a:xfrm>
            <a:off x="4737485" y="4697602"/>
            <a:ext cx="9001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2259e87b79a_1_566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2259e87b79a_1_566"/>
          <p:cNvSpPr txBox="1"/>
          <p:nvPr/>
        </p:nvSpPr>
        <p:spPr>
          <a:xfrm>
            <a:off x="2104350" y="1225300"/>
            <a:ext cx="8204100" cy="5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Data Collection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Data collection through tracking code installed on websites and mobile apps.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Event-based Tracking - 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Event-based tracking captures specific user actions as events.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User Identification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User identification using an anonymous identifier called the "User ID."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Data Processing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Data processing and aggregation for generating insights.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Analysis and Reporting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Analysis and reporting through a user-friendly interface.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Machine Learning Integration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Integration of machine learning algorithms for trend detection and predictive insights.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Integration with Google Marketing Platform</a:t>
            </a:r>
            <a:r>
              <a:rPr lang="en-IN" sz="15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Seamless integration with other Google Marketing Platform products.</a:t>
            </a:r>
            <a:endParaRPr sz="15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4a2a1e4198_0_1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24a2a1e4198_0_1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g24a2a1e4198_0_1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07" name="Google Shape;407;g24a2a1e4198_0_1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24a2a1e4198_0_1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24a2a1e4198_0_1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g24a2a1e4198_0_1"/>
          <p:cNvSpPr txBox="1"/>
          <p:nvPr/>
        </p:nvSpPr>
        <p:spPr>
          <a:xfrm>
            <a:off x="1095363" y="214300"/>
            <a:ext cx="72246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 i="0" u="none" strike="noStrike" cap="non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Difference between GA4 vs UA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g24a2a1e4198_0_1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12" name="Google Shape;412;g24a2a1e4198_0_1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24a2a1e4198_0_1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24a2a1e4198_0_1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24a2a1e4198_0_1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g24a2a1e4198_0_1"/>
          <p:cNvSpPr txBox="1"/>
          <p:nvPr/>
        </p:nvSpPr>
        <p:spPr>
          <a:xfrm>
            <a:off x="547710" y="1504502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g24a2a1e4198_0_1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24a2a1e4198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9400" y="1523700"/>
            <a:ext cx="5798514" cy="43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259e87b79a_1_18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2259e87b79a_1_1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g2259e87b79a_1_1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26" name="Google Shape;426;g2259e87b79a_1_1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2259e87b79a_1_18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2259e87b79a_1_18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g2259e87b79a_1_18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g2259e87b79a_1_1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31" name="Google Shape;431;g2259e87b79a_1_18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2259e87b79a_1_18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2259e87b79a_1_18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2259e87b79a_1_18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5" name="Google Shape;435;g2259e87b79a_1_18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2259e87b79a_1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7250" y="1675525"/>
            <a:ext cx="9117501" cy="38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259e87b79a_1_123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2259e87b79a_1_123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g2259e87b79a_1_123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44" name="Google Shape;444;g2259e87b79a_1_123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2259e87b79a_1_123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2259e87b79a_1_123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7" name="Google Shape;447;g2259e87b79a_1_123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g2259e87b79a_1_123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49" name="Google Shape;449;g2259e87b79a_1_123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2259e87b79a_1_123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2259e87b79a_1_123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2259e87b79a_1_123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3" name="Google Shape;453;g2259e87b79a_1_123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2259e87b79a_1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800" y="1828950"/>
            <a:ext cx="7444825" cy="37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259e87b79a_1_140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2259e87b79a_1_14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g2259e87b79a_1_14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62" name="Google Shape;462;g2259e87b79a_1_14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2259e87b79a_1_140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2259e87b79a_1_140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g2259e87b79a_1_140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g2259e87b79a_1_14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67" name="Google Shape;467;g2259e87b79a_1_140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2259e87b79a_1_140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2259e87b79a_1_140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2259e87b79a_1_140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1" name="Google Shape;471;g2259e87b79a_1_140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2259e87b79a_1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400" y="1600349"/>
            <a:ext cx="81534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259e87b79a_1_190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2259e87b79a_1_19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g2259e87b79a_1_19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80" name="Google Shape;480;g2259e87b79a_1_19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2259e87b79a_1_190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2259e87b79a_1_190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g2259e87b79a_1_190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g2259e87b79a_1_19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85" name="Google Shape;485;g2259e87b79a_1_190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2259e87b79a_1_190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2259e87b79a_1_190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2259e87b79a_1_190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9" name="Google Shape;489;g2259e87b79a_1_190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2259e87b79a_1_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800" y="1219349"/>
            <a:ext cx="7353300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259e87b79a_1_156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2259e87b79a_1_15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7" name="Google Shape;497;g2259e87b79a_1_15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98" name="Google Shape;498;g2259e87b79a_1_15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2259e87b79a_1_156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2259e87b79a_1_156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g2259e87b79a_1_156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" name="Google Shape;502;g2259e87b79a_1_15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03" name="Google Shape;503;g2259e87b79a_1_156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2259e87b79a_1_156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2259e87b79a_1_156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2259e87b79a_1_156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7" name="Google Shape;507;g2259e87b79a_1_156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2259e87b79a_1_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600" y="1371749"/>
            <a:ext cx="7324725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59e87b79a_1_174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2259e87b79a_1_17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g2259e87b79a_1_17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16" name="Google Shape;516;g2259e87b79a_1_17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2259e87b79a_1_174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2259e87b79a_1_174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g2259e87b79a_1_174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g2259e87b79a_1_17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21" name="Google Shape;521;g2259e87b79a_1_174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2259e87b79a_1_174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2259e87b79a_1_174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2259e87b79a_1_174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5" name="Google Shape;525;g2259e87b79a_1_174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2259e87b79a_1_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600" y="1450974"/>
            <a:ext cx="664845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259e87b79a_1_224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2259e87b79a_1_22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g2259e87b79a_1_22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34" name="Google Shape;534;g2259e87b79a_1_22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2259e87b79a_1_224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2259e87b79a_1_224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7" name="Google Shape;537;g2259e87b79a_1_224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g2259e87b79a_1_22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39" name="Google Shape;539;g2259e87b79a_1_224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2259e87b79a_1_224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2259e87b79a_1_224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2259e87b79a_1_224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3" name="Google Shape;543;g2259e87b79a_1_224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2259e87b79a_1_2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800" y="1752750"/>
            <a:ext cx="7095275" cy="39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259e87b79a_1_208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2259e87b79a_1_20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g2259e87b79a_1_20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52" name="Google Shape;552;g2259e87b79a_1_20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2259e87b79a_1_208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2259e87b79a_1_208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g2259e87b79a_1_208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g2259e87b79a_1_20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57" name="Google Shape;557;g2259e87b79a_1_208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2259e87b79a_1_208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2259e87b79a_1_208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2259e87b79a_1_208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1" name="Google Shape;561;g2259e87b79a_1_208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2259e87b79a_1_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250" y="1650325"/>
            <a:ext cx="6986874" cy="43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259e87b79a_1_258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2259e87b79a_1_25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g2259e87b79a_1_25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70" name="Google Shape;570;g2259e87b79a_1_25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2259e87b79a_1_258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2259e87b79a_1_258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g2259e87b79a_1_258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g2259e87b79a_1_25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75" name="Google Shape;575;g2259e87b79a_1_258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2259e87b79a_1_258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2259e87b79a_1_258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2259e87b79a_1_258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79" name="Google Shape;579;g2259e87b79a_1_258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2259e87b79a_1_2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1600350"/>
            <a:ext cx="6809376" cy="41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259e87b79a_1_292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2259e87b79a_1_29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7" name="Google Shape;587;g2259e87b79a_1_292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88" name="Google Shape;588;g2259e87b79a_1_292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2259e87b79a_1_292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2259e87b79a_1_292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g2259e87b79a_1_292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2" name="Google Shape;592;g2259e87b79a_1_292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93" name="Google Shape;593;g2259e87b79a_1_292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2259e87b79a_1_292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2259e87b79a_1_292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2259e87b79a_1_292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7" name="Google Shape;597;g2259e87b79a_1_292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g2259e87b79a_1_2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400" y="1600350"/>
            <a:ext cx="6486375" cy="42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259e87b79a_1_242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2259e87b79a_1_24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g2259e87b79a_1_242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06" name="Google Shape;606;g2259e87b79a_1_242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2259e87b79a_1_242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2259e87b79a_1_242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g2259e87b79a_1_242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" name="Google Shape;610;g2259e87b79a_1_242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11" name="Google Shape;611;g2259e87b79a_1_242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2259e87b79a_1_242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2259e87b79a_1_242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2259e87b79a_1_242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5" name="Google Shape;615;g2259e87b79a_1_242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2259e87b79a_1_2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7925" y="1648500"/>
            <a:ext cx="7075025" cy="37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259e87b79a_1_276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2259e87b79a_1_27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g2259e87b79a_1_27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24" name="Google Shape;624;g2259e87b79a_1_27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2259e87b79a_1_276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2259e87b79a_1_276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g2259e87b79a_1_276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8" name="Google Shape;628;g2259e87b79a_1_27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29" name="Google Shape;629;g2259e87b79a_1_276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2259e87b79a_1_276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2259e87b79a_1_276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2259e87b79a_1_276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3" name="Google Shape;633;g2259e87b79a_1_276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2259e87b79a_1_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1447950"/>
            <a:ext cx="6886966" cy="44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259e87b79a_1_326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2259e87b79a_1_32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g2259e87b79a_1_32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42" name="Google Shape;642;g2259e87b79a_1_32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2259e87b79a_1_326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2259e87b79a_1_326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g2259e87b79a_1_326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6" name="Google Shape;646;g2259e87b79a_1_32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47" name="Google Shape;647;g2259e87b79a_1_326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2259e87b79a_1_326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2259e87b79a_1_326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2259e87b79a_1_326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51" name="Google Shape;651;g2259e87b79a_1_326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2259e87b79a_1_3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0" y="1447950"/>
            <a:ext cx="6983587" cy="44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259e87b79a_1_310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2259e87b79a_1_31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9" name="Google Shape;659;g2259e87b79a_1_31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60" name="Google Shape;660;g2259e87b79a_1_31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2259e87b79a_1_310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2259e87b79a_1_310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" name="Google Shape;663;g2259e87b79a_1_310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g2259e87b79a_1_31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65" name="Google Shape;665;g2259e87b79a_1_310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2259e87b79a_1_310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2259e87b79a_1_310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2259e87b79a_1_310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69" name="Google Shape;669;g2259e87b79a_1_310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2259e87b79a_1_3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0600" y="1660525"/>
            <a:ext cx="6658924" cy="43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259e87b79a_1_377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2259e87b79a_1_377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g2259e87b79a_1_377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78" name="Google Shape;678;g2259e87b79a_1_377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2259e87b79a_1_377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2259e87b79a_1_377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g2259e87b79a_1_377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g2259e87b79a_1_377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83" name="Google Shape;683;g2259e87b79a_1_377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2259e87b79a_1_377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2259e87b79a_1_377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259e87b79a_1_377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7" name="Google Shape;687;g2259e87b79a_1_377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2259e87b79a_1_3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275" y="1966725"/>
            <a:ext cx="7209725" cy="3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259e87b79a_1_343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2259e87b79a_1_343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g2259e87b79a_1_343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96" name="Google Shape;696;g2259e87b79a_1_343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2259e87b79a_1_343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2259e87b79a_1_343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g2259e87b79a_1_343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0" name="Google Shape;700;g2259e87b79a_1_343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01" name="Google Shape;701;g2259e87b79a_1_343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2259e87b79a_1_343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2259e87b79a_1_343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2259e87b79a_1_343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05" name="Google Shape;705;g2259e87b79a_1_343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2259e87b79a_1_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900" y="1637525"/>
            <a:ext cx="7028500" cy="43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259e87b79a_1_394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2259e87b79a_1_39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3" name="Google Shape;713;g2259e87b79a_1_39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14" name="Google Shape;714;g2259e87b79a_1_39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2259e87b79a_1_394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2259e87b79a_1_394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g2259e87b79a_1_394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g2259e87b79a_1_39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19" name="Google Shape;719;g2259e87b79a_1_394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2259e87b79a_1_394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2259e87b79a_1_394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2259e87b79a_1_394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3" name="Google Shape;723;g2259e87b79a_1_394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g2259e87b79a_1_3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3200" y="1861800"/>
            <a:ext cx="6495400" cy="35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259e87b79a_1_361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2259e87b79a_1_361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1" name="Google Shape;731;g2259e87b79a_1_361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32" name="Google Shape;732;g2259e87b79a_1_361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2259e87b79a_1_361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2259e87b79a_1_361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g2259e87b79a_1_361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6" name="Google Shape;736;g2259e87b79a_1_361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37" name="Google Shape;737;g2259e87b79a_1_361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2259e87b79a_1_361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2259e87b79a_1_361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2259e87b79a_1_361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1" name="Google Shape;741;g2259e87b79a_1_361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2259e87b79a_1_3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075" y="1660524"/>
            <a:ext cx="61341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259e87b79a_1_444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2259e87b79a_1_44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g2259e87b79a_1_44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50" name="Google Shape;750;g2259e87b79a_1_44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2259e87b79a_1_444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2259e87b79a_1_444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3" name="Google Shape;753;g2259e87b79a_1_444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g2259e87b79a_1_44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55" name="Google Shape;755;g2259e87b79a_1_444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2259e87b79a_1_444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2259e87b79a_1_444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2259e87b79a_1_444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9" name="Google Shape;759;g2259e87b79a_1_444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2259e87b79a_1_4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850" y="1209624"/>
            <a:ext cx="6038850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259e87b79a_1_428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2259e87b79a_1_42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g2259e87b79a_1_42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68" name="Google Shape;768;g2259e87b79a_1_42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2259e87b79a_1_428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2259e87b79a_1_428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1" name="Google Shape;771;g2259e87b79a_1_428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g2259e87b79a_1_42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73" name="Google Shape;773;g2259e87b79a_1_428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2259e87b79a_1_428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2259e87b79a_1_428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2259e87b79a_1_428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7" name="Google Shape;777;g2259e87b79a_1_428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g2259e87b79a_1_4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150" y="1466975"/>
            <a:ext cx="7529875" cy="44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lang="en-IN" sz="3500" b="1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 to Migrate to Google Analytics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2259e87b79a_1_4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113" y="1118874"/>
            <a:ext cx="4733925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g2259e87b79a_1_4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2625" y="1861200"/>
            <a:ext cx="3961825" cy="3811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0" y="1485441"/>
            <a:ext cx="12192000" cy="388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5" descr="Picture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3400" y="184919"/>
            <a:ext cx="1314450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805978" y="3773684"/>
            <a:ext cx="185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2194232" y="3067377"/>
            <a:ext cx="6982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Clr>
                <a:srgbClr val="92D050"/>
              </a:buClr>
              <a:buSzPts val="3500"/>
            </a:pPr>
            <a:r>
              <a:rPr lang="en-GB" sz="40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Event Creation in GA4</a:t>
            </a:r>
            <a:endParaRPr lang="en-GB" sz="40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  <p:extLst>
      <p:ext uri="{BB962C8B-B14F-4D97-AF65-F5344CB8AC3E}">
        <p14:creationId xmlns:p14="http://schemas.microsoft.com/office/powerpoint/2010/main" val="3140468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Creating an Event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1" y="1231791"/>
            <a:ext cx="8117290" cy="3891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834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Creating an Event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88" y="1349614"/>
            <a:ext cx="9674204" cy="3579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598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Creating an Event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2" y="1111949"/>
            <a:ext cx="8310761" cy="4086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6103" y="5518153"/>
            <a:ext cx="89226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To detect when users sign up, you could create a new event with the following Matching Conditions:</a:t>
            </a:r>
          </a:p>
          <a:p>
            <a:r>
              <a:rPr lang="en-GB" b="1" dirty="0">
                <a:latin typeface="Century Gothic" pitchFamily="34" charset="0"/>
              </a:rPr>
              <a:t>Parameter: </a:t>
            </a:r>
            <a:r>
              <a:rPr lang="en-GB" dirty="0" err="1">
                <a:latin typeface="Century Gothic" pitchFamily="34" charset="0"/>
              </a:rPr>
              <a:t>event_name</a:t>
            </a:r>
            <a:r>
              <a:rPr lang="en-GB" dirty="0">
                <a:latin typeface="Century Gothic" pitchFamily="34" charset="0"/>
              </a:rPr>
              <a:t/>
            </a:r>
            <a:br>
              <a:rPr lang="en-GB" dirty="0">
                <a:latin typeface="Century Gothic" pitchFamily="34" charset="0"/>
              </a:rPr>
            </a:br>
            <a:r>
              <a:rPr lang="en-GB" b="1" dirty="0">
                <a:latin typeface="Century Gothic" pitchFamily="34" charset="0"/>
              </a:rPr>
              <a:t>Operator: </a:t>
            </a:r>
            <a:r>
              <a:rPr lang="en-GB" dirty="0">
                <a:latin typeface="Century Gothic" pitchFamily="34" charset="0"/>
              </a:rPr>
              <a:t>equals</a:t>
            </a:r>
            <a:br>
              <a:rPr lang="en-GB" dirty="0">
                <a:latin typeface="Century Gothic" pitchFamily="34" charset="0"/>
              </a:rPr>
            </a:br>
            <a:r>
              <a:rPr lang="en-GB" b="1" dirty="0">
                <a:latin typeface="Century Gothic" pitchFamily="34" charset="0"/>
              </a:rPr>
              <a:t>Value: </a:t>
            </a:r>
            <a:r>
              <a:rPr lang="en-GB" dirty="0" err="1">
                <a:latin typeface="Century Gothic" pitchFamily="34" charset="0"/>
              </a:rPr>
              <a:t>page_view</a:t>
            </a:r>
            <a:endParaRPr lang="en-GB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190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Creating an Event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643012" y="5518153"/>
            <a:ext cx="74478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GB" dirty="0"/>
              <a:t>Once this event is fired, it will appear in the events list, and you can mark it as a conversion.</a:t>
            </a:r>
          </a:p>
          <a:p>
            <a:r>
              <a:rPr lang="en-GB" dirty="0"/>
              <a:t/>
            </a:r>
            <a:br>
              <a:rPr lang="en-GB" dirty="0"/>
            </a:br>
            <a:endParaRPr lang="en-GB" dirty="0">
              <a:latin typeface="Century Gothic" pitchFamily="34" charset="0"/>
            </a:endParaRPr>
          </a:p>
        </p:txBody>
      </p:sp>
      <p:pic>
        <p:nvPicPr>
          <p:cNvPr id="13314" name="Picture 2" descr="custom event configur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4" y="1370969"/>
            <a:ext cx="8782050" cy="366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490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Default Parameters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61;g2259e87b79a_1_506"/>
          <p:cNvSpPr txBox="1"/>
          <p:nvPr/>
        </p:nvSpPr>
        <p:spPr>
          <a:xfrm>
            <a:off x="1062041" y="1519499"/>
            <a:ext cx="8204100" cy="244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Along with the specific data collection mentioned above, GA4 sets several additional parameters for every event: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0E10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language – </a:t>
            </a: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preferred language of the user.</a:t>
            </a:r>
          </a:p>
          <a:p>
            <a:pPr lvl="0">
              <a:lnSpc>
                <a:spcPct val="115000"/>
              </a:lnSpc>
            </a:pPr>
            <a:r>
              <a:rPr lang="en-GB" sz="1600" b="1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page_location</a:t>
            </a:r>
            <a:r>
              <a:rPr lang="en-GB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</a:t>
            </a: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URL of the page.</a:t>
            </a:r>
          </a:p>
          <a:p>
            <a:pPr lvl="0">
              <a:lnSpc>
                <a:spcPct val="115000"/>
              </a:lnSpc>
            </a:pPr>
            <a:r>
              <a:rPr lang="en-GB" sz="1600" b="1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page_referrer</a:t>
            </a:r>
            <a:r>
              <a:rPr lang="en-GB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</a:t>
            </a: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Where the user came from.</a:t>
            </a:r>
          </a:p>
          <a:p>
            <a:pPr lvl="0">
              <a:lnSpc>
                <a:spcPct val="115000"/>
              </a:lnSpc>
            </a:pPr>
            <a:r>
              <a:rPr lang="en-GB" sz="1600" b="1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page_title</a:t>
            </a:r>
            <a:r>
              <a:rPr lang="en-GB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</a:t>
            </a: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HTML title of the page.</a:t>
            </a:r>
          </a:p>
          <a:p>
            <a:pPr lvl="0">
              <a:lnSpc>
                <a:spcPct val="115000"/>
              </a:lnSpc>
            </a:pPr>
            <a:r>
              <a:rPr lang="en-GB" sz="1600" b="1" dirty="0" err="1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screen_resolution</a:t>
            </a:r>
            <a:r>
              <a:rPr lang="en-GB" sz="1600" b="1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GB" sz="1600" dirty="0">
                <a:solidFill>
                  <a:srgbClr val="0E10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The display resolution of the device being used.</a:t>
            </a:r>
            <a:endParaRPr sz="1600" dirty="0">
              <a:highlight>
                <a:schemeClr val="l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47897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0" y="1485441"/>
            <a:ext cx="12192000" cy="388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5" descr="Picture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3400" y="184919"/>
            <a:ext cx="1314450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805978" y="3773684"/>
            <a:ext cx="185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2194232" y="3067377"/>
            <a:ext cx="69828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Clr>
                <a:srgbClr val="92D050"/>
              </a:buClr>
              <a:buSzPts val="3500"/>
            </a:pPr>
            <a:r>
              <a:rPr lang="en-GB" sz="40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Event Creation in GA-4 Using GTM</a:t>
            </a:r>
            <a:endParaRPr lang="en-GB" sz="40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  <p:extLst>
      <p:ext uri="{BB962C8B-B14F-4D97-AF65-F5344CB8AC3E}">
        <p14:creationId xmlns:p14="http://schemas.microsoft.com/office/powerpoint/2010/main" val="3098921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Custom GA4 Events In Google Tag Manager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89748" y="5198589"/>
            <a:ext cx="75889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1. Create a new tag in Google Tag Manager and select ‘GA4 Event’ as the tag type.</a:t>
            </a:r>
          </a:p>
          <a:p>
            <a:endParaRPr lang="en-GB" dirty="0">
              <a:latin typeface="Century Gothic" pitchFamily="34" charset="0"/>
            </a:endParaRPr>
          </a:p>
          <a:p>
            <a:endParaRPr lang="en-GB" dirty="0">
              <a:latin typeface="Century Gothic" pitchFamily="34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15" y="1332914"/>
            <a:ext cx="7357092" cy="3126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54010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Custom GA4 Events In Google Tag Manager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89748" y="5512328"/>
            <a:ext cx="10615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2. Name your custom event. You can also include any optional parameters you want to use for reporting with the event.</a:t>
            </a:r>
          </a:p>
        </p:txBody>
      </p:sp>
      <p:pic>
        <p:nvPicPr>
          <p:cNvPr id="3074" name="Picture 2" descr="GA4 event tag configured in Google Tag Manager to send a 'generate_lead' ev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" y="1338354"/>
            <a:ext cx="5379944" cy="337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451" y="1237600"/>
            <a:ext cx="5727958" cy="3321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3012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Create Trigger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43" y="1490794"/>
            <a:ext cx="8209962" cy="392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2786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Select your existing GA4 configuration tag.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96510" y="4983146"/>
            <a:ext cx="106266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Create a trigger that will fire the tag when the action you want to track takes place on your website. </a:t>
            </a:r>
            <a:endParaRPr lang="en-GB" dirty="0" smtClean="0">
              <a:latin typeface="Century Gothic" pitchFamily="34" charset="0"/>
            </a:endParaRPr>
          </a:p>
          <a:p>
            <a:endParaRPr lang="en-GB" dirty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The </a:t>
            </a:r>
            <a:r>
              <a:rPr lang="en-GB" dirty="0">
                <a:latin typeface="Century Gothic" pitchFamily="34" charset="0"/>
              </a:rPr>
              <a:t>following example will fire the tag when someone views a page on the website that includes ‘/thank-you’ in the URL:</a:t>
            </a:r>
          </a:p>
        </p:txBody>
      </p:sp>
      <p:pic>
        <p:nvPicPr>
          <p:cNvPr id="4098" name="Picture 2" descr="Trigger in Google Tag Manager configured for 'Page Path' contains '/thank-you'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1" y="1659992"/>
            <a:ext cx="6557099" cy="25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194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Choose Trigger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" y="1222658"/>
            <a:ext cx="10473536" cy="4465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703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Choose Trigger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" y="1222658"/>
            <a:ext cx="10473536" cy="4465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12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Trigger Configuration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4" y="1051842"/>
            <a:ext cx="9619211" cy="4605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77838" y="5934584"/>
            <a:ext cx="83920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Once the firing condition for the tag and trigger have been defined, </a:t>
            </a:r>
            <a:endParaRPr lang="en-GB" dirty="0" smtClean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you </a:t>
            </a:r>
            <a:r>
              <a:rPr lang="en-GB" dirty="0">
                <a:latin typeface="Century Gothic" pitchFamily="34" charset="0"/>
              </a:rPr>
              <a:t>can save both using a naming convention that makes it easy to differentiate in the future. </a:t>
            </a:r>
          </a:p>
          <a:p>
            <a:endParaRPr lang="en-GB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6205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Trigger Configuration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4" y="1051842"/>
            <a:ext cx="9619211" cy="4605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77838" y="5934584"/>
            <a:ext cx="83920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Once the firing condition for the tag and trigger have been defined, </a:t>
            </a:r>
            <a:endParaRPr lang="en-GB" dirty="0" smtClean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you </a:t>
            </a:r>
            <a:r>
              <a:rPr lang="en-GB" dirty="0">
                <a:latin typeface="Century Gothic" pitchFamily="34" charset="0"/>
              </a:rPr>
              <a:t>can save both using a naming convention that makes it easy to differentiate in the future. </a:t>
            </a:r>
          </a:p>
          <a:p>
            <a:endParaRPr lang="en-GB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968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5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Tag Preview Using Tag </a:t>
            </a:r>
            <a:r>
              <a:rPr lang="en-GB" sz="3500" b="1" dirty="0" err="1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Assistent</a:t>
            </a:r>
            <a:endParaRPr lang="en-GB" sz="35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82996" y="4469039"/>
            <a:ext cx="91438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Verify if the tag is firing correctly by clicking on the "Preview" button at the top right corner of the page. </a:t>
            </a:r>
            <a:endParaRPr lang="en-GB" dirty="0" smtClean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This </a:t>
            </a:r>
            <a:r>
              <a:rPr lang="en-GB" dirty="0">
                <a:latin typeface="Century Gothic" pitchFamily="34" charset="0"/>
              </a:rPr>
              <a:t>will open a new window for Google Tag Assistant.  </a:t>
            </a:r>
          </a:p>
          <a:p>
            <a:endParaRPr lang="en-GB" dirty="0">
              <a:latin typeface="Century Gothic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15" y="1557797"/>
            <a:ext cx="10045874" cy="169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9343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0" y="1485441"/>
            <a:ext cx="12192000" cy="388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5" descr="Picture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3400" y="184919"/>
            <a:ext cx="1314450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805978" y="3773684"/>
            <a:ext cx="185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2194232" y="3067377"/>
            <a:ext cx="6982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Clr>
                <a:srgbClr val="92D050"/>
              </a:buClr>
              <a:buSzPts val="3500"/>
            </a:pPr>
            <a:r>
              <a:rPr lang="en-GB" sz="40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[UA→GA4] Goals </a:t>
            </a:r>
            <a:r>
              <a:rPr lang="en-GB" sz="4000" b="1" dirty="0" smtClean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migration</a:t>
            </a:r>
            <a:endParaRPr lang="en-GB" sz="4000" b="1" dirty="0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  <p:extLst>
      <p:ext uri="{BB962C8B-B14F-4D97-AF65-F5344CB8AC3E}">
        <p14:creationId xmlns:p14="http://schemas.microsoft.com/office/powerpoint/2010/main" val="3341354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6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[UA→GA4] Goals migration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62129" y="5198589"/>
            <a:ext cx="94804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The goals migration tool </a:t>
            </a:r>
            <a:r>
              <a:rPr lang="en-GB" dirty="0" smtClean="0">
                <a:latin typeface="Century Gothic" pitchFamily="34" charset="0"/>
              </a:rPr>
              <a:t>allows </a:t>
            </a:r>
            <a:r>
              <a:rPr lang="en-GB" dirty="0">
                <a:latin typeface="Century Gothic" pitchFamily="34" charset="0"/>
              </a:rPr>
              <a:t>you to quickly recreate eligible goals </a:t>
            </a:r>
            <a:endParaRPr lang="en-GB" dirty="0" smtClean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from </a:t>
            </a:r>
            <a:r>
              <a:rPr lang="en-GB" dirty="0">
                <a:latin typeface="Century Gothic" pitchFamily="34" charset="0"/>
              </a:rPr>
              <a:t>your connected Universal Analytics property as conversion events in your Google Analytics 4 property.</a:t>
            </a:r>
          </a:p>
          <a:p>
            <a:endParaRPr lang="en-GB" dirty="0">
              <a:latin typeface="Century Gothic" pitchFamily="34" charset="0"/>
            </a:endParaRPr>
          </a:p>
          <a:p>
            <a:endParaRPr lang="en-GB" dirty="0">
              <a:latin typeface="Century Gothic" pitchFamily="34" charset="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48" y="1208502"/>
            <a:ext cx="9145935" cy="3714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9376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59e87b79a_1_479"/>
          <p:cNvSpPr txBox="1">
            <a:spLocks noGrp="1"/>
          </p:cNvSpPr>
          <p:nvPr>
            <p:ph type="sldNum" idx="4294967295"/>
          </p:nvPr>
        </p:nvSpPr>
        <p:spPr>
          <a:xfrm>
            <a:off x="11172458" y="6414780"/>
            <a:ext cx="18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2259e87b79a_1_47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g2259e87b79a_1_47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786" name="Google Shape;786;g2259e87b79a_1_47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259e87b79a_1_479"/>
            <p:cNvSpPr/>
            <p:nvPr/>
          </p:nvSpPr>
          <p:spPr>
            <a:xfrm>
              <a:off x="742950" y="-1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259e87b79a_1_479"/>
            <p:cNvSpPr/>
            <p:nvPr/>
          </p:nvSpPr>
          <p:spPr>
            <a:xfrm rot="10800000" flipH="1">
              <a:off x="742950" y="647694"/>
              <a:ext cx="47628" cy="952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2259e87b79a_1_479"/>
          <p:cNvSpPr txBox="1"/>
          <p:nvPr/>
        </p:nvSpPr>
        <p:spPr>
          <a:xfrm>
            <a:off x="1095381" y="214300"/>
            <a:ext cx="10850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92D050"/>
              </a:buClr>
              <a:buSzPts val="3500"/>
            </a:pPr>
            <a:r>
              <a:rPr lang="en-GB" sz="3600" b="1" dirty="0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[UA→GA4] Goals migration</a:t>
            </a:r>
          </a:p>
        </p:txBody>
      </p:sp>
      <p:grpSp>
        <p:nvGrpSpPr>
          <p:cNvPr id="790" name="Google Shape;790;g2259e87b79a_1_47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791" name="Google Shape;791;g2259e87b79a_1_479"/>
            <p:cNvSpPr/>
            <p:nvPr/>
          </p:nvSpPr>
          <p:spPr>
            <a:xfrm>
              <a:off x="38033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259e87b79a_1_479"/>
            <p:cNvSpPr/>
            <p:nvPr/>
          </p:nvSpPr>
          <p:spPr>
            <a:xfrm>
              <a:off x="139455" y="25355"/>
              <a:ext cx="103518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259e87b79a_1_479"/>
            <p:cNvSpPr/>
            <p:nvPr/>
          </p:nvSpPr>
          <p:spPr>
            <a:xfrm>
              <a:off x="0" y="-1"/>
              <a:ext cx="382428" cy="33172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259e87b79a_1_479"/>
            <p:cNvSpPr/>
            <p:nvPr/>
          </p:nvSpPr>
          <p:spPr>
            <a:xfrm>
              <a:off x="242991" y="179602"/>
              <a:ext cx="101412" cy="760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5" name="Google Shape;795;g2259e87b79a_1_479" descr="Google Shape;4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41636" y="5675642"/>
            <a:ext cx="94804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entury Gothic" pitchFamily="34" charset="0"/>
              </a:rPr>
              <a:t>The goals migration tool </a:t>
            </a:r>
            <a:r>
              <a:rPr lang="en-GB" dirty="0" smtClean="0">
                <a:latin typeface="Century Gothic" pitchFamily="34" charset="0"/>
              </a:rPr>
              <a:t>allows </a:t>
            </a:r>
            <a:r>
              <a:rPr lang="en-GB" dirty="0">
                <a:latin typeface="Century Gothic" pitchFamily="34" charset="0"/>
              </a:rPr>
              <a:t>you to quickly recreate eligible goals </a:t>
            </a:r>
            <a:endParaRPr lang="en-GB" dirty="0" smtClean="0">
              <a:latin typeface="Century Gothic" pitchFamily="34" charset="0"/>
            </a:endParaRPr>
          </a:p>
          <a:p>
            <a:r>
              <a:rPr lang="en-GB" dirty="0" smtClean="0">
                <a:latin typeface="Century Gothic" pitchFamily="34" charset="0"/>
              </a:rPr>
              <a:t>from </a:t>
            </a:r>
            <a:r>
              <a:rPr lang="en-GB" dirty="0">
                <a:latin typeface="Century Gothic" pitchFamily="34" charset="0"/>
              </a:rPr>
              <a:t>your connected Universal Analytics property as conversion events in your Google Analytics 4 property.</a:t>
            </a:r>
          </a:p>
          <a:p>
            <a:endParaRPr lang="en-GB" dirty="0">
              <a:latin typeface="Century Gothic" pitchFamily="34" charset="0"/>
            </a:endParaRPr>
          </a:p>
          <a:p>
            <a:endParaRPr lang="en-GB" dirty="0">
              <a:latin typeface="Century Gothic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4" y="1251886"/>
            <a:ext cx="10053718" cy="3821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30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5"/>
          <p:cNvSpPr/>
          <p:nvPr/>
        </p:nvSpPr>
        <p:spPr>
          <a:xfrm>
            <a:off x="-1" y="1488669"/>
            <a:ext cx="12192001" cy="3887032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2" name="Google Shape;822;p25"/>
          <p:cNvGrpSpPr/>
          <p:nvPr/>
        </p:nvGrpSpPr>
        <p:grpSpPr>
          <a:xfrm>
            <a:off x="479483" y="1034352"/>
            <a:ext cx="4395352" cy="4789296"/>
            <a:chOff x="-1" y="-1"/>
            <a:chExt cx="4395351" cy="4789295"/>
          </a:xfrm>
        </p:grpSpPr>
        <p:grpSp>
          <p:nvGrpSpPr>
            <p:cNvPr id="823" name="Google Shape;823;p25"/>
            <p:cNvGrpSpPr/>
            <p:nvPr/>
          </p:nvGrpSpPr>
          <p:grpSpPr>
            <a:xfrm>
              <a:off x="4166747" y="11721"/>
              <a:ext cx="228603" cy="4777573"/>
              <a:chOff x="0" y="-1"/>
              <a:chExt cx="228601" cy="4777572"/>
            </a:xfrm>
          </p:grpSpPr>
          <p:sp>
            <p:nvSpPr>
              <p:cNvPr id="824" name="Google Shape;824;p25"/>
              <p:cNvSpPr/>
              <p:nvPr/>
            </p:nvSpPr>
            <p:spPr>
              <a:xfrm rot="10800000" flipH="1">
                <a:off x="0" y="4320370"/>
                <a:ext cx="2286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5"/>
              <p:cNvSpPr/>
              <p:nvPr/>
            </p:nvSpPr>
            <p:spPr>
              <a:xfrm>
                <a:off x="0" y="-1"/>
                <a:ext cx="228600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25"/>
            <p:cNvGrpSpPr/>
            <p:nvPr/>
          </p:nvGrpSpPr>
          <p:grpSpPr>
            <a:xfrm>
              <a:off x="317050" y="321446"/>
              <a:ext cx="3749697" cy="4134267"/>
              <a:chOff x="-1" y="0"/>
              <a:chExt cx="3749695" cy="4134265"/>
            </a:xfrm>
          </p:grpSpPr>
          <p:sp>
            <p:nvSpPr>
              <p:cNvPr id="827" name="Google Shape;827;p25"/>
              <p:cNvSpPr/>
              <p:nvPr/>
            </p:nvSpPr>
            <p:spPr>
              <a:xfrm>
                <a:off x="1454932" y="3362456"/>
                <a:ext cx="373667" cy="472051"/>
              </a:xfrm>
              <a:custGeom>
                <a:avLst/>
                <a:gdLst/>
                <a:ahLst/>
                <a:cxnLst/>
                <a:rect l="l" t="t" r="r" b="b"/>
                <a:pathLst>
                  <a:path w="21451" h="21004" extrusionOk="0">
                    <a:moveTo>
                      <a:pt x="0" y="19633"/>
                    </a:moveTo>
                    <a:cubicBezTo>
                      <a:pt x="0" y="19975"/>
                      <a:pt x="214" y="21004"/>
                      <a:pt x="428" y="21004"/>
                    </a:cubicBezTo>
                    <a:cubicBezTo>
                      <a:pt x="428" y="21004"/>
                      <a:pt x="2994" y="21004"/>
                      <a:pt x="5988" y="21004"/>
                    </a:cubicBezTo>
                    <a:cubicBezTo>
                      <a:pt x="7699" y="21004"/>
                      <a:pt x="9196" y="21004"/>
                      <a:pt x="10693" y="21004"/>
                    </a:cubicBezTo>
                    <a:cubicBezTo>
                      <a:pt x="12190" y="21004"/>
                      <a:pt x="13901" y="21004"/>
                      <a:pt x="15398" y="21004"/>
                    </a:cubicBezTo>
                    <a:cubicBezTo>
                      <a:pt x="18392" y="21004"/>
                      <a:pt x="20958" y="21004"/>
                      <a:pt x="20958" y="21004"/>
                    </a:cubicBezTo>
                    <a:cubicBezTo>
                      <a:pt x="21386" y="21004"/>
                      <a:pt x="21386" y="19975"/>
                      <a:pt x="21386" y="19633"/>
                    </a:cubicBezTo>
                    <a:cubicBezTo>
                      <a:pt x="21600" y="17747"/>
                      <a:pt x="21386" y="16033"/>
                      <a:pt x="19248" y="15004"/>
                    </a:cubicBezTo>
                    <a:cubicBezTo>
                      <a:pt x="18606" y="14490"/>
                      <a:pt x="16681" y="13975"/>
                      <a:pt x="15612" y="13461"/>
                    </a:cubicBezTo>
                    <a:cubicBezTo>
                      <a:pt x="14543" y="13118"/>
                      <a:pt x="12832" y="11918"/>
                      <a:pt x="13687" y="10890"/>
                    </a:cubicBezTo>
                    <a:cubicBezTo>
                      <a:pt x="14329" y="10033"/>
                      <a:pt x="16040" y="10547"/>
                      <a:pt x="16681" y="9518"/>
                    </a:cubicBezTo>
                    <a:cubicBezTo>
                      <a:pt x="16895" y="9347"/>
                      <a:pt x="16467" y="9004"/>
                      <a:pt x="16467" y="8147"/>
                    </a:cubicBezTo>
                    <a:cubicBezTo>
                      <a:pt x="16467" y="7461"/>
                      <a:pt x="16467" y="4718"/>
                      <a:pt x="16253" y="3861"/>
                    </a:cubicBezTo>
                    <a:cubicBezTo>
                      <a:pt x="15612" y="2661"/>
                      <a:pt x="14970" y="1461"/>
                      <a:pt x="13473" y="604"/>
                    </a:cubicBezTo>
                    <a:cubicBezTo>
                      <a:pt x="11335" y="-596"/>
                      <a:pt x="8127" y="90"/>
                      <a:pt x="6416" y="1804"/>
                    </a:cubicBezTo>
                    <a:cubicBezTo>
                      <a:pt x="4919" y="3690"/>
                      <a:pt x="5133" y="6090"/>
                      <a:pt x="5133" y="8147"/>
                    </a:cubicBezTo>
                    <a:cubicBezTo>
                      <a:pt x="4919" y="9004"/>
                      <a:pt x="4491" y="9347"/>
                      <a:pt x="4705" y="9518"/>
                    </a:cubicBezTo>
                    <a:cubicBezTo>
                      <a:pt x="5347" y="10375"/>
                      <a:pt x="7057" y="10204"/>
                      <a:pt x="7699" y="10890"/>
                    </a:cubicBezTo>
                    <a:cubicBezTo>
                      <a:pt x="8768" y="11747"/>
                      <a:pt x="6844" y="13118"/>
                      <a:pt x="5988" y="13461"/>
                    </a:cubicBezTo>
                    <a:cubicBezTo>
                      <a:pt x="4705" y="13975"/>
                      <a:pt x="2994" y="14490"/>
                      <a:pt x="2139" y="15004"/>
                    </a:cubicBezTo>
                    <a:cubicBezTo>
                      <a:pt x="214" y="16033"/>
                      <a:pt x="0" y="17747"/>
                      <a:pt x="0" y="1963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5"/>
              <p:cNvSpPr/>
              <p:nvPr/>
            </p:nvSpPr>
            <p:spPr>
              <a:xfrm>
                <a:off x="1773396" y="3329163"/>
                <a:ext cx="314124" cy="505344"/>
              </a:xfrm>
              <a:custGeom>
                <a:avLst/>
                <a:gdLst/>
                <a:ahLst/>
                <a:cxnLst/>
                <a:rect l="l" t="t" r="r" b="b"/>
                <a:pathLst>
                  <a:path w="20884" h="21600" extrusionOk="0">
                    <a:moveTo>
                      <a:pt x="6122" y="989"/>
                    </a:moveTo>
                    <a:cubicBezTo>
                      <a:pt x="7860" y="989"/>
                      <a:pt x="9349" y="1484"/>
                      <a:pt x="10094" y="2473"/>
                    </a:cubicBezTo>
                    <a:cubicBezTo>
                      <a:pt x="10343" y="2968"/>
                      <a:pt x="10343" y="3298"/>
                      <a:pt x="10094" y="3957"/>
                    </a:cubicBezTo>
                    <a:cubicBezTo>
                      <a:pt x="10094" y="4287"/>
                      <a:pt x="10094" y="4947"/>
                      <a:pt x="10094" y="5606"/>
                    </a:cubicBezTo>
                    <a:cubicBezTo>
                      <a:pt x="10094" y="6101"/>
                      <a:pt x="10094" y="6101"/>
                      <a:pt x="10094" y="6101"/>
                    </a:cubicBezTo>
                    <a:cubicBezTo>
                      <a:pt x="10839" y="6266"/>
                      <a:pt x="10839" y="6266"/>
                      <a:pt x="10839" y="6266"/>
                    </a:cubicBezTo>
                    <a:cubicBezTo>
                      <a:pt x="10839" y="6266"/>
                      <a:pt x="10839" y="6431"/>
                      <a:pt x="10839" y="6595"/>
                    </a:cubicBezTo>
                    <a:cubicBezTo>
                      <a:pt x="10591" y="6760"/>
                      <a:pt x="10591" y="6760"/>
                      <a:pt x="10343" y="6925"/>
                    </a:cubicBezTo>
                    <a:cubicBezTo>
                      <a:pt x="9846" y="7090"/>
                      <a:pt x="9349" y="7420"/>
                      <a:pt x="9101" y="7915"/>
                    </a:cubicBezTo>
                    <a:cubicBezTo>
                      <a:pt x="9101" y="8079"/>
                      <a:pt x="9101" y="8079"/>
                      <a:pt x="9101" y="8244"/>
                    </a:cubicBezTo>
                    <a:cubicBezTo>
                      <a:pt x="8853" y="8904"/>
                      <a:pt x="8356" y="10058"/>
                      <a:pt x="8605" y="10882"/>
                    </a:cubicBezTo>
                    <a:cubicBezTo>
                      <a:pt x="8853" y="12366"/>
                      <a:pt x="10094" y="13521"/>
                      <a:pt x="12329" y="14015"/>
                    </a:cubicBezTo>
                    <a:cubicBezTo>
                      <a:pt x="13818" y="14510"/>
                      <a:pt x="15805" y="15334"/>
                      <a:pt x="17294" y="15994"/>
                    </a:cubicBezTo>
                    <a:cubicBezTo>
                      <a:pt x="19032" y="16818"/>
                      <a:pt x="19529" y="19456"/>
                      <a:pt x="19281" y="20611"/>
                    </a:cubicBezTo>
                    <a:cubicBezTo>
                      <a:pt x="7612" y="20611"/>
                      <a:pt x="7612" y="20611"/>
                      <a:pt x="7612" y="20611"/>
                    </a:cubicBezTo>
                    <a:cubicBezTo>
                      <a:pt x="7612" y="20611"/>
                      <a:pt x="7612" y="20611"/>
                      <a:pt x="7612" y="20611"/>
                    </a:cubicBezTo>
                    <a:cubicBezTo>
                      <a:pt x="7612" y="20446"/>
                      <a:pt x="7612" y="20446"/>
                      <a:pt x="7612" y="20446"/>
                    </a:cubicBezTo>
                    <a:cubicBezTo>
                      <a:pt x="7860" y="19292"/>
                      <a:pt x="8108" y="15664"/>
                      <a:pt x="3391" y="13521"/>
                    </a:cubicBezTo>
                    <a:cubicBezTo>
                      <a:pt x="3143" y="13356"/>
                      <a:pt x="2646" y="13191"/>
                      <a:pt x="2149" y="13026"/>
                    </a:cubicBezTo>
                    <a:cubicBezTo>
                      <a:pt x="3143" y="12531"/>
                      <a:pt x="3639" y="11707"/>
                      <a:pt x="3887" y="10882"/>
                    </a:cubicBezTo>
                    <a:cubicBezTo>
                      <a:pt x="3887" y="10058"/>
                      <a:pt x="3639" y="8904"/>
                      <a:pt x="3391" y="8244"/>
                    </a:cubicBezTo>
                    <a:cubicBezTo>
                      <a:pt x="3391" y="8079"/>
                      <a:pt x="3391" y="8079"/>
                      <a:pt x="3391" y="7915"/>
                    </a:cubicBezTo>
                    <a:cubicBezTo>
                      <a:pt x="3143" y="7420"/>
                      <a:pt x="2646" y="7090"/>
                      <a:pt x="2149" y="6925"/>
                    </a:cubicBezTo>
                    <a:cubicBezTo>
                      <a:pt x="1653" y="6760"/>
                      <a:pt x="1653" y="6760"/>
                      <a:pt x="1653" y="6595"/>
                    </a:cubicBezTo>
                    <a:cubicBezTo>
                      <a:pt x="1653" y="6431"/>
                      <a:pt x="1653" y="6431"/>
                      <a:pt x="1901" y="6101"/>
                    </a:cubicBezTo>
                    <a:cubicBezTo>
                      <a:pt x="1901" y="5771"/>
                      <a:pt x="2398" y="5441"/>
                      <a:pt x="2149" y="4782"/>
                    </a:cubicBezTo>
                    <a:cubicBezTo>
                      <a:pt x="2149" y="4617"/>
                      <a:pt x="2149" y="4287"/>
                      <a:pt x="2149" y="4122"/>
                    </a:cubicBezTo>
                    <a:cubicBezTo>
                      <a:pt x="1901" y="3463"/>
                      <a:pt x="1901" y="3133"/>
                      <a:pt x="2149" y="2803"/>
                    </a:cubicBezTo>
                    <a:cubicBezTo>
                      <a:pt x="2398" y="2144"/>
                      <a:pt x="3143" y="1484"/>
                      <a:pt x="4136" y="1154"/>
                    </a:cubicBezTo>
                    <a:cubicBezTo>
                      <a:pt x="4881" y="989"/>
                      <a:pt x="5377" y="989"/>
                      <a:pt x="6122" y="989"/>
                    </a:cubicBezTo>
                    <a:moveTo>
                      <a:pt x="6122" y="0"/>
                    </a:moveTo>
                    <a:cubicBezTo>
                      <a:pt x="5129" y="0"/>
                      <a:pt x="4384" y="0"/>
                      <a:pt x="3391" y="330"/>
                    </a:cubicBezTo>
                    <a:cubicBezTo>
                      <a:pt x="2149" y="824"/>
                      <a:pt x="1156" y="1484"/>
                      <a:pt x="660" y="2473"/>
                    </a:cubicBezTo>
                    <a:cubicBezTo>
                      <a:pt x="163" y="3298"/>
                      <a:pt x="660" y="3957"/>
                      <a:pt x="660" y="4947"/>
                    </a:cubicBezTo>
                    <a:cubicBezTo>
                      <a:pt x="908" y="5606"/>
                      <a:pt x="-85" y="5936"/>
                      <a:pt x="163" y="6760"/>
                    </a:cubicBezTo>
                    <a:cubicBezTo>
                      <a:pt x="412" y="7750"/>
                      <a:pt x="1653" y="7750"/>
                      <a:pt x="1901" y="8079"/>
                    </a:cubicBezTo>
                    <a:cubicBezTo>
                      <a:pt x="1901" y="8574"/>
                      <a:pt x="2398" y="9893"/>
                      <a:pt x="2398" y="10882"/>
                    </a:cubicBezTo>
                    <a:cubicBezTo>
                      <a:pt x="2149" y="11707"/>
                      <a:pt x="1405" y="12366"/>
                      <a:pt x="163" y="12861"/>
                    </a:cubicBezTo>
                    <a:cubicBezTo>
                      <a:pt x="-85" y="13191"/>
                      <a:pt x="-85" y="13356"/>
                      <a:pt x="412" y="13521"/>
                    </a:cubicBezTo>
                    <a:cubicBezTo>
                      <a:pt x="1156" y="13850"/>
                      <a:pt x="2149" y="14180"/>
                      <a:pt x="2646" y="14345"/>
                    </a:cubicBezTo>
                    <a:cubicBezTo>
                      <a:pt x="6618" y="16159"/>
                      <a:pt x="6370" y="19292"/>
                      <a:pt x="6122" y="20446"/>
                    </a:cubicBezTo>
                    <a:cubicBezTo>
                      <a:pt x="6122" y="20446"/>
                      <a:pt x="6122" y="20446"/>
                      <a:pt x="6122" y="20446"/>
                    </a:cubicBezTo>
                    <a:cubicBezTo>
                      <a:pt x="6122" y="20776"/>
                      <a:pt x="6122" y="21105"/>
                      <a:pt x="6122" y="21435"/>
                    </a:cubicBezTo>
                    <a:cubicBezTo>
                      <a:pt x="6122" y="21600"/>
                      <a:pt x="6122" y="21600"/>
                      <a:pt x="6370" y="21600"/>
                    </a:cubicBezTo>
                    <a:cubicBezTo>
                      <a:pt x="6867" y="21600"/>
                      <a:pt x="6867" y="21600"/>
                      <a:pt x="6867" y="21600"/>
                    </a:cubicBezTo>
                    <a:cubicBezTo>
                      <a:pt x="20522" y="21600"/>
                      <a:pt x="20522" y="21600"/>
                      <a:pt x="20522" y="21600"/>
                    </a:cubicBezTo>
                    <a:cubicBezTo>
                      <a:pt x="21018" y="21600"/>
                      <a:pt x="21515" y="16653"/>
                      <a:pt x="18287" y="15169"/>
                    </a:cubicBezTo>
                    <a:cubicBezTo>
                      <a:pt x="16549" y="14510"/>
                      <a:pt x="14563" y="13685"/>
                      <a:pt x="12825" y="13191"/>
                    </a:cubicBezTo>
                    <a:cubicBezTo>
                      <a:pt x="11087" y="12696"/>
                      <a:pt x="10343" y="11707"/>
                      <a:pt x="10094" y="10882"/>
                    </a:cubicBezTo>
                    <a:cubicBezTo>
                      <a:pt x="9846" y="9893"/>
                      <a:pt x="10343" y="8574"/>
                      <a:pt x="10591" y="8079"/>
                    </a:cubicBezTo>
                    <a:cubicBezTo>
                      <a:pt x="10591" y="7750"/>
                      <a:pt x="12081" y="7750"/>
                      <a:pt x="12329" y="6760"/>
                    </a:cubicBezTo>
                    <a:cubicBezTo>
                      <a:pt x="12329" y="6431"/>
                      <a:pt x="12329" y="5606"/>
                      <a:pt x="11584" y="5441"/>
                    </a:cubicBezTo>
                    <a:cubicBezTo>
                      <a:pt x="11336" y="4122"/>
                      <a:pt x="12329" y="3298"/>
                      <a:pt x="11336" y="1979"/>
                    </a:cubicBezTo>
                    <a:cubicBezTo>
                      <a:pt x="10343" y="660"/>
                      <a:pt x="8356" y="0"/>
                      <a:pt x="612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5"/>
              <p:cNvSpPr/>
              <p:nvPr/>
            </p:nvSpPr>
            <p:spPr>
              <a:xfrm>
                <a:off x="771768" y="3383544"/>
                <a:ext cx="455871" cy="4615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1080"/>
                    </a:moveTo>
                    <a:cubicBezTo>
                      <a:pt x="12216" y="1080"/>
                      <a:pt x="13279" y="1260"/>
                      <a:pt x="14518" y="1620"/>
                    </a:cubicBezTo>
                    <a:cubicBezTo>
                      <a:pt x="15757" y="2160"/>
                      <a:pt x="16643" y="2700"/>
                      <a:pt x="17528" y="3600"/>
                    </a:cubicBezTo>
                    <a:cubicBezTo>
                      <a:pt x="18413" y="4320"/>
                      <a:pt x="19298" y="5400"/>
                      <a:pt x="19830" y="6660"/>
                    </a:cubicBezTo>
                    <a:cubicBezTo>
                      <a:pt x="20361" y="7920"/>
                      <a:pt x="20538" y="9360"/>
                      <a:pt x="20538" y="10980"/>
                    </a:cubicBezTo>
                    <a:cubicBezTo>
                      <a:pt x="20538" y="11340"/>
                      <a:pt x="20538" y="11520"/>
                      <a:pt x="20538" y="12060"/>
                    </a:cubicBezTo>
                    <a:cubicBezTo>
                      <a:pt x="20538" y="12420"/>
                      <a:pt x="20361" y="12780"/>
                      <a:pt x="20361" y="13320"/>
                    </a:cubicBezTo>
                    <a:cubicBezTo>
                      <a:pt x="20184" y="13680"/>
                      <a:pt x="20184" y="14220"/>
                      <a:pt x="20007" y="14580"/>
                    </a:cubicBezTo>
                    <a:cubicBezTo>
                      <a:pt x="19830" y="15120"/>
                      <a:pt x="19475" y="15480"/>
                      <a:pt x="19298" y="16020"/>
                    </a:cubicBezTo>
                    <a:cubicBezTo>
                      <a:pt x="18944" y="16380"/>
                      <a:pt x="18590" y="16560"/>
                      <a:pt x="18059" y="16920"/>
                    </a:cubicBezTo>
                    <a:cubicBezTo>
                      <a:pt x="17705" y="17100"/>
                      <a:pt x="17174" y="17280"/>
                      <a:pt x="16466" y="17280"/>
                    </a:cubicBezTo>
                    <a:cubicBezTo>
                      <a:pt x="16111" y="17280"/>
                      <a:pt x="15580" y="17100"/>
                      <a:pt x="15403" y="17100"/>
                    </a:cubicBezTo>
                    <a:cubicBezTo>
                      <a:pt x="15049" y="16920"/>
                      <a:pt x="14695" y="16740"/>
                      <a:pt x="14518" y="16560"/>
                    </a:cubicBezTo>
                    <a:cubicBezTo>
                      <a:pt x="14341" y="16380"/>
                      <a:pt x="14341" y="16200"/>
                      <a:pt x="14164" y="15840"/>
                    </a:cubicBezTo>
                    <a:cubicBezTo>
                      <a:pt x="13987" y="15660"/>
                      <a:pt x="13987" y="15480"/>
                      <a:pt x="13987" y="15120"/>
                    </a:cubicBezTo>
                    <a:cubicBezTo>
                      <a:pt x="13456" y="15660"/>
                      <a:pt x="12748" y="16200"/>
                      <a:pt x="12039" y="16380"/>
                    </a:cubicBezTo>
                    <a:cubicBezTo>
                      <a:pt x="11331" y="16740"/>
                      <a:pt x="10446" y="16920"/>
                      <a:pt x="9561" y="16920"/>
                    </a:cubicBezTo>
                    <a:cubicBezTo>
                      <a:pt x="8321" y="16920"/>
                      <a:pt x="7436" y="16560"/>
                      <a:pt x="6728" y="15840"/>
                    </a:cubicBezTo>
                    <a:cubicBezTo>
                      <a:pt x="6020" y="15120"/>
                      <a:pt x="5666" y="14220"/>
                      <a:pt x="5666" y="13140"/>
                    </a:cubicBezTo>
                    <a:cubicBezTo>
                      <a:pt x="5666" y="12420"/>
                      <a:pt x="5843" y="11880"/>
                      <a:pt x="6020" y="11340"/>
                    </a:cubicBezTo>
                    <a:cubicBezTo>
                      <a:pt x="6374" y="10800"/>
                      <a:pt x="6728" y="10440"/>
                      <a:pt x="7259" y="10080"/>
                    </a:cubicBezTo>
                    <a:cubicBezTo>
                      <a:pt x="7613" y="9900"/>
                      <a:pt x="8144" y="9540"/>
                      <a:pt x="8675" y="9540"/>
                    </a:cubicBezTo>
                    <a:cubicBezTo>
                      <a:pt x="9207" y="9360"/>
                      <a:pt x="9915" y="9360"/>
                      <a:pt x="10446" y="9360"/>
                    </a:cubicBezTo>
                    <a:cubicBezTo>
                      <a:pt x="11154" y="9360"/>
                      <a:pt x="11685" y="9360"/>
                      <a:pt x="12216" y="9540"/>
                    </a:cubicBezTo>
                    <a:cubicBezTo>
                      <a:pt x="12570" y="9540"/>
                      <a:pt x="12925" y="9720"/>
                      <a:pt x="13279" y="9900"/>
                    </a:cubicBezTo>
                    <a:cubicBezTo>
                      <a:pt x="13279" y="9360"/>
                      <a:pt x="13102" y="9000"/>
                      <a:pt x="13102" y="8640"/>
                    </a:cubicBezTo>
                    <a:cubicBezTo>
                      <a:pt x="12925" y="8280"/>
                      <a:pt x="12925" y="8100"/>
                      <a:pt x="12570" y="7740"/>
                    </a:cubicBezTo>
                    <a:cubicBezTo>
                      <a:pt x="12393" y="7560"/>
                      <a:pt x="12216" y="7380"/>
                      <a:pt x="11862" y="7200"/>
                    </a:cubicBezTo>
                    <a:cubicBezTo>
                      <a:pt x="11331" y="7020"/>
                      <a:pt x="10977" y="7020"/>
                      <a:pt x="10446" y="7020"/>
                    </a:cubicBezTo>
                    <a:cubicBezTo>
                      <a:pt x="9738" y="7020"/>
                      <a:pt x="9030" y="7200"/>
                      <a:pt x="8498" y="7380"/>
                    </a:cubicBezTo>
                    <a:cubicBezTo>
                      <a:pt x="8321" y="7380"/>
                      <a:pt x="8144" y="7380"/>
                      <a:pt x="8144" y="7560"/>
                    </a:cubicBezTo>
                    <a:cubicBezTo>
                      <a:pt x="7967" y="7560"/>
                      <a:pt x="7790" y="7560"/>
                      <a:pt x="7613" y="7560"/>
                    </a:cubicBezTo>
                    <a:cubicBezTo>
                      <a:pt x="7259" y="7560"/>
                      <a:pt x="6728" y="7380"/>
                      <a:pt x="6551" y="6840"/>
                    </a:cubicBezTo>
                    <a:cubicBezTo>
                      <a:pt x="6551" y="6840"/>
                      <a:pt x="6551" y="6840"/>
                      <a:pt x="6551" y="6840"/>
                    </a:cubicBezTo>
                    <a:cubicBezTo>
                      <a:pt x="6374" y="6300"/>
                      <a:pt x="6728" y="5760"/>
                      <a:pt x="7082" y="5580"/>
                    </a:cubicBezTo>
                    <a:cubicBezTo>
                      <a:pt x="8144" y="5040"/>
                      <a:pt x="9384" y="4680"/>
                      <a:pt x="10800" y="4680"/>
                    </a:cubicBezTo>
                    <a:cubicBezTo>
                      <a:pt x="12039" y="4680"/>
                      <a:pt x="12925" y="4860"/>
                      <a:pt x="13456" y="5220"/>
                    </a:cubicBezTo>
                    <a:cubicBezTo>
                      <a:pt x="14164" y="5580"/>
                      <a:pt x="14695" y="5940"/>
                      <a:pt x="14872" y="6480"/>
                    </a:cubicBezTo>
                    <a:cubicBezTo>
                      <a:pt x="15226" y="7020"/>
                      <a:pt x="15403" y="7740"/>
                      <a:pt x="15580" y="8280"/>
                    </a:cubicBezTo>
                    <a:cubicBezTo>
                      <a:pt x="15580" y="9000"/>
                      <a:pt x="15580" y="9540"/>
                      <a:pt x="15580" y="10260"/>
                    </a:cubicBezTo>
                    <a:cubicBezTo>
                      <a:pt x="15580" y="12240"/>
                      <a:pt x="15580" y="12240"/>
                      <a:pt x="15580" y="12240"/>
                    </a:cubicBezTo>
                    <a:cubicBezTo>
                      <a:pt x="15580" y="12780"/>
                      <a:pt x="15580" y="13140"/>
                      <a:pt x="15580" y="13500"/>
                    </a:cubicBezTo>
                    <a:cubicBezTo>
                      <a:pt x="15757" y="13860"/>
                      <a:pt x="15757" y="14220"/>
                      <a:pt x="15757" y="14400"/>
                    </a:cubicBezTo>
                    <a:cubicBezTo>
                      <a:pt x="15934" y="14760"/>
                      <a:pt x="16111" y="14940"/>
                      <a:pt x="16289" y="15120"/>
                    </a:cubicBezTo>
                    <a:cubicBezTo>
                      <a:pt x="16289" y="15300"/>
                      <a:pt x="16643" y="15480"/>
                      <a:pt x="16820" y="15480"/>
                    </a:cubicBezTo>
                    <a:cubicBezTo>
                      <a:pt x="16997" y="15480"/>
                      <a:pt x="16997" y="15480"/>
                      <a:pt x="16997" y="15480"/>
                    </a:cubicBezTo>
                    <a:cubicBezTo>
                      <a:pt x="17351" y="15300"/>
                      <a:pt x="17705" y="15120"/>
                      <a:pt x="18059" y="14760"/>
                    </a:cubicBezTo>
                    <a:cubicBezTo>
                      <a:pt x="18236" y="14580"/>
                      <a:pt x="18413" y="14040"/>
                      <a:pt x="18590" y="13680"/>
                    </a:cubicBezTo>
                    <a:cubicBezTo>
                      <a:pt x="18767" y="13140"/>
                      <a:pt x="18767" y="12780"/>
                      <a:pt x="18767" y="12240"/>
                    </a:cubicBezTo>
                    <a:cubicBezTo>
                      <a:pt x="18944" y="11700"/>
                      <a:pt x="18944" y="11340"/>
                      <a:pt x="18944" y="10980"/>
                    </a:cubicBezTo>
                    <a:cubicBezTo>
                      <a:pt x="18944" y="9720"/>
                      <a:pt x="18767" y="8640"/>
                      <a:pt x="18413" y="7560"/>
                    </a:cubicBezTo>
                    <a:cubicBezTo>
                      <a:pt x="17882" y="6660"/>
                      <a:pt x="17351" y="5760"/>
                      <a:pt x="16643" y="5040"/>
                    </a:cubicBezTo>
                    <a:cubicBezTo>
                      <a:pt x="15934" y="4320"/>
                      <a:pt x="15049" y="3780"/>
                      <a:pt x="14164" y="3240"/>
                    </a:cubicBezTo>
                    <a:cubicBezTo>
                      <a:pt x="13102" y="2880"/>
                      <a:pt x="12039" y="2700"/>
                      <a:pt x="10800" y="2700"/>
                    </a:cubicBezTo>
                    <a:cubicBezTo>
                      <a:pt x="9561" y="2700"/>
                      <a:pt x="8498" y="2880"/>
                      <a:pt x="7436" y="3240"/>
                    </a:cubicBezTo>
                    <a:cubicBezTo>
                      <a:pt x="6374" y="3600"/>
                      <a:pt x="5666" y="4320"/>
                      <a:pt x="4957" y="5040"/>
                    </a:cubicBezTo>
                    <a:cubicBezTo>
                      <a:pt x="4249" y="5760"/>
                      <a:pt x="3718" y="6480"/>
                      <a:pt x="3187" y="7560"/>
                    </a:cubicBezTo>
                    <a:cubicBezTo>
                      <a:pt x="2833" y="8640"/>
                      <a:pt x="2656" y="9720"/>
                      <a:pt x="2656" y="10800"/>
                    </a:cubicBezTo>
                    <a:cubicBezTo>
                      <a:pt x="2656" y="11880"/>
                      <a:pt x="2833" y="12960"/>
                      <a:pt x="3187" y="14040"/>
                    </a:cubicBezTo>
                    <a:cubicBezTo>
                      <a:pt x="3541" y="14940"/>
                      <a:pt x="4072" y="15840"/>
                      <a:pt x="4780" y="16560"/>
                    </a:cubicBezTo>
                    <a:cubicBezTo>
                      <a:pt x="5489" y="17280"/>
                      <a:pt x="6197" y="18000"/>
                      <a:pt x="7259" y="18360"/>
                    </a:cubicBezTo>
                    <a:cubicBezTo>
                      <a:pt x="8144" y="18720"/>
                      <a:pt x="9207" y="19080"/>
                      <a:pt x="10446" y="19080"/>
                    </a:cubicBezTo>
                    <a:cubicBezTo>
                      <a:pt x="11331" y="19080"/>
                      <a:pt x="12039" y="18900"/>
                      <a:pt x="12570" y="18720"/>
                    </a:cubicBezTo>
                    <a:cubicBezTo>
                      <a:pt x="12925" y="18540"/>
                      <a:pt x="13279" y="18540"/>
                      <a:pt x="13633" y="18360"/>
                    </a:cubicBezTo>
                    <a:cubicBezTo>
                      <a:pt x="13810" y="18360"/>
                      <a:pt x="13810" y="18360"/>
                      <a:pt x="13987" y="18360"/>
                    </a:cubicBezTo>
                    <a:cubicBezTo>
                      <a:pt x="14341" y="18360"/>
                      <a:pt x="14518" y="18540"/>
                      <a:pt x="14695" y="18900"/>
                    </a:cubicBezTo>
                    <a:cubicBezTo>
                      <a:pt x="14872" y="19260"/>
                      <a:pt x="14518" y="19620"/>
                      <a:pt x="14164" y="19800"/>
                    </a:cubicBezTo>
                    <a:cubicBezTo>
                      <a:pt x="13633" y="19980"/>
                      <a:pt x="13102" y="20160"/>
                      <a:pt x="12748" y="20340"/>
                    </a:cubicBezTo>
                    <a:cubicBezTo>
                      <a:pt x="11862" y="20520"/>
                      <a:pt x="11154" y="20520"/>
                      <a:pt x="10269" y="20520"/>
                    </a:cubicBezTo>
                    <a:cubicBezTo>
                      <a:pt x="9030" y="20520"/>
                      <a:pt x="7790" y="20340"/>
                      <a:pt x="6728" y="19980"/>
                    </a:cubicBezTo>
                    <a:cubicBezTo>
                      <a:pt x="5666" y="19440"/>
                      <a:pt x="4603" y="18720"/>
                      <a:pt x="3718" y="18000"/>
                    </a:cubicBezTo>
                    <a:cubicBezTo>
                      <a:pt x="3010" y="17100"/>
                      <a:pt x="2302" y="16020"/>
                      <a:pt x="1770" y="14760"/>
                    </a:cubicBezTo>
                    <a:cubicBezTo>
                      <a:pt x="1239" y="13680"/>
                      <a:pt x="1062" y="12240"/>
                      <a:pt x="1062" y="10800"/>
                    </a:cubicBezTo>
                    <a:cubicBezTo>
                      <a:pt x="1062" y="9180"/>
                      <a:pt x="1239" y="7740"/>
                      <a:pt x="1770" y="6660"/>
                    </a:cubicBezTo>
                    <a:cubicBezTo>
                      <a:pt x="2479" y="5400"/>
                      <a:pt x="3187" y="4320"/>
                      <a:pt x="4072" y="3600"/>
                    </a:cubicBezTo>
                    <a:cubicBezTo>
                      <a:pt x="4957" y="2700"/>
                      <a:pt x="6020" y="2160"/>
                      <a:pt x="7082" y="1800"/>
                    </a:cubicBezTo>
                    <a:cubicBezTo>
                      <a:pt x="8321" y="1260"/>
                      <a:pt x="9561" y="1080"/>
                      <a:pt x="10800" y="1080"/>
                    </a:cubicBezTo>
                    <a:moveTo>
                      <a:pt x="9915" y="14940"/>
                    </a:moveTo>
                    <a:cubicBezTo>
                      <a:pt x="10269" y="14940"/>
                      <a:pt x="10446" y="14760"/>
                      <a:pt x="10977" y="14760"/>
                    </a:cubicBezTo>
                    <a:cubicBezTo>
                      <a:pt x="11331" y="14760"/>
                      <a:pt x="11685" y="14580"/>
                      <a:pt x="12039" y="14400"/>
                    </a:cubicBezTo>
                    <a:cubicBezTo>
                      <a:pt x="12393" y="14220"/>
                      <a:pt x="12748" y="14040"/>
                      <a:pt x="12925" y="13680"/>
                    </a:cubicBezTo>
                    <a:cubicBezTo>
                      <a:pt x="13102" y="13500"/>
                      <a:pt x="13279" y="13140"/>
                      <a:pt x="13279" y="12780"/>
                    </a:cubicBezTo>
                    <a:cubicBezTo>
                      <a:pt x="13279" y="11700"/>
                      <a:pt x="13279" y="11700"/>
                      <a:pt x="13279" y="11700"/>
                    </a:cubicBezTo>
                    <a:cubicBezTo>
                      <a:pt x="12925" y="11700"/>
                      <a:pt x="12570" y="11520"/>
                      <a:pt x="12039" y="11340"/>
                    </a:cubicBezTo>
                    <a:cubicBezTo>
                      <a:pt x="11508" y="11340"/>
                      <a:pt x="10977" y="11160"/>
                      <a:pt x="10446" y="11160"/>
                    </a:cubicBezTo>
                    <a:cubicBezTo>
                      <a:pt x="9738" y="11160"/>
                      <a:pt x="9207" y="11340"/>
                      <a:pt x="8675" y="11700"/>
                    </a:cubicBezTo>
                    <a:cubicBezTo>
                      <a:pt x="8321" y="12060"/>
                      <a:pt x="8144" y="12420"/>
                      <a:pt x="8144" y="13140"/>
                    </a:cubicBezTo>
                    <a:cubicBezTo>
                      <a:pt x="8144" y="13680"/>
                      <a:pt x="8144" y="14040"/>
                      <a:pt x="8498" y="14400"/>
                    </a:cubicBezTo>
                    <a:cubicBezTo>
                      <a:pt x="8852" y="14760"/>
                      <a:pt x="9207" y="14940"/>
                      <a:pt x="9915" y="14940"/>
                    </a:cubicBezTo>
                    <a:moveTo>
                      <a:pt x="10800" y="0"/>
                    </a:moveTo>
                    <a:cubicBezTo>
                      <a:pt x="9384" y="0"/>
                      <a:pt x="8144" y="180"/>
                      <a:pt x="6728" y="720"/>
                    </a:cubicBezTo>
                    <a:cubicBezTo>
                      <a:pt x="5489" y="1080"/>
                      <a:pt x="4249" y="1800"/>
                      <a:pt x="3364" y="2700"/>
                    </a:cubicBezTo>
                    <a:cubicBezTo>
                      <a:pt x="2302" y="3600"/>
                      <a:pt x="1416" y="4860"/>
                      <a:pt x="885" y="6120"/>
                    </a:cubicBezTo>
                    <a:cubicBezTo>
                      <a:pt x="354" y="7560"/>
                      <a:pt x="0" y="9000"/>
                      <a:pt x="0" y="10800"/>
                    </a:cubicBezTo>
                    <a:cubicBezTo>
                      <a:pt x="0" y="12420"/>
                      <a:pt x="177" y="13860"/>
                      <a:pt x="708" y="15300"/>
                    </a:cubicBezTo>
                    <a:cubicBezTo>
                      <a:pt x="1416" y="16560"/>
                      <a:pt x="2125" y="17820"/>
                      <a:pt x="3010" y="18720"/>
                    </a:cubicBezTo>
                    <a:cubicBezTo>
                      <a:pt x="3895" y="19620"/>
                      <a:pt x="5134" y="20340"/>
                      <a:pt x="6374" y="20880"/>
                    </a:cubicBezTo>
                    <a:cubicBezTo>
                      <a:pt x="7613" y="21420"/>
                      <a:pt x="8852" y="21600"/>
                      <a:pt x="10269" y="21600"/>
                    </a:cubicBezTo>
                    <a:cubicBezTo>
                      <a:pt x="11154" y="21600"/>
                      <a:pt x="12039" y="21600"/>
                      <a:pt x="12925" y="21420"/>
                    </a:cubicBezTo>
                    <a:cubicBezTo>
                      <a:pt x="13456" y="21240"/>
                      <a:pt x="13987" y="21060"/>
                      <a:pt x="14518" y="20880"/>
                    </a:cubicBezTo>
                    <a:cubicBezTo>
                      <a:pt x="15580" y="20520"/>
                      <a:pt x="15934" y="19440"/>
                      <a:pt x="15757" y="18540"/>
                    </a:cubicBezTo>
                    <a:cubicBezTo>
                      <a:pt x="15580" y="18360"/>
                      <a:pt x="15580" y="18360"/>
                      <a:pt x="15580" y="18180"/>
                    </a:cubicBezTo>
                    <a:cubicBezTo>
                      <a:pt x="15934" y="18180"/>
                      <a:pt x="16111" y="18360"/>
                      <a:pt x="16466" y="18360"/>
                    </a:cubicBezTo>
                    <a:cubicBezTo>
                      <a:pt x="17351" y="18360"/>
                      <a:pt x="18059" y="18180"/>
                      <a:pt x="18590" y="17820"/>
                    </a:cubicBezTo>
                    <a:cubicBezTo>
                      <a:pt x="19121" y="17460"/>
                      <a:pt x="19652" y="17100"/>
                      <a:pt x="20184" y="16560"/>
                    </a:cubicBezTo>
                    <a:cubicBezTo>
                      <a:pt x="20538" y="16200"/>
                      <a:pt x="20715" y="15660"/>
                      <a:pt x="20892" y="15120"/>
                    </a:cubicBezTo>
                    <a:cubicBezTo>
                      <a:pt x="21069" y="14580"/>
                      <a:pt x="21246" y="14040"/>
                      <a:pt x="21423" y="13500"/>
                    </a:cubicBezTo>
                    <a:cubicBezTo>
                      <a:pt x="21423" y="12960"/>
                      <a:pt x="21600" y="12600"/>
                      <a:pt x="21600" y="12060"/>
                    </a:cubicBezTo>
                    <a:cubicBezTo>
                      <a:pt x="21600" y="11700"/>
                      <a:pt x="21600" y="11340"/>
                      <a:pt x="21600" y="10980"/>
                    </a:cubicBezTo>
                    <a:cubicBezTo>
                      <a:pt x="21600" y="9180"/>
                      <a:pt x="21246" y="7560"/>
                      <a:pt x="20715" y="6300"/>
                    </a:cubicBezTo>
                    <a:cubicBezTo>
                      <a:pt x="20184" y="4860"/>
                      <a:pt x="19298" y="3600"/>
                      <a:pt x="18236" y="2700"/>
                    </a:cubicBezTo>
                    <a:cubicBezTo>
                      <a:pt x="17351" y="1800"/>
                      <a:pt x="16111" y="1080"/>
                      <a:pt x="14872" y="720"/>
                    </a:cubicBezTo>
                    <a:cubicBezTo>
                      <a:pt x="13633" y="180"/>
                      <a:pt x="12216" y="0"/>
                      <a:pt x="10800" y="0"/>
                    </a:cubicBezTo>
                    <a:close/>
                    <a:moveTo>
                      <a:pt x="16997" y="14400"/>
                    </a:moveTo>
                    <a:cubicBezTo>
                      <a:pt x="16820" y="14220"/>
                      <a:pt x="16820" y="14220"/>
                      <a:pt x="16820" y="14040"/>
                    </a:cubicBezTo>
                    <a:cubicBezTo>
                      <a:pt x="16820" y="13860"/>
                      <a:pt x="16820" y="13680"/>
                      <a:pt x="16643" y="13320"/>
                    </a:cubicBezTo>
                    <a:cubicBezTo>
                      <a:pt x="16643" y="12960"/>
                      <a:pt x="16643" y="12600"/>
                      <a:pt x="16643" y="12240"/>
                    </a:cubicBezTo>
                    <a:cubicBezTo>
                      <a:pt x="16643" y="10260"/>
                      <a:pt x="16643" y="10260"/>
                      <a:pt x="16643" y="10260"/>
                    </a:cubicBezTo>
                    <a:cubicBezTo>
                      <a:pt x="16643" y="9540"/>
                      <a:pt x="16643" y="9000"/>
                      <a:pt x="16643" y="8280"/>
                    </a:cubicBezTo>
                    <a:cubicBezTo>
                      <a:pt x="16466" y="7380"/>
                      <a:pt x="16289" y="6660"/>
                      <a:pt x="15934" y="5940"/>
                    </a:cubicBezTo>
                    <a:cubicBezTo>
                      <a:pt x="15757" y="5760"/>
                      <a:pt x="15403" y="5400"/>
                      <a:pt x="15226" y="5220"/>
                    </a:cubicBezTo>
                    <a:cubicBezTo>
                      <a:pt x="15403" y="5400"/>
                      <a:pt x="15757" y="5580"/>
                      <a:pt x="15934" y="5760"/>
                    </a:cubicBezTo>
                    <a:cubicBezTo>
                      <a:pt x="16466" y="6480"/>
                      <a:pt x="16997" y="7200"/>
                      <a:pt x="17351" y="8100"/>
                    </a:cubicBezTo>
                    <a:cubicBezTo>
                      <a:pt x="17705" y="9000"/>
                      <a:pt x="17882" y="9900"/>
                      <a:pt x="17882" y="10980"/>
                    </a:cubicBezTo>
                    <a:cubicBezTo>
                      <a:pt x="17882" y="11160"/>
                      <a:pt x="17882" y="11700"/>
                      <a:pt x="17705" y="12060"/>
                    </a:cubicBezTo>
                    <a:cubicBezTo>
                      <a:pt x="17705" y="12600"/>
                      <a:pt x="17705" y="12960"/>
                      <a:pt x="17528" y="13320"/>
                    </a:cubicBezTo>
                    <a:cubicBezTo>
                      <a:pt x="17528" y="13680"/>
                      <a:pt x="17351" y="14040"/>
                      <a:pt x="17174" y="14220"/>
                    </a:cubicBezTo>
                    <a:cubicBezTo>
                      <a:pt x="16997" y="14220"/>
                      <a:pt x="16997" y="14400"/>
                      <a:pt x="16997" y="14400"/>
                    </a:cubicBezTo>
                    <a:cubicBezTo>
                      <a:pt x="16997" y="14400"/>
                      <a:pt x="16997" y="14400"/>
                      <a:pt x="16997" y="14400"/>
                    </a:cubicBezTo>
                    <a:close/>
                    <a:moveTo>
                      <a:pt x="4957" y="15120"/>
                    </a:moveTo>
                    <a:cubicBezTo>
                      <a:pt x="4603" y="14580"/>
                      <a:pt x="4426" y="14220"/>
                      <a:pt x="4249" y="13680"/>
                    </a:cubicBezTo>
                    <a:cubicBezTo>
                      <a:pt x="3895" y="12780"/>
                      <a:pt x="3718" y="11880"/>
                      <a:pt x="3718" y="10800"/>
                    </a:cubicBezTo>
                    <a:cubicBezTo>
                      <a:pt x="3718" y="9720"/>
                      <a:pt x="3895" y="8820"/>
                      <a:pt x="4249" y="7920"/>
                    </a:cubicBezTo>
                    <a:cubicBezTo>
                      <a:pt x="4603" y="7200"/>
                      <a:pt x="4957" y="6480"/>
                      <a:pt x="5666" y="5760"/>
                    </a:cubicBezTo>
                    <a:cubicBezTo>
                      <a:pt x="5489" y="6300"/>
                      <a:pt x="5489" y="6660"/>
                      <a:pt x="5666" y="7200"/>
                    </a:cubicBezTo>
                    <a:cubicBezTo>
                      <a:pt x="5666" y="7200"/>
                      <a:pt x="5666" y="7200"/>
                      <a:pt x="5666" y="7200"/>
                    </a:cubicBezTo>
                    <a:cubicBezTo>
                      <a:pt x="5843" y="8100"/>
                      <a:pt x="6728" y="8640"/>
                      <a:pt x="7613" y="8640"/>
                    </a:cubicBezTo>
                    <a:cubicBezTo>
                      <a:pt x="7613" y="8640"/>
                      <a:pt x="7613" y="8640"/>
                      <a:pt x="7613" y="8640"/>
                    </a:cubicBezTo>
                    <a:cubicBezTo>
                      <a:pt x="7259" y="8820"/>
                      <a:pt x="6905" y="9000"/>
                      <a:pt x="6551" y="9180"/>
                    </a:cubicBezTo>
                    <a:cubicBezTo>
                      <a:pt x="6020" y="9720"/>
                      <a:pt x="5489" y="10080"/>
                      <a:pt x="5134" y="10800"/>
                    </a:cubicBezTo>
                    <a:cubicBezTo>
                      <a:pt x="4780" y="11520"/>
                      <a:pt x="4603" y="12240"/>
                      <a:pt x="4603" y="13140"/>
                    </a:cubicBezTo>
                    <a:cubicBezTo>
                      <a:pt x="4603" y="13860"/>
                      <a:pt x="4780" y="14400"/>
                      <a:pt x="4957" y="15120"/>
                    </a:cubicBezTo>
                    <a:close/>
                    <a:moveTo>
                      <a:pt x="8675" y="8460"/>
                    </a:moveTo>
                    <a:cubicBezTo>
                      <a:pt x="8675" y="8280"/>
                      <a:pt x="8852" y="8280"/>
                      <a:pt x="8852" y="8280"/>
                    </a:cubicBezTo>
                    <a:cubicBezTo>
                      <a:pt x="9207" y="8100"/>
                      <a:pt x="9738" y="8100"/>
                      <a:pt x="10446" y="8100"/>
                    </a:cubicBezTo>
                    <a:cubicBezTo>
                      <a:pt x="10977" y="8100"/>
                      <a:pt x="11154" y="8100"/>
                      <a:pt x="11331" y="8280"/>
                    </a:cubicBezTo>
                    <a:cubicBezTo>
                      <a:pt x="11508" y="8280"/>
                      <a:pt x="11508" y="8280"/>
                      <a:pt x="11508" y="8280"/>
                    </a:cubicBezTo>
                    <a:cubicBezTo>
                      <a:pt x="11154" y="8280"/>
                      <a:pt x="10800" y="8280"/>
                      <a:pt x="10446" y="8280"/>
                    </a:cubicBezTo>
                    <a:cubicBezTo>
                      <a:pt x="9915" y="8280"/>
                      <a:pt x="9207" y="8280"/>
                      <a:pt x="8675" y="8460"/>
                    </a:cubicBezTo>
                    <a:close/>
                    <a:moveTo>
                      <a:pt x="9915" y="13860"/>
                    </a:moveTo>
                    <a:cubicBezTo>
                      <a:pt x="9561" y="13860"/>
                      <a:pt x="9384" y="13680"/>
                      <a:pt x="9207" y="13680"/>
                    </a:cubicBezTo>
                    <a:cubicBezTo>
                      <a:pt x="9207" y="13500"/>
                      <a:pt x="9207" y="13320"/>
                      <a:pt x="9207" y="13140"/>
                    </a:cubicBezTo>
                    <a:cubicBezTo>
                      <a:pt x="9207" y="12600"/>
                      <a:pt x="9207" y="12600"/>
                      <a:pt x="9384" y="12600"/>
                    </a:cubicBezTo>
                    <a:cubicBezTo>
                      <a:pt x="9561" y="12420"/>
                      <a:pt x="9738" y="12240"/>
                      <a:pt x="10446" y="12240"/>
                    </a:cubicBezTo>
                    <a:cubicBezTo>
                      <a:pt x="10977" y="12240"/>
                      <a:pt x="11331" y="12420"/>
                      <a:pt x="11862" y="12420"/>
                    </a:cubicBezTo>
                    <a:cubicBezTo>
                      <a:pt x="11862" y="12420"/>
                      <a:pt x="12039" y="12420"/>
                      <a:pt x="12216" y="12600"/>
                    </a:cubicBezTo>
                    <a:cubicBezTo>
                      <a:pt x="12216" y="12780"/>
                      <a:pt x="12216" y="12780"/>
                      <a:pt x="12216" y="12780"/>
                    </a:cubicBezTo>
                    <a:cubicBezTo>
                      <a:pt x="12216" y="12780"/>
                      <a:pt x="12039" y="12960"/>
                      <a:pt x="12039" y="12960"/>
                    </a:cubicBezTo>
                    <a:cubicBezTo>
                      <a:pt x="11862" y="13140"/>
                      <a:pt x="11862" y="13320"/>
                      <a:pt x="11508" y="13320"/>
                    </a:cubicBezTo>
                    <a:cubicBezTo>
                      <a:pt x="11508" y="13320"/>
                      <a:pt x="11508" y="13320"/>
                      <a:pt x="11508" y="13500"/>
                    </a:cubicBezTo>
                    <a:cubicBezTo>
                      <a:pt x="11331" y="13500"/>
                      <a:pt x="10977" y="13680"/>
                      <a:pt x="10800" y="13680"/>
                    </a:cubicBezTo>
                    <a:cubicBezTo>
                      <a:pt x="10446" y="13680"/>
                      <a:pt x="10092" y="13860"/>
                      <a:pt x="9915" y="13860"/>
                    </a:cubicBezTo>
                    <a:close/>
                    <a:moveTo>
                      <a:pt x="10446" y="18000"/>
                    </a:moveTo>
                    <a:cubicBezTo>
                      <a:pt x="11154" y="17820"/>
                      <a:pt x="11862" y="17640"/>
                      <a:pt x="12393" y="17460"/>
                    </a:cubicBezTo>
                    <a:cubicBezTo>
                      <a:pt x="12748" y="17280"/>
                      <a:pt x="13102" y="17100"/>
                      <a:pt x="13456" y="16920"/>
                    </a:cubicBezTo>
                    <a:cubicBezTo>
                      <a:pt x="13633" y="17100"/>
                      <a:pt x="13633" y="17100"/>
                      <a:pt x="13810" y="17280"/>
                    </a:cubicBezTo>
                    <a:cubicBezTo>
                      <a:pt x="13633" y="17280"/>
                      <a:pt x="13456" y="17280"/>
                      <a:pt x="13279" y="17280"/>
                    </a:cubicBezTo>
                    <a:cubicBezTo>
                      <a:pt x="12925" y="17460"/>
                      <a:pt x="12570" y="17640"/>
                      <a:pt x="12216" y="17640"/>
                    </a:cubicBezTo>
                    <a:cubicBezTo>
                      <a:pt x="11862" y="17820"/>
                      <a:pt x="11154" y="18000"/>
                      <a:pt x="10446" y="180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25"/>
              <p:cNvSpPr/>
              <p:nvPr/>
            </p:nvSpPr>
            <p:spPr>
              <a:xfrm>
                <a:off x="376253" y="3760230"/>
                <a:ext cx="339015" cy="37403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0413" y="8907"/>
                    </a:moveTo>
                    <a:cubicBezTo>
                      <a:pt x="16853" y="8907"/>
                      <a:pt x="16853" y="8907"/>
                      <a:pt x="16853" y="8907"/>
                    </a:cubicBezTo>
                    <a:cubicBezTo>
                      <a:pt x="15903" y="12470"/>
                      <a:pt x="15903" y="12470"/>
                      <a:pt x="15903" y="12470"/>
                    </a:cubicBezTo>
                    <a:cubicBezTo>
                      <a:pt x="18752" y="12470"/>
                      <a:pt x="18752" y="12470"/>
                      <a:pt x="18752" y="12470"/>
                    </a:cubicBezTo>
                    <a:cubicBezTo>
                      <a:pt x="19464" y="12470"/>
                      <a:pt x="20176" y="13138"/>
                      <a:pt x="20176" y="13806"/>
                    </a:cubicBezTo>
                    <a:cubicBezTo>
                      <a:pt x="20176" y="14697"/>
                      <a:pt x="20176" y="14697"/>
                      <a:pt x="20176" y="14697"/>
                    </a:cubicBezTo>
                    <a:cubicBezTo>
                      <a:pt x="20176" y="15365"/>
                      <a:pt x="19464" y="16033"/>
                      <a:pt x="18752" y="16033"/>
                    </a:cubicBezTo>
                    <a:cubicBezTo>
                      <a:pt x="14954" y="16033"/>
                      <a:pt x="14954" y="16033"/>
                      <a:pt x="14954" y="16033"/>
                    </a:cubicBezTo>
                    <a:cubicBezTo>
                      <a:pt x="13767" y="20264"/>
                      <a:pt x="13767" y="20264"/>
                      <a:pt x="13767" y="20264"/>
                    </a:cubicBezTo>
                    <a:cubicBezTo>
                      <a:pt x="13767" y="20932"/>
                      <a:pt x="13055" y="21600"/>
                      <a:pt x="12343" y="21600"/>
                    </a:cubicBezTo>
                    <a:cubicBezTo>
                      <a:pt x="11393" y="21600"/>
                      <a:pt x="11393" y="21600"/>
                      <a:pt x="11393" y="21600"/>
                    </a:cubicBezTo>
                    <a:cubicBezTo>
                      <a:pt x="10444" y="21600"/>
                      <a:pt x="9732" y="20487"/>
                      <a:pt x="9969" y="19596"/>
                    </a:cubicBezTo>
                    <a:cubicBezTo>
                      <a:pt x="10919" y="16033"/>
                      <a:pt x="10919" y="16033"/>
                      <a:pt x="10919" y="16033"/>
                    </a:cubicBezTo>
                    <a:cubicBezTo>
                      <a:pt x="7833" y="16033"/>
                      <a:pt x="7833" y="16033"/>
                      <a:pt x="7833" y="16033"/>
                    </a:cubicBezTo>
                    <a:cubicBezTo>
                      <a:pt x="6884" y="20264"/>
                      <a:pt x="6884" y="20264"/>
                      <a:pt x="6884" y="20264"/>
                    </a:cubicBezTo>
                    <a:cubicBezTo>
                      <a:pt x="6646" y="20932"/>
                      <a:pt x="5934" y="21600"/>
                      <a:pt x="5222" y="21600"/>
                    </a:cubicBezTo>
                    <a:cubicBezTo>
                      <a:pt x="4273" y="21600"/>
                      <a:pt x="4273" y="21600"/>
                      <a:pt x="4273" y="21600"/>
                    </a:cubicBezTo>
                    <a:cubicBezTo>
                      <a:pt x="3323" y="21600"/>
                      <a:pt x="2611" y="20487"/>
                      <a:pt x="2848" y="19596"/>
                    </a:cubicBezTo>
                    <a:cubicBezTo>
                      <a:pt x="3798" y="16033"/>
                      <a:pt x="3798" y="16033"/>
                      <a:pt x="3798" y="16033"/>
                    </a:cubicBezTo>
                    <a:cubicBezTo>
                      <a:pt x="1424" y="16033"/>
                      <a:pt x="1424" y="16033"/>
                      <a:pt x="1424" y="16033"/>
                    </a:cubicBezTo>
                    <a:cubicBezTo>
                      <a:pt x="712" y="16033"/>
                      <a:pt x="0" y="15588"/>
                      <a:pt x="0" y="14920"/>
                    </a:cubicBezTo>
                    <a:cubicBezTo>
                      <a:pt x="0" y="13806"/>
                      <a:pt x="0" y="13806"/>
                      <a:pt x="0" y="13806"/>
                    </a:cubicBezTo>
                    <a:cubicBezTo>
                      <a:pt x="0" y="12915"/>
                      <a:pt x="712" y="12470"/>
                      <a:pt x="1424" y="12470"/>
                    </a:cubicBezTo>
                    <a:cubicBezTo>
                      <a:pt x="4747" y="12470"/>
                      <a:pt x="4747" y="12470"/>
                      <a:pt x="4747" y="12470"/>
                    </a:cubicBezTo>
                    <a:cubicBezTo>
                      <a:pt x="5459" y="8907"/>
                      <a:pt x="5459" y="8907"/>
                      <a:pt x="5459" y="8907"/>
                    </a:cubicBezTo>
                    <a:cubicBezTo>
                      <a:pt x="3086" y="8907"/>
                      <a:pt x="3086" y="8907"/>
                      <a:pt x="3086" y="8907"/>
                    </a:cubicBezTo>
                    <a:cubicBezTo>
                      <a:pt x="2374" y="8907"/>
                      <a:pt x="1662" y="8462"/>
                      <a:pt x="1662" y="7794"/>
                    </a:cubicBezTo>
                    <a:cubicBezTo>
                      <a:pt x="1662" y="6903"/>
                      <a:pt x="1662" y="6903"/>
                      <a:pt x="1662" y="6903"/>
                    </a:cubicBezTo>
                    <a:cubicBezTo>
                      <a:pt x="1662" y="6235"/>
                      <a:pt x="2374" y="5567"/>
                      <a:pt x="3086" y="5567"/>
                    </a:cubicBezTo>
                    <a:cubicBezTo>
                      <a:pt x="5697" y="5567"/>
                      <a:pt x="5697" y="5567"/>
                      <a:pt x="5697" y="5567"/>
                    </a:cubicBezTo>
                    <a:cubicBezTo>
                      <a:pt x="6171" y="5567"/>
                      <a:pt x="6409" y="5344"/>
                      <a:pt x="6646" y="4899"/>
                    </a:cubicBezTo>
                    <a:cubicBezTo>
                      <a:pt x="7596" y="1113"/>
                      <a:pt x="7596" y="1113"/>
                      <a:pt x="7596" y="1113"/>
                    </a:cubicBezTo>
                    <a:cubicBezTo>
                      <a:pt x="7833" y="445"/>
                      <a:pt x="8308" y="0"/>
                      <a:pt x="9020" y="0"/>
                    </a:cubicBezTo>
                    <a:cubicBezTo>
                      <a:pt x="10207" y="0"/>
                      <a:pt x="10207" y="0"/>
                      <a:pt x="10207" y="0"/>
                    </a:cubicBezTo>
                    <a:cubicBezTo>
                      <a:pt x="11156" y="0"/>
                      <a:pt x="11868" y="891"/>
                      <a:pt x="11631" y="1781"/>
                    </a:cubicBezTo>
                    <a:cubicBezTo>
                      <a:pt x="10919" y="4454"/>
                      <a:pt x="10919" y="4454"/>
                      <a:pt x="10919" y="4454"/>
                    </a:cubicBezTo>
                    <a:cubicBezTo>
                      <a:pt x="10681" y="5122"/>
                      <a:pt x="11156" y="5567"/>
                      <a:pt x="11868" y="5567"/>
                    </a:cubicBezTo>
                    <a:cubicBezTo>
                      <a:pt x="12818" y="5567"/>
                      <a:pt x="12818" y="5567"/>
                      <a:pt x="12818" y="5567"/>
                    </a:cubicBezTo>
                    <a:cubicBezTo>
                      <a:pt x="13292" y="5567"/>
                      <a:pt x="13530" y="5344"/>
                      <a:pt x="13767" y="4899"/>
                    </a:cubicBezTo>
                    <a:cubicBezTo>
                      <a:pt x="14716" y="1113"/>
                      <a:pt x="14716" y="1113"/>
                      <a:pt x="14716" y="1113"/>
                    </a:cubicBezTo>
                    <a:cubicBezTo>
                      <a:pt x="14954" y="445"/>
                      <a:pt x="15429" y="0"/>
                      <a:pt x="16141" y="0"/>
                    </a:cubicBezTo>
                    <a:cubicBezTo>
                      <a:pt x="17090" y="0"/>
                      <a:pt x="17090" y="0"/>
                      <a:pt x="17090" y="0"/>
                    </a:cubicBezTo>
                    <a:cubicBezTo>
                      <a:pt x="18277" y="0"/>
                      <a:pt x="18989" y="891"/>
                      <a:pt x="18752" y="1781"/>
                    </a:cubicBezTo>
                    <a:cubicBezTo>
                      <a:pt x="18040" y="4454"/>
                      <a:pt x="18040" y="4454"/>
                      <a:pt x="18040" y="4454"/>
                    </a:cubicBezTo>
                    <a:cubicBezTo>
                      <a:pt x="17802" y="5122"/>
                      <a:pt x="18277" y="5567"/>
                      <a:pt x="18989" y="5567"/>
                    </a:cubicBezTo>
                    <a:cubicBezTo>
                      <a:pt x="20413" y="5567"/>
                      <a:pt x="20413" y="5567"/>
                      <a:pt x="20413" y="5567"/>
                    </a:cubicBezTo>
                    <a:cubicBezTo>
                      <a:pt x="21125" y="5567"/>
                      <a:pt x="21600" y="6235"/>
                      <a:pt x="21600" y="6903"/>
                    </a:cubicBezTo>
                    <a:cubicBezTo>
                      <a:pt x="21600" y="7794"/>
                      <a:pt x="21600" y="7794"/>
                      <a:pt x="21600" y="7794"/>
                    </a:cubicBezTo>
                    <a:cubicBezTo>
                      <a:pt x="21600" y="8462"/>
                      <a:pt x="21125" y="8907"/>
                      <a:pt x="20413" y="8907"/>
                    </a:cubicBezTo>
                    <a:close/>
                    <a:moveTo>
                      <a:pt x="11868" y="11802"/>
                    </a:moveTo>
                    <a:cubicBezTo>
                      <a:pt x="12343" y="10021"/>
                      <a:pt x="12343" y="10021"/>
                      <a:pt x="12343" y="10021"/>
                    </a:cubicBezTo>
                    <a:cubicBezTo>
                      <a:pt x="12580" y="9353"/>
                      <a:pt x="12105" y="8907"/>
                      <a:pt x="11631" y="8907"/>
                    </a:cubicBezTo>
                    <a:cubicBezTo>
                      <a:pt x="10444" y="8907"/>
                      <a:pt x="10444" y="8907"/>
                      <a:pt x="10444" y="8907"/>
                    </a:cubicBezTo>
                    <a:cubicBezTo>
                      <a:pt x="9969" y="8907"/>
                      <a:pt x="9495" y="9130"/>
                      <a:pt x="9495" y="9575"/>
                    </a:cubicBezTo>
                    <a:cubicBezTo>
                      <a:pt x="9020" y="11579"/>
                      <a:pt x="9020" y="11579"/>
                      <a:pt x="9020" y="11579"/>
                    </a:cubicBezTo>
                    <a:cubicBezTo>
                      <a:pt x="9020" y="12025"/>
                      <a:pt x="9257" y="12470"/>
                      <a:pt x="9969" y="12470"/>
                    </a:cubicBezTo>
                    <a:cubicBezTo>
                      <a:pt x="11156" y="12470"/>
                      <a:pt x="11156" y="12470"/>
                      <a:pt x="11156" y="12470"/>
                    </a:cubicBezTo>
                    <a:cubicBezTo>
                      <a:pt x="11393" y="12470"/>
                      <a:pt x="11868" y="12247"/>
                      <a:pt x="11868" y="1180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25"/>
              <p:cNvSpPr/>
              <p:nvPr/>
            </p:nvSpPr>
            <p:spPr>
              <a:xfrm>
                <a:off x="2278896" y="536980"/>
                <a:ext cx="515247" cy="153046"/>
              </a:xfrm>
              <a:custGeom>
                <a:avLst/>
                <a:gdLst/>
                <a:ahLst/>
                <a:cxnLst/>
                <a:rect l="l" t="t" r="r" b="b"/>
                <a:pathLst>
                  <a:path w="21138" h="20429" extrusionOk="0">
                    <a:moveTo>
                      <a:pt x="12116" y="170"/>
                    </a:moveTo>
                    <a:cubicBezTo>
                      <a:pt x="13035" y="684"/>
                      <a:pt x="13955" y="1198"/>
                      <a:pt x="14874" y="1712"/>
                    </a:cubicBezTo>
                    <a:cubicBezTo>
                      <a:pt x="16252" y="3255"/>
                      <a:pt x="17784" y="5312"/>
                      <a:pt x="19010" y="7884"/>
                    </a:cubicBezTo>
                    <a:cubicBezTo>
                      <a:pt x="19776" y="9427"/>
                      <a:pt x="20082" y="10455"/>
                      <a:pt x="20695" y="11998"/>
                    </a:cubicBezTo>
                    <a:cubicBezTo>
                      <a:pt x="21461" y="14570"/>
                      <a:pt x="21155" y="16112"/>
                      <a:pt x="20389" y="18170"/>
                    </a:cubicBezTo>
                    <a:cubicBezTo>
                      <a:pt x="19929" y="19712"/>
                      <a:pt x="19163" y="20227"/>
                      <a:pt x="18550" y="18684"/>
                    </a:cubicBezTo>
                    <a:cubicBezTo>
                      <a:pt x="15487" y="10455"/>
                      <a:pt x="11350" y="7370"/>
                      <a:pt x="7521" y="10970"/>
                    </a:cubicBezTo>
                    <a:cubicBezTo>
                      <a:pt x="6448" y="11484"/>
                      <a:pt x="5223" y="13027"/>
                      <a:pt x="4304" y="15084"/>
                    </a:cubicBezTo>
                    <a:cubicBezTo>
                      <a:pt x="3538" y="16627"/>
                      <a:pt x="3078" y="18170"/>
                      <a:pt x="2465" y="19712"/>
                    </a:cubicBezTo>
                    <a:cubicBezTo>
                      <a:pt x="2006" y="20741"/>
                      <a:pt x="1240" y="20741"/>
                      <a:pt x="780" y="19198"/>
                    </a:cubicBezTo>
                    <a:cubicBezTo>
                      <a:pt x="627" y="18684"/>
                      <a:pt x="474" y="17655"/>
                      <a:pt x="167" y="17141"/>
                    </a:cubicBezTo>
                    <a:cubicBezTo>
                      <a:pt x="-139" y="15598"/>
                      <a:pt x="14" y="13541"/>
                      <a:pt x="321" y="12512"/>
                    </a:cubicBezTo>
                    <a:cubicBezTo>
                      <a:pt x="321" y="12512"/>
                      <a:pt x="321" y="12512"/>
                      <a:pt x="321" y="12512"/>
                    </a:cubicBezTo>
                    <a:cubicBezTo>
                      <a:pt x="3538" y="2741"/>
                      <a:pt x="7827" y="-859"/>
                      <a:pt x="12116" y="17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25"/>
              <p:cNvSpPr/>
              <p:nvPr/>
            </p:nvSpPr>
            <p:spPr>
              <a:xfrm>
                <a:off x="2470972" y="795762"/>
                <a:ext cx="136888" cy="139322"/>
              </a:xfrm>
              <a:custGeom>
                <a:avLst/>
                <a:gdLst/>
                <a:ahLst/>
                <a:cxnLst/>
                <a:rect l="l" t="t" r="r" b="b"/>
                <a:pathLst>
                  <a:path w="19188" h="20079" extrusionOk="0">
                    <a:moveTo>
                      <a:pt x="8183" y="20079"/>
                    </a:moveTo>
                    <a:cubicBezTo>
                      <a:pt x="5022" y="19525"/>
                      <a:pt x="2388" y="17864"/>
                      <a:pt x="807" y="14541"/>
                    </a:cubicBezTo>
                    <a:cubicBezTo>
                      <a:pt x="-1300" y="9002"/>
                      <a:pt x="807" y="2910"/>
                      <a:pt x="6076" y="694"/>
                    </a:cubicBezTo>
                    <a:cubicBezTo>
                      <a:pt x="11344" y="-1521"/>
                      <a:pt x="17139" y="1802"/>
                      <a:pt x="18720" y="7341"/>
                    </a:cubicBezTo>
                    <a:cubicBezTo>
                      <a:pt x="20300" y="11771"/>
                      <a:pt x="17666" y="16756"/>
                      <a:pt x="13978" y="18971"/>
                    </a:cubicBezTo>
                    <a:cubicBezTo>
                      <a:pt x="11871" y="20079"/>
                      <a:pt x="10290" y="20079"/>
                      <a:pt x="8183" y="2007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5"/>
              <p:cNvSpPr/>
              <p:nvPr/>
            </p:nvSpPr>
            <p:spPr>
              <a:xfrm>
                <a:off x="2350265" y="653895"/>
                <a:ext cx="376723" cy="126184"/>
              </a:xfrm>
              <a:custGeom>
                <a:avLst/>
                <a:gdLst/>
                <a:ahLst/>
                <a:cxnLst/>
                <a:rect l="l" t="t" r="r" b="b"/>
                <a:pathLst>
                  <a:path w="21122" h="20757" extrusionOk="0">
                    <a:moveTo>
                      <a:pt x="10673" y="0"/>
                    </a:moveTo>
                    <a:cubicBezTo>
                      <a:pt x="14448" y="635"/>
                      <a:pt x="17593" y="3176"/>
                      <a:pt x="20529" y="10800"/>
                    </a:cubicBezTo>
                    <a:cubicBezTo>
                      <a:pt x="20949" y="12071"/>
                      <a:pt x="21368" y="13341"/>
                      <a:pt x="20949" y="14612"/>
                    </a:cubicBezTo>
                    <a:cubicBezTo>
                      <a:pt x="20110" y="17788"/>
                      <a:pt x="19900" y="18424"/>
                      <a:pt x="19271" y="20329"/>
                    </a:cubicBezTo>
                    <a:cubicBezTo>
                      <a:pt x="18432" y="21600"/>
                      <a:pt x="17593" y="19694"/>
                      <a:pt x="17384" y="19059"/>
                    </a:cubicBezTo>
                    <a:cubicBezTo>
                      <a:pt x="14867" y="12706"/>
                      <a:pt x="12770" y="10800"/>
                      <a:pt x="9415" y="12071"/>
                    </a:cubicBezTo>
                    <a:cubicBezTo>
                      <a:pt x="7108" y="12706"/>
                      <a:pt x="5011" y="15247"/>
                      <a:pt x="3123" y="19694"/>
                    </a:cubicBezTo>
                    <a:cubicBezTo>
                      <a:pt x="2704" y="20965"/>
                      <a:pt x="2075" y="20965"/>
                      <a:pt x="1655" y="19694"/>
                    </a:cubicBezTo>
                    <a:cubicBezTo>
                      <a:pt x="1236" y="17788"/>
                      <a:pt x="817" y="17153"/>
                      <a:pt x="397" y="15882"/>
                    </a:cubicBezTo>
                    <a:cubicBezTo>
                      <a:pt x="-22" y="14612"/>
                      <a:pt x="-232" y="13341"/>
                      <a:pt x="397" y="12071"/>
                    </a:cubicBezTo>
                    <a:cubicBezTo>
                      <a:pt x="3333" y="3812"/>
                      <a:pt x="6479" y="635"/>
                      <a:pt x="1067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5"/>
              <p:cNvSpPr/>
              <p:nvPr/>
            </p:nvSpPr>
            <p:spPr>
              <a:xfrm>
                <a:off x="2835384" y="2171251"/>
                <a:ext cx="152814" cy="15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4860"/>
                      <a:pt x="6322" y="0"/>
                      <a:pt x="11590" y="0"/>
                    </a:cubicBezTo>
                    <a:cubicBezTo>
                      <a:pt x="16859" y="0"/>
                      <a:pt x="21600" y="4860"/>
                      <a:pt x="21600" y="10260"/>
                    </a:cubicBezTo>
                    <a:cubicBezTo>
                      <a:pt x="21600" y="15660"/>
                      <a:pt x="16332" y="21600"/>
                      <a:pt x="11063" y="21600"/>
                    </a:cubicBezTo>
                    <a:cubicBezTo>
                      <a:pt x="5795" y="21600"/>
                      <a:pt x="0" y="16200"/>
                      <a:pt x="0" y="108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5"/>
              <p:cNvSpPr/>
              <p:nvPr/>
            </p:nvSpPr>
            <p:spPr>
              <a:xfrm>
                <a:off x="3044257" y="1985133"/>
                <a:ext cx="142180" cy="148081"/>
              </a:xfrm>
              <a:custGeom>
                <a:avLst/>
                <a:gdLst/>
                <a:ahLst/>
                <a:cxnLst/>
                <a:rect l="l" t="t" r="r" b="b"/>
                <a:pathLst>
                  <a:path w="20617" h="20611" extrusionOk="0">
                    <a:moveTo>
                      <a:pt x="46" y="9226"/>
                    </a:moveTo>
                    <a:cubicBezTo>
                      <a:pt x="1126" y="3826"/>
                      <a:pt x="5986" y="-494"/>
                      <a:pt x="11386" y="46"/>
                    </a:cubicBezTo>
                    <a:cubicBezTo>
                      <a:pt x="17326" y="586"/>
                      <a:pt x="21106" y="5446"/>
                      <a:pt x="20566" y="11386"/>
                    </a:cubicBezTo>
                    <a:cubicBezTo>
                      <a:pt x="20026" y="16786"/>
                      <a:pt x="15166" y="21106"/>
                      <a:pt x="9766" y="20566"/>
                    </a:cubicBezTo>
                    <a:cubicBezTo>
                      <a:pt x="3826" y="20026"/>
                      <a:pt x="-494" y="15166"/>
                      <a:pt x="46" y="922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6" name="Google Shape;836;p25"/>
              <p:cNvCxnSpPr/>
              <p:nvPr/>
            </p:nvCxnSpPr>
            <p:spPr>
              <a:xfrm flipH="1">
                <a:off x="2980494" y="2128807"/>
                <a:ext cx="105300" cy="87541"/>
              </a:xfrm>
              <a:prstGeom prst="straightConnector1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7" name="Google Shape;837;p25"/>
              <p:cNvCxnSpPr/>
              <p:nvPr/>
            </p:nvCxnSpPr>
            <p:spPr>
              <a:xfrm rot="10800000" flipH="1">
                <a:off x="2935548" y="2078406"/>
                <a:ext cx="113005" cy="92846"/>
              </a:xfrm>
              <a:prstGeom prst="straightConnector1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838" name="Google Shape;838;p25"/>
              <p:cNvSpPr/>
              <p:nvPr/>
            </p:nvSpPr>
            <p:spPr>
              <a:xfrm>
                <a:off x="3044265" y="2347205"/>
                <a:ext cx="153651" cy="154703"/>
              </a:xfrm>
              <a:custGeom>
                <a:avLst/>
                <a:gdLst/>
                <a:ahLst/>
                <a:cxnLst/>
                <a:rect l="l" t="t" r="r" b="b"/>
                <a:pathLst>
                  <a:path w="20676" h="20650" extrusionOk="0">
                    <a:moveTo>
                      <a:pt x="42" y="10843"/>
                    </a:moveTo>
                    <a:cubicBezTo>
                      <a:pt x="1047" y="15986"/>
                      <a:pt x="6070" y="21129"/>
                      <a:pt x="11596" y="20615"/>
                    </a:cubicBezTo>
                    <a:cubicBezTo>
                      <a:pt x="16619" y="20100"/>
                      <a:pt x="21140" y="14443"/>
                      <a:pt x="20638" y="9300"/>
                    </a:cubicBezTo>
                    <a:cubicBezTo>
                      <a:pt x="20135" y="3643"/>
                      <a:pt x="14107" y="-471"/>
                      <a:pt x="9084" y="43"/>
                    </a:cubicBezTo>
                    <a:cubicBezTo>
                      <a:pt x="3559" y="558"/>
                      <a:pt x="-460" y="5186"/>
                      <a:pt x="42" y="1084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9" name="Google Shape;839;p25"/>
              <p:cNvCxnSpPr/>
              <p:nvPr/>
            </p:nvCxnSpPr>
            <p:spPr>
              <a:xfrm rot="10800000">
                <a:off x="2984345" y="2262770"/>
                <a:ext cx="105300" cy="88866"/>
              </a:xfrm>
              <a:prstGeom prst="straightConnector1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0" name="Google Shape;840;p25"/>
              <p:cNvCxnSpPr/>
              <p:nvPr/>
            </p:nvCxnSpPr>
            <p:spPr>
              <a:xfrm>
                <a:off x="2943253" y="2313171"/>
                <a:ext cx="97596" cy="84888"/>
              </a:xfrm>
              <a:prstGeom prst="straightConnector1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841" name="Google Shape;841;p25"/>
              <p:cNvSpPr/>
              <p:nvPr/>
            </p:nvSpPr>
            <p:spPr>
              <a:xfrm>
                <a:off x="981084" y="415149"/>
                <a:ext cx="272239" cy="45096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4499" y="8308"/>
                    </a:moveTo>
                    <a:cubicBezTo>
                      <a:pt x="15386" y="7754"/>
                      <a:pt x="16274" y="7385"/>
                      <a:pt x="16866" y="6646"/>
                    </a:cubicBezTo>
                    <a:cubicBezTo>
                      <a:pt x="17458" y="6092"/>
                      <a:pt x="18049" y="5169"/>
                      <a:pt x="18049" y="4431"/>
                    </a:cubicBezTo>
                    <a:cubicBezTo>
                      <a:pt x="18049" y="2031"/>
                      <a:pt x="14795" y="0"/>
                      <a:pt x="10948" y="0"/>
                    </a:cubicBezTo>
                    <a:cubicBezTo>
                      <a:pt x="7101" y="0"/>
                      <a:pt x="3847" y="2031"/>
                      <a:pt x="3847" y="4431"/>
                    </a:cubicBezTo>
                    <a:cubicBezTo>
                      <a:pt x="3847" y="5354"/>
                      <a:pt x="4438" y="6462"/>
                      <a:pt x="5326" y="7200"/>
                    </a:cubicBezTo>
                    <a:cubicBezTo>
                      <a:pt x="5918" y="7569"/>
                      <a:pt x="6510" y="7938"/>
                      <a:pt x="7101" y="8123"/>
                    </a:cubicBezTo>
                    <a:cubicBezTo>
                      <a:pt x="7989" y="8492"/>
                      <a:pt x="8581" y="8492"/>
                      <a:pt x="8877" y="9046"/>
                    </a:cubicBezTo>
                    <a:cubicBezTo>
                      <a:pt x="9173" y="9415"/>
                      <a:pt x="9173" y="9600"/>
                      <a:pt x="8877" y="9969"/>
                    </a:cubicBezTo>
                    <a:cubicBezTo>
                      <a:pt x="8877" y="10338"/>
                      <a:pt x="8877" y="10523"/>
                      <a:pt x="8285" y="10708"/>
                    </a:cubicBezTo>
                    <a:cubicBezTo>
                      <a:pt x="7989" y="10892"/>
                      <a:pt x="7693" y="11077"/>
                      <a:pt x="7397" y="11077"/>
                    </a:cubicBezTo>
                    <a:cubicBezTo>
                      <a:pt x="6510" y="11077"/>
                      <a:pt x="3551" y="10892"/>
                      <a:pt x="2959" y="11077"/>
                    </a:cubicBezTo>
                    <a:cubicBezTo>
                      <a:pt x="2367" y="11262"/>
                      <a:pt x="1775" y="11446"/>
                      <a:pt x="1479" y="11631"/>
                    </a:cubicBezTo>
                    <a:cubicBezTo>
                      <a:pt x="592" y="12185"/>
                      <a:pt x="0" y="12923"/>
                      <a:pt x="0" y="13662"/>
                    </a:cubicBezTo>
                    <a:cubicBezTo>
                      <a:pt x="0" y="13662"/>
                      <a:pt x="0" y="19754"/>
                      <a:pt x="0" y="19754"/>
                    </a:cubicBezTo>
                    <a:cubicBezTo>
                      <a:pt x="0" y="20862"/>
                      <a:pt x="1184" y="21600"/>
                      <a:pt x="2663" y="21600"/>
                    </a:cubicBezTo>
                    <a:cubicBezTo>
                      <a:pt x="16570" y="21600"/>
                      <a:pt x="16570" y="21600"/>
                      <a:pt x="16570" y="21600"/>
                    </a:cubicBezTo>
                    <a:cubicBezTo>
                      <a:pt x="21008" y="21600"/>
                      <a:pt x="21600" y="20308"/>
                      <a:pt x="21600" y="19385"/>
                    </a:cubicBezTo>
                    <a:cubicBezTo>
                      <a:pt x="21600" y="19385"/>
                      <a:pt x="21600" y="13662"/>
                      <a:pt x="21600" y="13662"/>
                    </a:cubicBezTo>
                    <a:cubicBezTo>
                      <a:pt x="21600" y="12923"/>
                      <a:pt x="21008" y="12185"/>
                      <a:pt x="20121" y="11631"/>
                    </a:cubicBezTo>
                    <a:cubicBezTo>
                      <a:pt x="19529" y="11262"/>
                      <a:pt x="18937" y="11077"/>
                      <a:pt x="18345" y="11077"/>
                    </a:cubicBezTo>
                    <a:cubicBezTo>
                      <a:pt x="16866" y="10892"/>
                      <a:pt x="15682" y="11077"/>
                      <a:pt x="14203" y="11077"/>
                    </a:cubicBezTo>
                    <a:cubicBezTo>
                      <a:pt x="13907" y="11077"/>
                      <a:pt x="13315" y="10892"/>
                      <a:pt x="13315" y="10708"/>
                    </a:cubicBezTo>
                    <a:cubicBezTo>
                      <a:pt x="13019" y="10523"/>
                      <a:pt x="13019" y="10338"/>
                      <a:pt x="12723" y="10154"/>
                    </a:cubicBezTo>
                    <a:cubicBezTo>
                      <a:pt x="12723" y="9231"/>
                      <a:pt x="13611" y="8677"/>
                      <a:pt x="14499" y="830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25"/>
              <p:cNvSpPr/>
              <p:nvPr/>
            </p:nvSpPr>
            <p:spPr>
              <a:xfrm>
                <a:off x="1253322" y="484120"/>
                <a:ext cx="197759" cy="3706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402" extrusionOk="0">
                    <a:moveTo>
                      <a:pt x="0" y="21377"/>
                    </a:moveTo>
                    <a:cubicBezTo>
                      <a:pt x="15487" y="21377"/>
                      <a:pt x="15487" y="21377"/>
                      <a:pt x="15487" y="21377"/>
                    </a:cubicBezTo>
                    <a:cubicBezTo>
                      <a:pt x="20785" y="21600"/>
                      <a:pt x="21600" y="20264"/>
                      <a:pt x="21600" y="19373"/>
                    </a:cubicBezTo>
                    <a:cubicBezTo>
                      <a:pt x="21600" y="19373"/>
                      <a:pt x="21600" y="13584"/>
                      <a:pt x="21600" y="13584"/>
                    </a:cubicBezTo>
                    <a:cubicBezTo>
                      <a:pt x="21600" y="12693"/>
                      <a:pt x="20785" y="12025"/>
                      <a:pt x="19970" y="11579"/>
                    </a:cubicBezTo>
                    <a:cubicBezTo>
                      <a:pt x="19155" y="11357"/>
                      <a:pt x="18340" y="11134"/>
                      <a:pt x="17525" y="10911"/>
                    </a:cubicBezTo>
                    <a:cubicBezTo>
                      <a:pt x="16302" y="10911"/>
                      <a:pt x="14672" y="11134"/>
                      <a:pt x="13042" y="10911"/>
                    </a:cubicBezTo>
                    <a:cubicBezTo>
                      <a:pt x="12634" y="10911"/>
                      <a:pt x="12226" y="10911"/>
                      <a:pt x="11819" y="10689"/>
                    </a:cubicBezTo>
                    <a:cubicBezTo>
                      <a:pt x="11819" y="10466"/>
                      <a:pt x="11411" y="10243"/>
                      <a:pt x="11411" y="10021"/>
                    </a:cubicBezTo>
                    <a:cubicBezTo>
                      <a:pt x="11411" y="9130"/>
                      <a:pt x="12226" y="8685"/>
                      <a:pt x="13449" y="8239"/>
                    </a:cubicBezTo>
                    <a:cubicBezTo>
                      <a:pt x="14672" y="7794"/>
                      <a:pt x="15487" y="7126"/>
                      <a:pt x="16302" y="6680"/>
                    </a:cubicBezTo>
                    <a:cubicBezTo>
                      <a:pt x="17117" y="6012"/>
                      <a:pt x="17525" y="5122"/>
                      <a:pt x="17525" y="4231"/>
                    </a:cubicBezTo>
                    <a:cubicBezTo>
                      <a:pt x="17525" y="1781"/>
                      <a:pt x="13857" y="0"/>
                      <a:pt x="9374" y="0"/>
                    </a:cubicBezTo>
                    <a:cubicBezTo>
                      <a:pt x="4891" y="0"/>
                      <a:pt x="1223" y="1781"/>
                      <a:pt x="1223" y="4231"/>
                    </a:cubicBezTo>
                    <a:cubicBezTo>
                      <a:pt x="1223" y="5344"/>
                      <a:pt x="2038" y="6458"/>
                      <a:pt x="2853" y="7126"/>
                    </a:cubicBezTo>
                    <a:cubicBezTo>
                      <a:pt x="3668" y="7571"/>
                      <a:pt x="4483" y="7794"/>
                      <a:pt x="4891" y="8016"/>
                    </a:cubicBezTo>
                    <a:cubicBezTo>
                      <a:pt x="5706" y="8462"/>
                      <a:pt x="6521" y="8462"/>
                      <a:pt x="6928" y="8907"/>
                    </a:cubicBezTo>
                    <a:cubicBezTo>
                      <a:pt x="7336" y="9353"/>
                      <a:pt x="7336" y="9575"/>
                      <a:pt x="7336" y="9798"/>
                    </a:cubicBezTo>
                    <a:cubicBezTo>
                      <a:pt x="6928" y="10243"/>
                      <a:pt x="6928" y="10466"/>
                      <a:pt x="6521" y="10689"/>
                    </a:cubicBezTo>
                    <a:cubicBezTo>
                      <a:pt x="6113" y="10911"/>
                      <a:pt x="5706" y="10911"/>
                      <a:pt x="5298" y="10911"/>
                    </a:cubicBezTo>
                    <a:cubicBezTo>
                      <a:pt x="4483" y="10911"/>
                      <a:pt x="815" y="10911"/>
                      <a:pt x="0" y="1113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25"/>
              <p:cNvSpPr/>
              <p:nvPr/>
            </p:nvSpPr>
            <p:spPr>
              <a:xfrm>
                <a:off x="2349979" y="1131384"/>
                <a:ext cx="265818" cy="25466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1865" y="655"/>
                    </a:moveTo>
                    <a:cubicBezTo>
                      <a:pt x="19470" y="8182"/>
                      <a:pt x="19470" y="8182"/>
                      <a:pt x="19470" y="8182"/>
                    </a:cubicBezTo>
                    <a:cubicBezTo>
                      <a:pt x="20992" y="9491"/>
                      <a:pt x="21600" y="11455"/>
                      <a:pt x="21600" y="13745"/>
                    </a:cubicBezTo>
                    <a:cubicBezTo>
                      <a:pt x="21600" y="18000"/>
                      <a:pt x="18254" y="21600"/>
                      <a:pt x="14299" y="21600"/>
                    </a:cubicBezTo>
                    <a:cubicBezTo>
                      <a:pt x="12169" y="21600"/>
                      <a:pt x="10344" y="20945"/>
                      <a:pt x="9127" y="19309"/>
                    </a:cubicBezTo>
                    <a:cubicBezTo>
                      <a:pt x="2434" y="12109"/>
                      <a:pt x="2434" y="12109"/>
                      <a:pt x="2434" y="12109"/>
                    </a:cubicBezTo>
                    <a:cubicBezTo>
                      <a:pt x="913" y="10473"/>
                      <a:pt x="0" y="8509"/>
                      <a:pt x="0" y="6545"/>
                    </a:cubicBezTo>
                    <a:cubicBezTo>
                      <a:pt x="0" y="4909"/>
                      <a:pt x="608" y="3600"/>
                      <a:pt x="1217" y="2291"/>
                    </a:cubicBezTo>
                    <a:cubicBezTo>
                      <a:pt x="1521" y="1636"/>
                      <a:pt x="1825" y="1309"/>
                      <a:pt x="2434" y="982"/>
                    </a:cubicBezTo>
                    <a:cubicBezTo>
                      <a:pt x="2738" y="327"/>
                      <a:pt x="3346" y="0"/>
                      <a:pt x="3955" y="0"/>
                    </a:cubicBezTo>
                    <a:cubicBezTo>
                      <a:pt x="4563" y="327"/>
                      <a:pt x="4868" y="327"/>
                      <a:pt x="5172" y="982"/>
                    </a:cubicBezTo>
                    <a:cubicBezTo>
                      <a:pt x="6085" y="1636"/>
                      <a:pt x="6085" y="3273"/>
                      <a:pt x="5172" y="3927"/>
                    </a:cubicBezTo>
                    <a:cubicBezTo>
                      <a:pt x="3955" y="5236"/>
                      <a:pt x="3955" y="7527"/>
                      <a:pt x="5172" y="8836"/>
                    </a:cubicBezTo>
                    <a:cubicBezTo>
                      <a:pt x="12169" y="16036"/>
                      <a:pt x="12169" y="16036"/>
                      <a:pt x="12169" y="16036"/>
                    </a:cubicBezTo>
                    <a:cubicBezTo>
                      <a:pt x="13386" y="17345"/>
                      <a:pt x="15211" y="17345"/>
                      <a:pt x="16428" y="16036"/>
                    </a:cubicBezTo>
                    <a:cubicBezTo>
                      <a:pt x="17645" y="14727"/>
                      <a:pt x="17645" y="12764"/>
                      <a:pt x="16428" y="11455"/>
                    </a:cubicBezTo>
                    <a:cubicBezTo>
                      <a:pt x="16428" y="11455"/>
                      <a:pt x="16428" y="11455"/>
                      <a:pt x="16428" y="11455"/>
                    </a:cubicBezTo>
                    <a:cubicBezTo>
                      <a:pt x="10952" y="5564"/>
                      <a:pt x="10952" y="5564"/>
                      <a:pt x="10952" y="556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5"/>
              <p:cNvSpPr/>
              <p:nvPr/>
            </p:nvSpPr>
            <p:spPr>
              <a:xfrm>
                <a:off x="2225756" y="983164"/>
                <a:ext cx="266763" cy="259636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0829" extrusionOk="0">
                    <a:moveTo>
                      <a:pt x="10362" y="20829"/>
                    </a:moveTo>
                    <a:cubicBezTo>
                      <a:pt x="2189" y="12806"/>
                      <a:pt x="2189" y="12806"/>
                      <a:pt x="2189" y="12806"/>
                    </a:cubicBezTo>
                    <a:cubicBezTo>
                      <a:pt x="-730" y="10029"/>
                      <a:pt x="-730" y="5092"/>
                      <a:pt x="2189" y="2315"/>
                    </a:cubicBezTo>
                    <a:cubicBezTo>
                      <a:pt x="4816" y="-771"/>
                      <a:pt x="9486" y="-771"/>
                      <a:pt x="12113" y="2315"/>
                    </a:cubicBezTo>
                    <a:cubicBezTo>
                      <a:pt x="13573" y="3858"/>
                      <a:pt x="15032" y="5400"/>
                      <a:pt x="16784" y="6943"/>
                    </a:cubicBezTo>
                    <a:cubicBezTo>
                      <a:pt x="18535" y="9103"/>
                      <a:pt x="20578" y="10955"/>
                      <a:pt x="20870" y="14040"/>
                    </a:cubicBezTo>
                    <a:cubicBezTo>
                      <a:pt x="20870" y="16200"/>
                      <a:pt x="19994" y="18360"/>
                      <a:pt x="18827" y="19903"/>
                    </a:cubicBezTo>
                    <a:cubicBezTo>
                      <a:pt x="18243" y="20212"/>
                      <a:pt x="17659" y="20520"/>
                      <a:pt x="17075" y="20520"/>
                    </a:cubicBezTo>
                    <a:cubicBezTo>
                      <a:pt x="16784" y="20212"/>
                      <a:pt x="16200" y="20212"/>
                      <a:pt x="15908" y="19903"/>
                    </a:cubicBezTo>
                    <a:cubicBezTo>
                      <a:pt x="15032" y="18978"/>
                      <a:pt x="15032" y="17743"/>
                      <a:pt x="15908" y="16818"/>
                    </a:cubicBezTo>
                    <a:cubicBezTo>
                      <a:pt x="17075" y="15583"/>
                      <a:pt x="17075" y="13423"/>
                      <a:pt x="15908" y="12189"/>
                    </a:cubicBezTo>
                    <a:cubicBezTo>
                      <a:pt x="14156" y="10338"/>
                      <a:pt x="14156" y="10338"/>
                      <a:pt x="14156" y="10338"/>
                    </a:cubicBezTo>
                    <a:cubicBezTo>
                      <a:pt x="14156" y="10338"/>
                      <a:pt x="14156" y="10338"/>
                      <a:pt x="14156" y="10338"/>
                    </a:cubicBezTo>
                    <a:cubicBezTo>
                      <a:pt x="9486" y="5400"/>
                      <a:pt x="9486" y="5400"/>
                      <a:pt x="9486" y="5400"/>
                    </a:cubicBezTo>
                    <a:cubicBezTo>
                      <a:pt x="8319" y="4166"/>
                      <a:pt x="6275" y="4166"/>
                      <a:pt x="5108" y="5400"/>
                    </a:cubicBezTo>
                    <a:cubicBezTo>
                      <a:pt x="3940" y="6635"/>
                      <a:pt x="3940" y="8795"/>
                      <a:pt x="5108" y="10029"/>
                    </a:cubicBezTo>
                    <a:cubicBezTo>
                      <a:pt x="10070" y="14966"/>
                      <a:pt x="10070" y="14966"/>
                      <a:pt x="10070" y="1496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5"/>
              <p:cNvSpPr/>
              <p:nvPr/>
            </p:nvSpPr>
            <p:spPr>
              <a:xfrm>
                <a:off x="2301181" y="2927198"/>
                <a:ext cx="228579" cy="2326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0481" extrusionOk="0">
                    <a:moveTo>
                      <a:pt x="0" y="18440"/>
                    </a:moveTo>
                    <a:cubicBezTo>
                      <a:pt x="0" y="1902"/>
                      <a:pt x="0" y="1902"/>
                      <a:pt x="0" y="1902"/>
                    </a:cubicBezTo>
                    <a:cubicBezTo>
                      <a:pt x="0" y="552"/>
                      <a:pt x="1770" y="-460"/>
                      <a:pt x="3187" y="215"/>
                    </a:cubicBezTo>
                    <a:cubicBezTo>
                      <a:pt x="5666" y="1227"/>
                      <a:pt x="8144" y="2577"/>
                      <a:pt x="10623" y="3927"/>
                    </a:cubicBezTo>
                    <a:cubicBezTo>
                      <a:pt x="13810" y="5277"/>
                      <a:pt x="16997" y="6965"/>
                      <a:pt x="20538" y="8315"/>
                    </a:cubicBezTo>
                    <a:cubicBezTo>
                      <a:pt x="21246" y="8652"/>
                      <a:pt x="21600" y="9327"/>
                      <a:pt x="21600" y="10340"/>
                    </a:cubicBezTo>
                    <a:cubicBezTo>
                      <a:pt x="21600" y="11015"/>
                      <a:pt x="21246" y="11690"/>
                      <a:pt x="20538" y="12027"/>
                    </a:cubicBezTo>
                    <a:cubicBezTo>
                      <a:pt x="3187" y="20127"/>
                      <a:pt x="3187" y="20127"/>
                      <a:pt x="3187" y="20127"/>
                    </a:cubicBezTo>
                    <a:cubicBezTo>
                      <a:pt x="1770" y="21140"/>
                      <a:pt x="0" y="19790"/>
                      <a:pt x="0" y="1844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5"/>
              <p:cNvSpPr/>
              <p:nvPr/>
            </p:nvSpPr>
            <p:spPr>
              <a:xfrm>
                <a:off x="2179937" y="2821167"/>
                <a:ext cx="428155" cy="439026"/>
              </a:xfrm>
              <a:custGeom>
                <a:avLst/>
                <a:gdLst/>
                <a:ahLst/>
                <a:cxnLst/>
                <a:rect l="l" t="t" r="r" b="b"/>
                <a:pathLst>
                  <a:path w="21370" h="21600" extrusionOk="0">
                    <a:moveTo>
                      <a:pt x="10756" y="0"/>
                    </a:moveTo>
                    <a:cubicBezTo>
                      <a:pt x="10756" y="0"/>
                      <a:pt x="10942" y="0"/>
                      <a:pt x="11315" y="0"/>
                    </a:cubicBezTo>
                    <a:cubicBezTo>
                      <a:pt x="11687" y="0"/>
                      <a:pt x="11873" y="0"/>
                      <a:pt x="12246" y="189"/>
                    </a:cubicBezTo>
                    <a:cubicBezTo>
                      <a:pt x="12618" y="189"/>
                      <a:pt x="12991" y="189"/>
                      <a:pt x="13549" y="379"/>
                    </a:cubicBezTo>
                    <a:cubicBezTo>
                      <a:pt x="14294" y="568"/>
                      <a:pt x="15411" y="947"/>
                      <a:pt x="16529" y="1705"/>
                    </a:cubicBezTo>
                    <a:cubicBezTo>
                      <a:pt x="17460" y="2463"/>
                      <a:pt x="18577" y="3411"/>
                      <a:pt x="19508" y="4737"/>
                    </a:cubicBezTo>
                    <a:cubicBezTo>
                      <a:pt x="20439" y="6063"/>
                      <a:pt x="20998" y="7579"/>
                      <a:pt x="21184" y="9474"/>
                    </a:cubicBezTo>
                    <a:cubicBezTo>
                      <a:pt x="21370" y="9853"/>
                      <a:pt x="21370" y="10421"/>
                      <a:pt x="21370" y="10800"/>
                    </a:cubicBezTo>
                    <a:cubicBezTo>
                      <a:pt x="21370" y="11368"/>
                      <a:pt x="21370" y="11747"/>
                      <a:pt x="21184" y="12316"/>
                    </a:cubicBezTo>
                    <a:cubicBezTo>
                      <a:pt x="21184" y="13263"/>
                      <a:pt x="20811" y="14211"/>
                      <a:pt x="20439" y="15158"/>
                    </a:cubicBezTo>
                    <a:cubicBezTo>
                      <a:pt x="20067" y="15916"/>
                      <a:pt x="19508" y="16863"/>
                      <a:pt x="18949" y="17621"/>
                    </a:cubicBezTo>
                    <a:cubicBezTo>
                      <a:pt x="18204" y="18379"/>
                      <a:pt x="17460" y="19137"/>
                      <a:pt x="16715" y="19705"/>
                    </a:cubicBezTo>
                    <a:cubicBezTo>
                      <a:pt x="15784" y="20274"/>
                      <a:pt x="14853" y="20842"/>
                      <a:pt x="13922" y="21221"/>
                    </a:cubicBezTo>
                    <a:cubicBezTo>
                      <a:pt x="12804" y="21411"/>
                      <a:pt x="11873" y="21600"/>
                      <a:pt x="10756" y="21600"/>
                    </a:cubicBezTo>
                    <a:cubicBezTo>
                      <a:pt x="10384" y="21600"/>
                      <a:pt x="10198" y="21600"/>
                      <a:pt x="10011" y="21600"/>
                    </a:cubicBezTo>
                    <a:cubicBezTo>
                      <a:pt x="9639" y="21600"/>
                      <a:pt x="9453" y="21600"/>
                      <a:pt x="9267" y="21600"/>
                    </a:cubicBezTo>
                    <a:cubicBezTo>
                      <a:pt x="8336" y="21411"/>
                      <a:pt x="8336" y="21411"/>
                      <a:pt x="8336" y="21411"/>
                    </a:cubicBezTo>
                    <a:cubicBezTo>
                      <a:pt x="8149" y="21221"/>
                      <a:pt x="7963" y="21221"/>
                      <a:pt x="7591" y="21221"/>
                    </a:cubicBezTo>
                    <a:cubicBezTo>
                      <a:pt x="6660" y="20842"/>
                      <a:pt x="5729" y="20463"/>
                      <a:pt x="4798" y="19705"/>
                    </a:cubicBezTo>
                    <a:cubicBezTo>
                      <a:pt x="4425" y="19516"/>
                      <a:pt x="4053" y="19137"/>
                      <a:pt x="3680" y="18758"/>
                    </a:cubicBezTo>
                    <a:cubicBezTo>
                      <a:pt x="3308" y="18379"/>
                      <a:pt x="2936" y="18000"/>
                      <a:pt x="2563" y="17621"/>
                    </a:cubicBezTo>
                    <a:cubicBezTo>
                      <a:pt x="2004" y="16863"/>
                      <a:pt x="1446" y="16105"/>
                      <a:pt x="1073" y="15158"/>
                    </a:cubicBezTo>
                    <a:cubicBezTo>
                      <a:pt x="142" y="13263"/>
                      <a:pt x="-230" y="11368"/>
                      <a:pt x="142" y="9474"/>
                    </a:cubicBezTo>
                    <a:cubicBezTo>
                      <a:pt x="329" y="7768"/>
                      <a:pt x="887" y="6063"/>
                      <a:pt x="1818" y="4737"/>
                    </a:cubicBezTo>
                    <a:cubicBezTo>
                      <a:pt x="2004" y="4358"/>
                      <a:pt x="2377" y="4168"/>
                      <a:pt x="2563" y="3789"/>
                    </a:cubicBezTo>
                    <a:cubicBezTo>
                      <a:pt x="2749" y="3600"/>
                      <a:pt x="2749" y="3600"/>
                      <a:pt x="2749" y="3600"/>
                    </a:cubicBezTo>
                    <a:cubicBezTo>
                      <a:pt x="2749" y="3600"/>
                      <a:pt x="2936" y="3411"/>
                      <a:pt x="2936" y="3411"/>
                    </a:cubicBezTo>
                    <a:cubicBezTo>
                      <a:pt x="3122" y="3221"/>
                      <a:pt x="3122" y="3221"/>
                      <a:pt x="3308" y="3032"/>
                    </a:cubicBezTo>
                    <a:cubicBezTo>
                      <a:pt x="3494" y="2842"/>
                      <a:pt x="3680" y="2653"/>
                      <a:pt x="4053" y="2463"/>
                    </a:cubicBezTo>
                    <a:cubicBezTo>
                      <a:pt x="4239" y="2274"/>
                      <a:pt x="4611" y="1895"/>
                      <a:pt x="4798" y="1705"/>
                    </a:cubicBezTo>
                    <a:cubicBezTo>
                      <a:pt x="5170" y="1516"/>
                      <a:pt x="5356" y="1516"/>
                      <a:pt x="5729" y="1326"/>
                    </a:cubicBezTo>
                    <a:cubicBezTo>
                      <a:pt x="5915" y="1137"/>
                      <a:pt x="6101" y="1137"/>
                      <a:pt x="6473" y="947"/>
                    </a:cubicBezTo>
                    <a:cubicBezTo>
                      <a:pt x="7032" y="758"/>
                      <a:pt x="7404" y="568"/>
                      <a:pt x="7777" y="379"/>
                    </a:cubicBezTo>
                    <a:cubicBezTo>
                      <a:pt x="8708" y="189"/>
                      <a:pt x="9453" y="0"/>
                      <a:pt x="9825" y="0"/>
                    </a:cubicBezTo>
                    <a:cubicBezTo>
                      <a:pt x="10198" y="0"/>
                      <a:pt x="10384" y="0"/>
                      <a:pt x="10384" y="0"/>
                    </a:cubicBezTo>
                    <a:cubicBezTo>
                      <a:pt x="10570" y="0"/>
                      <a:pt x="10570" y="0"/>
                      <a:pt x="10570" y="0"/>
                    </a:cubicBezTo>
                    <a:cubicBezTo>
                      <a:pt x="10942" y="0"/>
                      <a:pt x="10942" y="189"/>
                      <a:pt x="11129" y="379"/>
                    </a:cubicBezTo>
                    <a:cubicBezTo>
                      <a:pt x="11129" y="568"/>
                      <a:pt x="10942" y="758"/>
                      <a:pt x="10756" y="758"/>
                    </a:cubicBezTo>
                    <a:cubicBezTo>
                      <a:pt x="10570" y="758"/>
                      <a:pt x="10570" y="758"/>
                      <a:pt x="10570" y="758"/>
                    </a:cubicBezTo>
                    <a:cubicBezTo>
                      <a:pt x="10570" y="758"/>
                      <a:pt x="10570" y="758"/>
                      <a:pt x="10570" y="758"/>
                    </a:cubicBezTo>
                    <a:cubicBezTo>
                      <a:pt x="10384" y="758"/>
                      <a:pt x="10198" y="758"/>
                      <a:pt x="10011" y="758"/>
                    </a:cubicBezTo>
                    <a:cubicBezTo>
                      <a:pt x="9453" y="947"/>
                      <a:pt x="8894" y="947"/>
                      <a:pt x="8149" y="1326"/>
                    </a:cubicBezTo>
                    <a:cubicBezTo>
                      <a:pt x="7591" y="1326"/>
                      <a:pt x="7218" y="1516"/>
                      <a:pt x="6846" y="1705"/>
                    </a:cubicBezTo>
                    <a:cubicBezTo>
                      <a:pt x="6473" y="1895"/>
                      <a:pt x="6287" y="1895"/>
                      <a:pt x="6101" y="2084"/>
                    </a:cubicBezTo>
                    <a:cubicBezTo>
                      <a:pt x="5915" y="2274"/>
                      <a:pt x="5542" y="2274"/>
                      <a:pt x="5356" y="2463"/>
                    </a:cubicBezTo>
                    <a:cubicBezTo>
                      <a:pt x="5170" y="2653"/>
                      <a:pt x="4984" y="2842"/>
                      <a:pt x="4611" y="3032"/>
                    </a:cubicBezTo>
                    <a:cubicBezTo>
                      <a:pt x="4425" y="3221"/>
                      <a:pt x="4239" y="3411"/>
                      <a:pt x="3867" y="3789"/>
                    </a:cubicBezTo>
                    <a:cubicBezTo>
                      <a:pt x="3867" y="3789"/>
                      <a:pt x="3680" y="3979"/>
                      <a:pt x="3494" y="4168"/>
                    </a:cubicBezTo>
                    <a:cubicBezTo>
                      <a:pt x="3494" y="4168"/>
                      <a:pt x="3494" y="4168"/>
                      <a:pt x="3494" y="4168"/>
                    </a:cubicBezTo>
                    <a:cubicBezTo>
                      <a:pt x="3308" y="4547"/>
                      <a:pt x="3308" y="4547"/>
                      <a:pt x="3308" y="4547"/>
                    </a:cubicBezTo>
                    <a:cubicBezTo>
                      <a:pt x="3122" y="4737"/>
                      <a:pt x="2749" y="4926"/>
                      <a:pt x="2563" y="5305"/>
                    </a:cubicBezTo>
                    <a:cubicBezTo>
                      <a:pt x="1818" y="6442"/>
                      <a:pt x="1260" y="7958"/>
                      <a:pt x="1073" y="9663"/>
                    </a:cubicBezTo>
                    <a:cubicBezTo>
                      <a:pt x="887" y="11368"/>
                      <a:pt x="1260" y="13074"/>
                      <a:pt x="2004" y="14589"/>
                    </a:cubicBezTo>
                    <a:cubicBezTo>
                      <a:pt x="2377" y="15537"/>
                      <a:pt x="2749" y="16295"/>
                      <a:pt x="3494" y="17053"/>
                    </a:cubicBezTo>
                    <a:cubicBezTo>
                      <a:pt x="3680" y="17432"/>
                      <a:pt x="4053" y="17621"/>
                      <a:pt x="4425" y="18000"/>
                    </a:cubicBezTo>
                    <a:cubicBezTo>
                      <a:pt x="4798" y="18379"/>
                      <a:pt x="4984" y="18568"/>
                      <a:pt x="5542" y="18947"/>
                    </a:cubicBezTo>
                    <a:cubicBezTo>
                      <a:pt x="6287" y="19516"/>
                      <a:pt x="7032" y="19895"/>
                      <a:pt x="7963" y="20084"/>
                    </a:cubicBezTo>
                    <a:cubicBezTo>
                      <a:pt x="8149" y="20084"/>
                      <a:pt x="8336" y="20274"/>
                      <a:pt x="8708" y="20274"/>
                    </a:cubicBezTo>
                    <a:cubicBezTo>
                      <a:pt x="9267" y="20463"/>
                      <a:pt x="9267" y="20463"/>
                      <a:pt x="9267" y="20463"/>
                    </a:cubicBezTo>
                    <a:cubicBezTo>
                      <a:pt x="9825" y="20463"/>
                      <a:pt x="10384" y="20463"/>
                      <a:pt x="10756" y="20463"/>
                    </a:cubicBezTo>
                    <a:cubicBezTo>
                      <a:pt x="11687" y="20463"/>
                      <a:pt x="12618" y="20274"/>
                      <a:pt x="13549" y="20084"/>
                    </a:cubicBezTo>
                    <a:cubicBezTo>
                      <a:pt x="14480" y="19705"/>
                      <a:pt x="15225" y="19326"/>
                      <a:pt x="15970" y="18758"/>
                    </a:cubicBezTo>
                    <a:cubicBezTo>
                      <a:pt x="16715" y="18379"/>
                      <a:pt x="17460" y="17621"/>
                      <a:pt x="18018" y="17053"/>
                    </a:cubicBezTo>
                    <a:cubicBezTo>
                      <a:pt x="18577" y="16295"/>
                      <a:pt x="19136" y="15537"/>
                      <a:pt x="19508" y="14589"/>
                    </a:cubicBezTo>
                    <a:cubicBezTo>
                      <a:pt x="19880" y="13832"/>
                      <a:pt x="20067" y="12884"/>
                      <a:pt x="20253" y="12126"/>
                    </a:cubicBezTo>
                    <a:cubicBezTo>
                      <a:pt x="20253" y="11747"/>
                      <a:pt x="20253" y="11179"/>
                      <a:pt x="20253" y="10800"/>
                    </a:cubicBezTo>
                    <a:cubicBezTo>
                      <a:pt x="20253" y="10421"/>
                      <a:pt x="20253" y="10042"/>
                      <a:pt x="20253" y="9663"/>
                    </a:cubicBezTo>
                    <a:cubicBezTo>
                      <a:pt x="20067" y="7958"/>
                      <a:pt x="19508" y="6442"/>
                      <a:pt x="18763" y="5305"/>
                    </a:cubicBezTo>
                    <a:cubicBezTo>
                      <a:pt x="17832" y="3979"/>
                      <a:pt x="16901" y="3221"/>
                      <a:pt x="15970" y="2463"/>
                    </a:cubicBezTo>
                    <a:cubicBezTo>
                      <a:pt x="15039" y="1705"/>
                      <a:pt x="14108" y="1516"/>
                      <a:pt x="13177" y="1137"/>
                    </a:cubicBezTo>
                    <a:cubicBezTo>
                      <a:pt x="12804" y="1137"/>
                      <a:pt x="12432" y="947"/>
                      <a:pt x="12246" y="947"/>
                    </a:cubicBezTo>
                    <a:cubicBezTo>
                      <a:pt x="11873" y="947"/>
                      <a:pt x="11501" y="758"/>
                      <a:pt x="11315" y="758"/>
                    </a:cubicBezTo>
                    <a:cubicBezTo>
                      <a:pt x="10942" y="758"/>
                      <a:pt x="10570" y="758"/>
                      <a:pt x="10570" y="758"/>
                    </a:cubicBezTo>
                    <a:cubicBezTo>
                      <a:pt x="10384" y="758"/>
                      <a:pt x="10198" y="568"/>
                      <a:pt x="10198" y="379"/>
                    </a:cubicBezTo>
                    <a:cubicBezTo>
                      <a:pt x="10198" y="189"/>
                      <a:pt x="10384" y="0"/>
                      <a:pt x="1075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5"/>
              <p:cNvSpPr/>
              <p:nvPr/>
            </p:nvSpPr>
            <p:spPr>
              <a:xfrm>
                <a:off x="2369242" y="2833105"/>
                <a:ext cx="290217" cy="43504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6923" y="0"/>
                    </a:moveTo>
                    <a:cubicBezTo>
                      <a:pt x="6923" y="0"/>
                      <a:pt x="6923" y="0"/>
                      <a:pt x="7477" y="0"/>
                    </a:cubicBezTo>
                    <a:cubicBezTo>
                      <a:pt x="7754" y="0"/>
                      <a:pt x="8308" y="0"/>
                      <a:pt x="9138" y="191"/>
                    </a:cubicBezTo>
                    <a:cubicBezTo>
                      <a:pt x="10523" y="382"/>
                      <a:pt x="12462" y="956"/>
                      <a:pt x="14677" y="1912"/>
                    </a:cubicBezTo>
                    <a:cubicBezTo>
                      <a:pt x="15508" y="2294"/>
                      <a:pt x="16615" y="2867"/>
                      <a:pt x="17723" y="3632"/>
                    </a:cubicBezTo>
                    <a:cubicBezTo>
                      <a:pt x="18554" y="4396"/>
                      <a:pt x="19385" y="5352"/>
                      <a:pt x="20215" y="6308"/>
                    </a:cubicBezTo>
                    <a:cubicBezTo>
                      <a:pt x="20769" y="7264"/>
                      <a:pt x="21323" y="8411"/>
                      <a:pt x="21323" y="9558"/>
                    </a:cubicBezTo>
                    <a:cubicBezTo>
                      <a:pt x="21323" y="9749"/>
                      <a:pt x="21600" y="10131"/>
                      <a:pt x="21600" y="10322"/>
                    </a:cubicBezTo>
                    <a:cubicBezTo>
                      <a:pt x="21600" y="10513"/>
                      <a:pt x="21600" y="10704"/>
                      <a:pt x="21600" y="10896"/>
                    </a:cubicBezTo>
                    <a:cubicBezTo>
                      <a:pt x="21600" y="11278"/>
                      <a:pt x="21600" y="11278"/>
                      <a:pt x="21600" y="11278"/>
                    </a:cubicBezTo>
                    <a:cubicBezTo>
                      <a:pt x="21323" y="11851"/>
                      <a:pt x="21323" y="12425"/>
                      <a:pt x="21046" y="12998"/>
                    </a:cubicBezTo>
                    <a:cubicBezTo>
                      <a:pt x="20492" y="15292"/>
                      <a:pt x="18554" y="17395"/>
                      <a:pt x="16062" y="18733"/>
                    </a:cubicBezTo>
                    <a:cubicBezTo>
                      <a:pt x="13846" y="20071"/>
                      <a:pt x="11077" y="21027"/>
                      <a:pt x="8585" y="21409"/>
                    </a:cubicBezTo>
                    <a:cubicBezTo>
                      <a:pt x="7477" y="21600"/>
                      <a:pt x="6369" y="21600"/>
                      <a:pt x="5262" y="21600"/>
                    </a:cubicBezTo>
                    <a:cubicBezTo>
                      <a:pt x="4708" y="21600"/>
                      <a:pt x="4154" y="21600"/>
                      <a:pt x="3877" y="21600"/>
                    </a:cubicBezTo>
                    <a:cubicBezTo>
                      <a:pt x="3323" y="21409"/>
                      <a:pt x="3046" y="21409"/>
                      <a:pt x="2492" y="21409"/>
                    </a:cubicBezTo>
                    <a:cubicBezTo>
                      <a:pt x="1108" y="21218"/>
                      <a:pt x="554" y="21218"/>
                      <a:pt x="554" y="21218"/>
                    </a:cubicBezTo>
                    <a:cubicBezTo>
                      <a:pt x="0" y="21027"/>
                      <a:pt x="0" y="20835"/>
                      <a:pt x="0" y="20644"/>
                    </a:cubicBezTo>
                    <a:cubicBezTo>
                      <a:pt x="0" y="20453"/>
                      <a:pt x="277" y="20262"/>
                      <a:pt x="554" y="20262"/>
                    </a:cubicBezTo>
                    <a:cubicBezTo>
                      <a:pt x="554" y="20262"/>
                      <a:pt x="1385" y="20453"/>
                      <a:pt x="2769" y="20644"/>
                    </a:cubicBezTo>
                    <a:cubicBezTo>
                      <a:pt x="3046" y="20644"/>
                      <a:pt x="3600" y="20644"/>
                      <a:pt x="3877" y="20644"/>
                    </a:cubicBezTo>
                    <a:cubicBezTo>
                      <a:pt x="4431" y="20644"/>
                      <a:pt x="4708" y="20644"/>
                      <a:pt x="5262" y="20644"/>
                    </a:cubicBezTo>
                    <a:cubicBezTo>
                      <a:pt x="6092" y="20644"/>
                      <a:pt x="7200" y="20644"/>
                      <a:pt x="8308" y="20453"/>
                    </a:cubicBezTo>
                    <a:cubicBezTo>
                      <a:pt x="10523" y="20071"/>
                      <a:pt x="13015" y="19306"/>
                      <a:pt x="15231" y="17968"/>
                    </a:cubicBezTo>
                    <a:cubicBezTo>
                      <a:pt x="17169" y="16630"/>
                      <a:pt x="18831" y="14719"/>
                      <a:pt x="19662" y="12807"/>
                    </a:cubicBezTo>
                    <a:cubicBezTo>
                      <a:pt x="19662" y="12234"/>
                      <a:pt x="19662" y="11660"/>
                      <a:pt x="19938" y="11278"/>
                    </a:cubicBezTo>
                    <a:cubicBezTo>
                      <a:pt x="19938" y="10704"/>
                      <a:pt x="19938" y="10704"/>
                      <a:pt x="19938" y="10704"/>
                    </a:cubicBezTo>
                    <a:cubicBezTo>
                      <a:pt x="19938" y="10704"/>
                      <a:pt x="19938" y="10513"/>
                      <a:pt x="19938" y="10322"/>
                    </a:cubicBezTo>
                    <a:cubicBezTo>
                      <a:pt x="19938" y="10131"/>
                      <a:pt x="19662" y="9940"/>
                      <a:pt x="19662" y="9558"/>
                    </a:cubicBezTo>
                    <a:cubicBezTo>
                      <a:pt x="19662" y="8602"/>
                      <a:pt x="19108" y="7646"/>
                      <a:pt x="18554" y="6690"/>
                    </a:cubicBezTo>
                    <a:cubicBezTo>
                      <a:pt x="17446" y="4970"/>
                      <a:pt x="15508" y="3632"/>
                      <a:pt x="13846" y="2676"/>
                    </a:cubicBezTo>
                    <a:cubicBezTo>
                      <a:pt x="11908" y="1720"/>
                      <a:pt x="9969" y="1338"/>
                      <a:pt x="8862" y="956"/>
                    </a:cubicBezTo>
                    <a:cubicBezTo>
                      <a:pt x="8031" y="956"/>
                      <a:pt x="7754" y="765"/>
                      <a:pt x="7200" y="765"/>
                    </a:cubicBezTo>
                    <a:cubicBezTo>
                      <a:pt x="6923" y="765"/>
                      <a:pt x="6646" y="765"/>
                      <a:pt x="6646" y="765"/>
                    </a:cubicBezTo>
                    <a:cubicBezTo>
                      <a:pt x="6369" y="765"/>
                      <a:pt x="6092" y="573"/>
                      <a:pt x="6092" y="191"/>
                    </a:cubicBezTo>
                    <a:cubicBezTo>
                      <a:pt x="6369" y="0"/>
                      <a:pt x="6646" y="0"/>
                      <a:pt x="692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5"/>
              <p:cNvSpPr/>
              <p:nvPr/>
            </p:nvSpPr>
            <p:spPr>
              <a:xfrm>
                <a:off x="2898307" y="749396"/>
                <a:ext cx="346719" cy="355178"/>
              </a:xfrm>
              <a:custGeom>
                <a:avLst/>
                <a:gdLst/>
                <a:ahLst/>
                <a:cxnLst/>
                <a:rect l="l" t="t" r="r" b="b"/>
                <a:pathLst>
                  <a:path w="21520" h="20957" extrusionOk="0">
                    <a:moveTo>
                      <a:pt x="13935" y="64"/>
                    </a:moveTo>
                    <a:cubicBezTo>
                      <a:pt x="13935" y="64"/>
                      <a:pt x="13935" y="64"/>
                      <a:pt x="13703" y="64"/>
                    </a:cubicBezTo>
                    <a:cubicBezTo>
                      <a:pt x="10452" y="-391"/>
                      <a:pt x="7200" y="1655"/>
                      <a:pt x="6039" y="4611"/>
                    </a:cubicBezTo>
                    <a:cubicBezTo>
                      <a:pt x="5574" y="5975"/>
                      <a:pt x="5574" y="7340"/>
                      <a:pt x="5110" y="8704"/>
                    </a:cubicBezTo>
                    <a:cubicBezTo>
                      <a:pt x="4645" y="10068"/>
                      <a:pt x="3716" y="11205"/>
                      <a:pt x="2555" y="12114"/>
                    </a:cubicBezTo>
                    <a:cubicBezTo>
                      <a:pt x="1858" y="12569"/>
                      <a:pt x="1394" y="12796"/>
                      <a:pt x="697" y="13251"/>
                    </a:cubicBezTo>
                    <a:cubicBezTo>
                      <a:pt x="232" y="13706"/>
                      <a:pt x="0" y="14388"/>
                      <a:pt x="0" y="15070"/>
                    </a:cubicBezTo>
                    <a:cubicBezTo>
                      <a:pt x="232" y="16434"/>
                      <a:pt x="2323" y="16434"/>
                      <a:pt x="3484" y="16662"/>
                    </a:cubicBezTo>
                    <a:cubicBezTo>
                      <a:pt x="5110" y="17116"/>
                      <a:pt x="13239" y="19163"/>
                      <a:pt x="15561" y="19845"/>
                    </a:cubicBezTo>
                    <a:cubicBezTo>
                      <a:pt x="16723" y="20072"/>
                      <a:pt x="17884" y="20300"/>
                      <a:pt x="18813" y="20527"/>
                    </a:cubicBezTo>
                    <a:cubicBezTo>
                      <a:pt x="19510" y="20982"/>
                      <a:pt x="20439" y="21209"/>
                      <a:pt x="21135" y="20527"/>
                    </a:cubicBezTo>
                    <a:cubicBezTo>
                      <a:pt x="21600" y="20072"/>
                      <a:pt x="21600" y="19163"/>
                      <a:pt x="21368" y="18481"/>
                    </a:cubicBezTo>
                    <a:cubicBezTo>
                      <a:pt x="21135" y="17798"/>
                      <a:pt x="20671" y="17344"/>
                      <a:pt x="20439" y="16662"/>
                    </a:cubicBezTo>
                    <a:cubicBezTo>
                      <a:pt x="19742" y="15297"/>
                      <a:pt x="19510" y="13933"/>
                      <a:pt x="19742" y="12342"/>
                    </a:cubicBezTo>
                    <a:cubicBezTo>
                      <a:pt x="19974" y="11205"/>
                      <a:pt x="20671" y="9841"/>
                      <a:pt x="20903" y="8476"/>
                    </a:cubicBezTo>
                    <a:cubicBezTo>
                      <a:pt x="21600" y="5293"/>
                      <a:pt x="19510" y="1883"/>
                      <a:pt x="16490" y="746"/>
                    </a:cubicBezTo>
                    <a:lnTo>
                      <a:pt x="13935" y="64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25"/>
              <p:cNvSpPr/>
              <p:nvPr/>
            </p:nvSpPr>
            <p:spPr>
              <a:xfrm>
                <a:off x="3008143" y="1046497"/>
                <a:ext cx="114891" cy="76226"/>
              </a:xfrm>
              <a:custGeom>
                <a:avLst/>
                <a:gdLst/>
                <a:ahLst/>
                <a:cxnLst/>
                <a:rect l="l" t="t" r="r" b="b"/>
                <a:pathLst>
                  <a:path w="20780" h="20350" extrusionOk="0">
                    <a:moveTo>
                      <a:pt x="530" y="0"/>
                    </a:moveTo>
                    <a:cubicBezTo>
                      <a:pt x="-820" y="5143"/>
                      <a:pt x="530" y="11314"/>
                      <a:pt x="3230" y="15429"/>
                    </a:cubicBezTo>
                    <a:cubicBezTo>
                      <a:pt x="5930" y="19543"/>
                      <a:pt x="9980" y="21600"/>
                      <a:pt x="13355" y="19543"/>
                    </a:cubicBezTo>
                    <a:cubicBezTo>
                      <a:pt x="16730" y="18514"/>
                      <a:pt x="20105" y="13371"/>
                      <a:pt x="20780" y="822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25"/>
              <p:cNvSpPr/>
              <p:nvPr/>
            </p:nvSpPr>
            <p:spPr>
              <a:xfrm>
                <a:off x="3130737" y="633584"/>
                <a:ext cx="59072" cy="12376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217" extrusionOk="0">
                    <a:moveTo>
                      <a:pt x="0" y="19908"/>
                    </a:moveTo>
                    <a:cubicBezTo>
                      <a:pt x="1350" y="14017"/>
                      <a:pt x="4050" y="9435"/>
                      <a:pt x="8100" y="4199"/>
                    </a:cubicBezTo>
                    <a:cubicBezTo>
                      <a:pt x="8100" y="2890"/>
                      <a:pt x="9450" y="1581"/>
                      <a:pt x="10800" y="926"/>
                    </a:cubicBezTo>
                    <a:cubicBezTo>
                      <a:pt x="12150" y="272"/>
                      <a:pt x="14850" y="-383"/>
                      <a:pt x="17550" y="272"/>
                    </a:cubicBezTo>
                    <a:cubicBezTo>
                      <a:pt x="18900" y="272"/>
                      <a:pt x="20250" y="1581"/>
                      <a:pt x="20250" y="2235"/>
                    </a:cubicBezTo>
                    <a:cubicBezTo>
                      <a:pt x="20250" y="3544"/>
                      <a:pt x="21600" y="4853"/>
                      <a:pt x="21600" y="5508"/>
                    </a:cubicBezTo>
                    <a:cubicBezTo>
                      <a:pt x="21600" y="11399"/>
                      <a:pt x="17550" y="17290"/>
                      <a:pt x="10800" y="2121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25"/>
              <p:cNvSpPr/>
              <p:nvPr/>
            </p:nvSpPr>
            <p:spPr>
              <a:xfrm>
                <a:off x="2906013" y="1096899"/>
                <a:ext cx="52650" cy="4642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3886" y="7200"/>
                      <a:pt x="7714" y="1440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25"/>
              <p:cNvSpPr/>
              <p:nvPr/>
            </p:nvSpPr>
            <p:spPr>
              <a:xfrm>
                <a:off x="3144863" y="811732"/>
                <a:ext cx="33389" cy="218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14400" y="1137"/>
                      <a:pt x="21600" y="4168"/>
                      <a:pt x="21600" y="6442"/>
                    </a:cubicBezTo>
                    <a:cubicBezTo>
                      <a:pt x="19200" y="9095"/>
                      <a:pt x="14400" y="11368"/>
                      <a:pt x="9600" y="14021"/>
                    </a:cubicBezTo>
                    <a:cubicBezTo>
                      <a:pt x="4800" y="16295"/>
                      <a:pt x="2400" y="19326"/>
                      <a:pt x="120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25"/>
              <p:cNvSpPr/>
              <p:nvPr/>
            </p:nvSpPr>
            <p:spPr>
              <a:xfrm>
                <a:off x="3029291" y="1165870"/>
                <a:ext cx="19263" cy="888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2960" y="6574"/>
                      <a:pt x="4320" y="14087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25"/>
              <p:cNvSpPr/>
              <p:nvPr/>
            </p:nvSpPr>
            <p:spPr>
              <a:xfrm>
                <a:off x="3133306" y="1149953"/>
                <a:ext cx="60355" cy="623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6750" y="6750"/>
                      <a:pt x="13500" y="1485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25"/>
              <p:cNvSpPr/>
              <p:nvPr/>
            </p:nvSpPr>
            <p:spPr>
              <a:xfrm>
                <a:off x="2855833" y="1397238"/>
                <a:ext cx="288727" cy="423161"/>
              </a:xfrm>
              <a:custGeom>
                <a:avLst/>
                <a:gdLst/>
                <a:ahLst/>
                <a:cxnLst/>
                <a:rect l="l" t="t" r="r" b="b"/>
                <a:pathLst>
                  <a:path w="20666" h="21010" extrusionOk="0">
                    <a:moveTo>
                      <a:pt x="1239" y="10854"/>
                    </a:moveTo>
                    <a:cubicBezTo>
                      <a:pt x="439" y="9325"/>
                      <a:pt x="-361" y="7604"/>
                      <a:pt x="172" y="5884"/>
                    </a:cubicBezTo>
                    <a:cubicBezTo>
                      <a:pt x="439" y="3590"/>
                      <a:pt x="2839" y="1679"/>
                      <a:pt x="5506" y="723"/>
                    </a:cubicBezTo>
                    <a:cubicBezTo>
                      <a:pt x="8972" y="-424"/>
                      <a:pt x="13506" y="-233"/>
                      <a:pt x="16706" y="1488"/>
                    </a:cubicBezTo>
                    <a:cubicBezTo>
                      <a:pt x="19906" y="3399"/>
                      <a:pt x="21239" y="6457"/>
                      <a:pt x="20439" y="9134"/>
                    </a:cubicBezTo>
                    <a:cubicBezTo>
                      <a:pt x="19906" y="10854"/>
                      <a:pt x="18572" y="12574"/>
                      <a:pt x="17239" y="14103"/>
                    </a:cubicBezTo>
                    <a:cubicBezTo>
                      <a:pt x="15906" y="15633"/>
                      <a:pt x="14306" y="17162"/>
                      <a:pt x="12706" y="18691"/>
                    </a:cubicBezTo>
                    <a:cubicBezTo>
                      <a:pt x="12172" y="19264"/>
                      <a:pt x="11372" y="20794"/>
                      <a:pt x="10572" y="20985"/>
                    </a:cubicBezTo>
                    <a:cubicBezTo>
                      <a:pt x="9506" y="21176"/>
                      <a:pt x="8706" y="20220"/>
                      <a:pt x="8172" y="19838"/>
                    </a:cubicBezTo>
                    <a:cubicBezTo>
                      <a:pt x="5239" y="17162"/>
                      <a:pt x="3106" y="14103"/>
                      <a:pt x="1239" y="1085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25"/>
              <p:cNvSpPr/>
              <p:nvPr/>
            </p:nvSpPr>
            <p:spPr>
              <a:xfrm>
                <a:off x="2926464" y="1471831"/>
                <a:ext cx="141080" cy="136188"/>
              </a:xfrm>
              <a:custGeom>
                <a:avLst/>
                <a:gdLst/>
                <a:ahLst/>
                <a:cxnLst/>
                <a:rect l="l" t="t" r="r" b="b"/>
                <a:pathLst>
                  <a:path w="15926" h="18637" extrusionOk="0">
                    <a:moveTo>
                      <a:pt x="4456" y="17719"/>
                    </a:moveTo>
                    <a:cubicBezTo>
                      <a:pt x="7421" y="19299"/>
                      <a:pt x="10809" y="18772"/>
                      <a:pt x="13350" y="16665"/>
                    </a:cubicBezTo>
                    <a:cubicBezTo>
                      <a:pt x="18856" y="11397"/>
                      <a:pt x="15044" y="-2301"/>
                      <a:pt x="6574" y="333"/>
                    </a:cubicBezTo>
                    <a:cubicBezTo>
                      <a:pt x="-626" y="2440"/>
                      <a:pt x="-2744" y="14031"/>
                      <a:pt x="4456" y="1771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25"/>
              <p:cNvSpPr/>
              <p:nvPr/>
            </p:nvSpPr>
            <p:spPr>
              <a:xfrm>
                <a:off x="2915523" y="1797217"/>
                <a:ext cx="152591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20533" h="21600" extrusionOk="0">
                    <a:moveTo>
                      <a:pt x="7275" y="0"/>
                    </a:moveTo>
                    <a:cubicBezTo>
                      <a:pt x="5266" y="1271"/>
                      <a:pt x="3257" y="2541"/>
                      <a:pt x="1750" y="5082"/>
                    </a:cubicBezTo>
                    <a:cubicBezTo>
                      <a:pt x="243" y="7624"/>
                      <a:pt x="-762" y="13976"/>
                      <a:pt x="745" y="17788"/>
                    </a:cubicBezTo>
                    <a:cubicBezTo>
                      <a:pt x="1750" y="21600"/>
                      <a:pt x="3759" y="21600"/>
                      <a:pt x="5266" y="21600"/>
                    </a:cubicBezTo>
                    <a:cubicBezTo>
                      <a:pt x="9285" y="21600"/>
                      <a:pt x="12801" y="20329"/>
                      <a:pt x="16317" y="17788"/>
                    </a:cubicBezTo>
                    <a:cubicBezTo>
                      <a:pt x="17322" y="16518"/>
                      <a:pt x="18326" y="16518"/>
                      <a:pt x="19331" y="13976"/>
                    </a:cubicBezTo>
                    <a:cubicBezTo>
                      <a:pt x="20336" y="12706"/>
                      <a:pt x="20838" y="10165"/>
                      <a:pt x="20336" y="6353"/>
                    </a:cubicBezTo>
                    <a:cubicBezTo>
                      <a:pt x="20336" y="3812"/>
                      <a:pt x="19331" y="2541"/>
                      <a:pt x="18326" y="1271"/>
                    </a:cubicBezTo>
                    <a:cubicBezTo>
                      <a:pt x="16819" y="1271"/>
                      <a:pt x="15815" y="1271"/>
                      <a:pt x="14810" y="127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25"/>
              <p:cNvSpPr/>
              <p:nvPr/>
            </p:nvSpPr>
            <p:spPr>
              <a:xfrm>
                <a:off x="2816724" y="3106335"/>
                <a:ext cx="37923" cy="157837"/>
              </a:xfrm>
              <a:custGeom>
                <a:avLst/>
                <a:gdLst/>
                <a:ahLst/>
                <a:cxnLst/>
                <a:rect l="l" t="t" r="r" b="b"/>
                <a:pathLst>
                  <a:path w="18225" h="21600" extrusionOk="0">
                    <a:moveTo>
                      <a:pt x="18225" y="21600"/>
                    </a:moveTo>
                    <a:cubicBezTo>
                      <a:pt x="2025" y="16332"/>
                      <a:pt x="-3375" y="7376"/>
                      <a:pt x="2025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25"/>
              <p:cNvSpPr/>
              <p:nvPr/>
            </p:nvSpPr>
            <p:spPr>
              <a:xfrm>
                <a:off x="2819975" y="3106335"/>
                <a:ext cx="242704" cy="12733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4985" y="13091"/>
                      <a:pt x="13292" y="216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25"/>
              <p:cNvSpPr/>
              <p:nvPr/>
            </p:nvSpPr>
            <p:spPr>
              <a:xfrm>
                <a:off x="3058844" y="3087034"/>
                <a:ext cx="172057" cy="142653"/>
              </a:xfrm>
              <a:custGeom>
                <a:avLst/>
                <a:gdLst/>
                <a:ahLst/>
                <a:cxnLst/>
                <a:rect l="l" t="t" r="r" b="b"/>
                <a:pathLst>
                  <a:path w="21125" h="21119" extrusionOk="0">
                    <a:moveTo>
                      <a:pt x="444" y="21119"/>
                    </a:moveTo>
                    <a:cubicBezTo>
                      <a:pt x="-475" y="16572"/>
                      <a:pt x="-15" y="11456"/>
                      <a:pt x="2282" y="7477"/>
                    </a:cubicBezTo>
                    <a:cubicBezTo>
                      <a:pt x="4580" y="2930"/>
                      <a:pt x="8257" y="87"/>
                      <a:pt x="12393" y="87"/>
                    </a:cubicBezTo>
                    <a:cubicBezTo>
                      <a:pt x="15610" y="-481"/>
                      <a:pt x="18827" y="1793"/>
                      <a:pt x="21125" y="4635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5"/>
              <p:cNvSpPr/>
              <p:nvPr/>
            </p:nvSpPr>
            <p:spPr>
              <a:xfrm>
                <a:off x="3234753" y="3090419"/>
                <a:ext cx="111721" cy="1512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4431"/>
                    </a:moveTo>
                    <a:cubicBezTo>
                      <a:pt x="5040" y="2769"/>
                      <a:pt x="11520" y="1108"/>
                      <a:pt x="15840" y="0"/>
                    </a:cubicBezTo>
                    <a:cubicBezTo>
                      <a:pt x="3600" y="12738"/>
                      <a:pt x="3600" y="12738"/>
                      <a:pt x="3600" y="12738"/>
                    </a:cubicBezTo>
                    <a:cubicBezTo>
                      <a:pt x="21600" y="9415"/>
                      <a:pt x="21600" y="9415"/>
                      <a:pt x="21600" y="9415"/>
                    </a:cubicBezTo>
                    <a:cubicBezTo>
                      <a:pt x="16560" y="13846"/>
                      <a:pt x="12240" y="17723"/>
                      <a:pt x="72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25"/>
              <p:cNvSpPr/>
              <p:nvPr/>
            </p:nvSpPr>
            <p:spPr>
              <a:xfrm>
                <a:off x="2776314" y="3241623"/>
                <a:ext cx="495932" cy="295248"/>
              </a:xfrm>
              <a:custGeom>
                <a:avLst/>
                <a:gdLst/>
                <a:ahLst/>
                <a:cxnLst/>
                <a:rect l="l" t="t" r="r" b="b"/>
                <a:pathLst>
                  <a:path w="21444" h="20460" extrusionOk="0">
                    <a:moveTo>
                      <a:pt x="0" y="17867"/>
                    </a:moveTo>
                    <a:cubicBezTo>
                      <a:pt x="4352" y="20800"/>
                      <a:pt x="9510" y="21600"/>
                      <a:pt x="13863" y="18400"/>
                    </a:cubicBezTo>
                    <a:cubicBezTo>
                      <a:pt x="18215" y="15200"/>
                      <a:pt x="21600" y="8000"/>
                      <a:pt x="2143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25"/>
              <p:cNvSpPr/>
              <p:nvPr/>
            </p:nvSpPr>
            <p:spPr>
              <a:xfrm>
                <a:off x="2772461" y="3441903"/>
                <a:ext cx="186202" cy="5305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344" y="20057"/>
                      <a:pt x="14688" y="12343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25"/>
              <p:cNvSpPr/>
              <p:nvPr/>
            </p:nvSpPr>
            <p:spPr>
              <a:xfrm>
                <a:off x="2831532" y="3371607"/>
                <a:ext cx="127131" cy="7029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5082" y="12000"/>
                      <a:pt x="13976" y="192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25"/>
              <p:cNvSpPr/>
              <p:nvPr/>
            </p:nvSpPr>
            <p:spPr>
              <a:xfrm>
                <a:off x="2831532" y="3361277"/>
                <a:ext cx="64208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353" y="21600"/>
                      <a:pt x="15247" y="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25"/>
              <p:cNvSpPr/>
              <p:nvPr/>
            </p:nvSpPr>
            <p:spPr>
              <a:xfrm>
                <a:off x="2805850" y="3264172"/>
                <a:ext cx="96311" cy="96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0800" y="19872"/>
                      <a:pt x="2492" y="10368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7" name="Google Shape;867;p25"/>
              <p:cNvCxnSpPr/>
              <p:nvPr/>
            </p:nvCxnSpPr>
            <p:spPr>
              <a:xfrm>
                <a:off x="2805850" y="3264172"/>
                <a:ext cx="41094" cy="1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68" name="Google Shape;868;p25"/>
              <p:cNvSpPr/>
              <p:nvPr/>
            </p:nvSpPr>
            <p:spPr>
              <a:xfrm>
                <a:off x="3021585" y="3276109"/>
                <a:ext cx="110428" cy="153859"/>
              </a:xfrm>
              <a:custGeom>
                <a:avLst/>
                <a:gdLst/>
                <a:ahLst/>
                <a:cxnLst/>
                <a:rect l="l" t="t" r="r" b="b"/>
                <a:pathLst>
                  <a:path w="19973" h="21600" extrusionOk="0">
                    <a:moveTo>
                      <a:pt x="0" y="21600"/>
                    </a:moveTo>
                    <a:cubicBezTo>
                      <a:pt x="5400" y="20520"/>
                      <a:pt x="10800" y="18360"/>
                      <a:pt x="14175" y="15120"/>
                    </a:cubicBezTo>
                    <a:cubicBezTo>
                      <a:pt x="18900" y="11340"/>
                      <a:pt x="21600" y="4860"/>
                      <a:pt x="189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9" name="Google Shape;869;p25"/>
              <p:cNvCxnSpPr/>
              <p:nvPr/>
            </p:nvCxnSpPr>
            <p:spPr>
              <a:xfrm rot="10800000" flipH="1">
                <a:off x="3328495" y="2964414"/>
                <a:ext cx="10274" cy="68972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70" name="Google Shape;870;p25"/>
              <p:cNvSpPr/>
              <p:nvPr/>
            </p:nvSpPr>
            <p:spPr>
              <a:xfrm>
                <a:off x="3369588" y="3047975"/>
                <a:ext cx="66776" cy="543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200" y="13886"/>
                      <a:pt x="14400" y="6171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71" name="Google Shape;871;p25"/>
              <p:cNvCxnSpPr/>
              <p:nvPr/>
            </p:nvCxnSpPr>
            <p:spPr>
              <a:xfrm>
                <a:off x="3387566" y="3160715"/>
                <a:ext cx="101447" cy="22549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72" name="Google Shape;872;p25"/>
              <p:cNvSpPr/>
              <p:nvPr/>
            </p:nvSpPr>
            <p:spPr>
              <a:xfrm>
                <a:off x="3230900" y="3118271"/>
                <a:ext cx="37240" cy="119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7665"/>
                      <a:pt x="6480" y="15329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5"/>
              <p:cNvSpPr/>
              <p:nvPr/>
            </p:nvSpPr>
            <p:spPr>
              <a:xfrm>
                <a:off x="3369588" y="3225707"/>
                <a:ext cx="47513" cy="5836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6646" y="7200"/>
                      <a:pt x="14954" y="144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25"/>
              <p:cNvSpPr/>
              <p:nvPr/>
            </p:nvSpPr>
            <p:spPr>
              <a:xfrm>
                <a:off x="2843089" y="2602318"/>
                <a:ext cx="283795" cy="291801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25"/>
              <p:cNvSpPr/>
              <p:nvPr/>
            </p:nvSpPr>
            <p:spPr>
              <a:xfrm>
                <a:off x="2939400" y="2667309"/>
                <a:ext cx="86039" cy="92847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25"/>
              <p:cNvSpPr/>
              <p:nvPr/>
            </p:nvSpPr>
            <p:spPr>
              <a:xfrm>
                <a:off x="2954810" y="2713732"/>
                <a:ext cx="71395" cy="119373"/>
              </a:xfrm>
              <a:custGeom>
                <a:avLst/>
                <a:gdLst/>
                <a:ahLst/>
                <a:cxnLst/>
                <a:rect l="l" t="t" r="r" b="b"/>
                <a:pathLst>
                  <a:path w="20705" h="21600" extrusionOk="0">
                    <a:moveTo>
                      <a:pt x="20520" y="0"/>
                    </a:moveTo>
                    <a:cubicBezTo>
                      <a:pt x="21600" y="5574"/>
                      <a:pt x="18360" y="16723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25"/>
              <p:cNvSpPr/>
              <p:nvPr/>
            </p:nvSpPr>
            <p:spPr>
              <a:xfrm>
                <a:off x="2301181" y="3375585"/>
                <a:ext cx="336447" cy="3461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760" y="21600"/>
                    </a:moveTo>
                    <a:cubicBezTo>
                      <a:pt x="3600" y="21600"/>
                      <a:pt x="3600" y="21600"/>
                      <a:pt x="3600" y="21600"/>
                    </a:cubicBezTo>
                    <a:cubicBezTo>
                      <a:pt x="1680" y="21600"/>
                      <a:pt x="0" y="19920"/>
                      <a:pt x="0" y="17760"/>
                    </a:cubicBezTo>
                    <a:cubicBezTo>
                      <a:pt x="240" y="15600"/>
                      <a:pt x="240" y="12960"/>
                      <a:pt x="240" y="10080"/>
                    </a:cubicBezTo>
                    <a:cubicBezTo>
                      <a:pt x="240" y="7920"/>
                      <a:pt x="240" y="5760"/>
                      <a:pt x="0" y="3600"/>
                    </a:cubicBezTo>
                    <a:cubicBezTo>
                      <a:pt x="0" y="3360"/>
                      <a:pt x="0" y="2160"/>
                      <a:pt x="960" y="960"/>
                    </a:cubicBezTo>
                    <a:cubicBezTo>
                      <a:pt x="1680" y="480"/>
                      <a:pt x="2640" y="0"/>
                      <a:pt x="3600" y="0"/>
                    </a:cubicBezTo>
                    <a:cubicBezTo>
                      <a:pt x="17760" y="0"/>
                      <a:pt x="17760" y="0"/>
                      <a:pt x="17760" y="0"/>
                    </a:cubicBezTo>
                    <a:cubicBezTo>
                      <a:pt x="19920" y="0"/>
                      <a:pt x="21600" y="1680"/>
                      <a:pt x="21600" y="3600"/>
                    </a:cubicBezTo>
                    <a:cubicBezTo>
                      <a:pt x="21600" y="6000"/>
                      <a:pt x="21600" y="8160"/>
                      <a:pt x="21600" y="10560"/>
                    </a:cubicBezTo>
                    <a:cubicBezTo>
                      <a:pt x="21600" y="13200"/>
                      <a:pt x="21600" y="15600"/>
                      <a:pt x="21600" y="17760"/>
                    </a:cubicBezTo>
                    <a:cubicBezTo>
                      <a:pt x="21600" y="18000"/>
                      <a:pt x="21600" y="19440"/>
                      <a:pt x="20400" y="20400"/>
                    </a:cubicBezTo>
                    <a:cubicBezTo>
                      <a:pt x="19680" y="21120"/>
                      <a:pt x="18960" y="21600"/>
                      <a:pt x="17760" y="216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25"/>
              <p:cNvSpPr/>
              <p:nvPr/>
            </p:nvSpPr>
            <p:spPr>
              <a:xfrm>
                <a:off x="2242111" y="3422008"/>
                <a:ext cx="336446" cy="3461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8720"/>
                    </a:moveTo>
                    <a:cubicBezTo>
                      <a:pt x="21600" y="18960"/>
                      <a:pt x="21600" y="19440"/>
                      <a:pt x="20640" y="20400"/>
                    </a:cubicBezTo>
                    <a:cubicBezTo>
                      <a:pt x="19920" y="21120"/>
                      <a:pt x="18960" y="21600"/>
                      <a:pt x="18000" y="21600"/>
                    </a:cubicBezTo>
                    <a:cubicBezTo>
                      <a:pt x="3840" y="21600"/>
                      <a:pt x="3840" y="21600"/>
                      <a:pt x="3840" y="21600"/>
                    </a:cubicBezTo>
                    <a:cubicBezTo>
                      <a:pt x="1680" y="21600"/>
                      <a:pt x="0" y="19920"/>
                      <a:pt x="0" y="17760"/>
                    </a:cubicBezTo>
                    <a:cubicBezTo>
                      <a:pt x="240" y="15600"/>
                      <a:pt x="480" y="12960"/>
                      <a:pt x="480" y="10080"/>
                    </a:cubicBezTo>
                    <a:cubicBezTo>
                      <a:pt x="480" y="7920"/>
                      <a:pt x="240" y="5760"/>
                      <a:pt x="0" y="3600"/>
                    </a:cubicBezTo>
                    <a:cubicBezTo>
                      <a:pt x="0" y="3360"/>
                      <a:pt x="0" y="2160"/>
                      <a:pt x="1200" y="960"/>
                    </a:cubicBezTo>
                    <a:cubicBezTo>
                      <a:pt x="1920" y="480"/>
                      <a:pt x="2640" y="0"/>
                      <a:pt x="3840" y="0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5"/>
              <p:cNvSpPr/>
              <p:nvPr/>
            </p:nvSpPr>
            <p:spPr>
              <a:xfrm>
                <a:off x="2461128" y="3486999"/>
                <a:ext cx="12701" cy="119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6968"/>
                      <a:pt x="21600" y="15329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25"/>
              <p:cNvSpPr/>
              <p:nvPr/>
            </p:nvSpPr>
            <p:spPr>
              <a:xfrm>
                <a:off x="2406481" y="3543873"/>
                <a:ext cx="115574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9600" extrusionOk="0">
                    <a:moveTo>
                      <a:pt x="0" y="0"/>
                    </a:moveTo>
                    <a:cubicBezTo>
                      <a:pt x="6968" y="0"/>
                      <a:pt x="14632" y="2160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25"/>
              <p:cNvSpPr/>
              <p:nvPr/>
            </p:nvSpPr>
            <p:spPr>
              <a:xfrm>
                <a:off x="3260435" y="1297180"/>
                <a:ext cx="489259" cy="18834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8409" y="21600"/>
                    </a:moveTo>
                    <a:cubicBezTo>
                      <a:pt x="12861" y="14547"/>
                      <a:pt x="17148" y="7053"/>
                      <a:pt x="21600" y="0"/>
                    </a:cubicBezTo>
                    <a:cubicBezTo>
                      <a:pt x="14180" y="2204"/>
                      <a:pt x="7090" y="6612"/>
                      <a:pt x="0" y="11461"/>
                    </a:cubicBezTo>
                    <a:cubicBezTo>
                      <a:pt x="2803" y="14547"/>
                      <a:pt x="5606" y="18073"/>
                      <a:pt x="8409" y="2160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25"/>
              <p:cNvSpPr/>
              <p:nvPr/>
            </p:nvSpPr>
            <p:spPr>
              <a:xfrm>
                <a:off x="3499286" y="1301158"/>
                <a:ext cx="246556" cy="43504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5055" y="4205"/>
                      <a:pt x="7855" y="8028"/>
                      <a:pt x="0" y="11278"/>
                    </a:cubicBezTo>
                    <a:cubicBezTo>
                      <a:pt x="1964" y="14719"/>
                      <a:pt x="3600" y="18159"/>
                      <a:pt x="5564" y="21600"/>
                    </a:cubicBezTo>
                    <a:cubicBezTo>
                      <a:pt x="11455" y="14336"/>
                      <a:pt x="17673" y="6499"/>
                      <a:pt x="21600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5"/>
              <p:cNvSpPr/>
              <p:nvPr/>
            </p:nvSpPr>
            <p:spPr>
              <a:xfrm>
                <a:off x="3383713" y="1485523"/>
                <a:ext cx="115574" cy="11141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2542" y="0"/>
                    </a:moveTo>
                    <a:cubicBezTo>
                      <a:pt x="8361" y="7448"/>
                      <a:pt x="3484" y="14152"/>
                      <a:pt x="0" y="21600"/>
                    </a:cubicBezTo>
                    <a:cubicBezTo>
                      <a:pt x="6968" y="17876"/>
                      <a:pt x="15329" y="14152"/>
                      <a:pt x="21600" y="819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84" name="Google Shape;884;p25"/>
              <p:cNvCxnSpPr/>
              <p:nvPr/>
            </p:nvCxnSpPr>
            <p:spPr>
              <a:xfrm>
                <a:off x="3369588" y="1212293"/>
                <a:ext cx="331309" cy="22549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85" name="Google Shape;885;p25"/>
              <p:cNvSpPr/>
              <p:nvPr/>
            </p:nvSpPr>
            <p:spPr>
              <a:xfrm>
                <a:off x="2230553" y="1535925"/>
                <a:ext cx="481555" cy="4960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716"/>
                    </a:moveTo>
                    <a:cubicBezTo>
                      <a:pt x="21600" y="16744"/>
                      <a:pt x="16744" y="21600"/>
                      <a:pt x="10716" y="21600"/>
                    </a:cubicBezTo>
                    <a:cubicBezTo>
                      <a:pt x="4688" y="21600"/>
                      <a:pt x="0" y="16744"/>
                      <a:pt x="0" y="10716"/>
                    </a:cubicBezTo>
                    <a:cubicBezTo>
                      <a:pt x="0" y="4856"/>
                      <a:pt x="4688" y="0"/>
                      <a:pt x="10716" y="0"/>
                    </a:cubicBezTo>
                    <a:cubicBezTo>
                      <a:pt x="16744" y="0"/>
                      <a:pt x="21600" y="4856"/>
                      <a:pt x="21600" y="10716"/>
                    </a:cubicBezTo>
                    <a:close/>
                    <a:moveTo>
                      <a:pt x="21600" y="10716"/>
                    </a:moveTo>
                    <a:cubicBezTo>
                      <a:pt x="21600" y="10716"/>
                      <a:pt x="21600" y="10716"/>
                      <a:pt x="21600" y="1071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25"/>
              <p:cNvSpPr/>
              <p:nvPr/>
            </p:nvSpPr>
            <p:spPr>
              <a:xfrm>
                <a:off x="2339286" y="1604895"/>
                <a:ext cx="276060" cy="354139"/>
              </a:xfrm>
              <a:custGeom>
                <a:avLst/>
                <a:gdLst/>
                <a:ahLst/>
                <a:cxnLst/>
                <a:rect l="l" t="t" r="r" b="b"/>
                <a:pathLst>
                  <a:path w="21107" h="21600" extrusionOk="0">
                    <a:moveTo>
                      <a:pt x="10822" y="1409"/>
                    </a:moveTo>
                    <a:cubicBezTo>
                      <a:pt x="15085" y="1409"/>
                      <a:pt x="18780" y="3287"/>
                      <a:pt x="19349" y="6574"/>
                    </a:cubicBezTo>
                    <a:cubicBezTo>
                      <a:pt x="19917" y="10800"/>
                      <a:pt x="17359" y="15026"/>
                      <a:pt x="12527" y="15026"/>
                    </a:cubicBezTo>
                    <a:cubicBezTo>
                      <a:pt x="12243" y="15026"/>
                      <a:pt x="12243" y="15026"/>
                      <a:pt x="11959" y="15026"/>
                    </a:cubicBezTo>
                    <a:cubicBezTo>
                      <a:pt x="10538" y="15026"/>
                      <a:pt x="9970" y="14322"/>
                      <a:pt x="8833" y="13852"/>
                    </a:cubicBezTo>
                    <a:cubicBezTo>
                      <a:pt x="8264" y="16200"/>
                      <a:pt x="7980" y="20191"/>
                      <a:pt x="5991" y="20191"/>
                    </a:cubicBezTo>
                    <a:cubicBezTo>
                      <a:pt x="5706" y="20191"/>
                      <a:pt x="5706" y="20191"/>
                      <a:pt x="5422" y="20191"/>
                    </a:cubicBezTo>
                    <a:cubicBezTo>
                      <a:pt x="3433" y="19017"/>
                      <a:pt x="6559" y="13383"/>
                      <a:pt x="7127" y="10330"/>
                    </a:cubicBezTo>
                    <a:cubicBezTo>
                      <a:pt x="5991" y="8687"/>
                      <a:pt x="7127" y="5635"/>
                      <a:pt x="9401" y="5635"/>
                    </a:cubicBezTo>
                    <a:cubicBezTo>
                      <a:pt x="9401" y="5635"/>
                      <a:pt x="9685" y="5635"/>
                      <a:pt x="10254" y="5635"/>
                    </a:cubicBezTo>
                    <a:cubicBezTo>
                      <a:pt x="13380" y="6809"/>
                      <a:pt x="7127" y="12443"/>
                      <a:pt x="11391" y="13148"/>
                    </a:cubicBezTo>
                    <a:cubicBezTo>
                      <a:pt x="11675" y="13148"/>
                      <a:pt x="11959" y="13148"/>
                      <a:pt x="11959" y="13148"/>
                    </a:cubicBezTo>
                    <a:cubicBezTo>
                      <a:pt x="15938" y="13148"/>
                      <a:pt x="17643" y="6574"/>
                      <a:pt x="14801" y="4461"/>
                    </a:cubicBezTo>
                    <a:cubicBezTo>
                      <a:pt x="13664" y="3522"/>
                      <a:pt x="12243" y="3052"/>
                      <a:pt x="10822" y="3052"/>
                    </a:cubicBezTo>
                    <a:cubicBezTo>
                      <a:pt x="7412" y="3052"/>
                      <a:pt x="3717" y="5870"/>
                      <a:pt x="4285" y="9157"/>
                    </a:cubicBezTo>
                    <a:cubicBezTo>
                      <a:pt x="4570" y="10330"/>
                      <a:pt x="5991" y="10565"/>
                      <a:pt x="4854" y="12209"/>
                    </a:cubicBezTo>
                    <a:cubicBezTo>
                      <a:pt x="2296" y="11739"/>
                      <a:pt x="1727" y="10096"/>
                      <a:pt x="1727" y="7983"/>
                    </a:cubicBezTo>
                    <a:cubicBezTo>
                      <a:pt x="1727" y="4461"/>
                      <a:pt x="5706" y="1878"/>
                      <a:pt x="9401" y="1409"/>
                    </a:cubicBezTo>
                    <a:cubicBezTo>
                      <a:pt x="9970" y="1409"/>
                      <a:pt x="10254" y="1409"/>
                      <a:pt x="10822" y="1409"/>
                    </a:cubicBezTo>
                    <a:moveTo>
                      <a:pt x="10822" y="0"/>
                    </a:moveTo>
                    <a:cubicBezTo>
                      <a:pt x="10254" y="0"/>
                      <a:pt x="9685" y="0"/>
                      <a:pt x="9117" y="0"/>
                    </a:cubicBezTo>
                    <a:cubicBezTo>
                      <a:pt x="4854" y="470"/>
                      <a:pt x="306" y="3287"/>
                      <a:pt x="22" y="7983"/>
                    </a:cubicBezTo>
                    <a:cubicBezTo>
                      <a:pt x="-262" y="11739"/>
                      <a:pt x="2296" y="13148"/>
                      <a:pt x="4285" y="13617"/>
                    </a:cubicBezTo>
                    <a:cubicBezTo>
                      <a:pt x="3149" y="17139"/>
                      <a:pt x="2012" y="20191"/>
                      <a:pt x="4570" y="21365"/>
                    </a:cubicBezTo>
                    <a:cubicBezTo>
                      <a:pt x="4570" y="21365"/>
                      <a:pt x="4854" y="21365"/>
                      <a:pt x="4854" y="21600"/>
                    </a:cubicBezTo>
                    <a:cubicBezTo>
                      <a:pt x="5138" y="21600"/>
                      <a:pt x="5706" y="21600"/>
                      <a:pt x="5991" y="21600"/>
                    </a:cubicBezTo>
                    <a:cubicBezTo>
                      <a:pt x="8833" y="21600"/>
                      <a:pt x="9685" y="19017"/>
                      <a:pt x="10254" y="16200"/>
                    </a:cubicBezTo>
                    <a:cubicBezTo>
                      <a:pt x="10538" y="16200"/>
                      <a:pt x="11106" y="16435"/>
                      <a:pt x="11959" y="16435"/>
                    </a:cubicBezTo>
                    <a:cubicBezTo>
                      <a:pt x="11959" y="16435"/>
                      <a:pt x="12243" y="16435"/>
                      <a:pt x="12527" y="16435"/>
                    </a:cubicBezTo>
                    <a:cubicBezTo>
                      <a:pt x="14801" y="16435"/>
                      <a:pt x="16791" y="15730"/>
                      <a:pt x="18496" y="14322"/>
                    </a:cubicBezTo>
                    <a:cubicBezTo>
                      <a:pt x="20485" y="12209"/>
                      <a:pt x="21338" y="9391"/>
                      <a:pt x="21054" y="6339"/>
                    </a:cubicBezTo>
                    <a:cubicBezTo>
                      <a:pt x="20201" y="2583"/>
                      <a:pt x="16222" y="0"/>
                      <a:pt x="10822" y="0"/>
                    </a:cubicBezTo>
                    <a:close/>
                    <a:moveTo>
                      <a:pt x="11675" y="11739"/>
                    </a:moveTo>
                    <a:cubicBezTo>
                      <a:pt x="11675" y="11270"/>
                      <a:pt x="11959" y="10330"/>
                      <a:pt x="12243" y="9861"/>
                    </a:cubicBezTo>
                    <a:cubicBezTo>
                      <a:pt x="12812" y="8217"/>
                      <a:pt x="13664" y="5635"/>
                      <a:pt x="11106" y="4461"/>
                    </a:cubicBezTo>
                    <a:cubicBezTo>
                      <a:pt x="11959" y="4696"/>
                      <a:pt x="12812" y="4696"/>
                      <a:pt x="13664" y="5400"/>
                    </a:cubicBezTo>
                    <a:cubicBezTo>
                      <a:pt x="14801" y="6339"/>
                      <a:pt x="14801" y="8452"/>
                      <a:pt x="13949" y="10330"/>
                    </a:cubicBezTo>
                    <a:cubicBezTo>
                      <a:pt x="13664" y="10800"/>
                      <a:pt x="13096" y="11739"/>
                      <a:pt x="11959" y="11739"/>
                    </a:cubicBezTo>
                    <a:cubicBezTo>
                      <a:pt x="11959" y="11739"/>
                      <a:pt x="11959" y="11739"/>
                      <a:pt x="11675" y="11739"/>
                    </a:cubicBezTo>
                    <a:cubicBezTo>
                      <a:pt x="11675" y="11739"/>
                      <a:pt x="11675" y="11739"/>
                      <a:pt x="11675" y="117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25"/>
              <p:cNvSpPr/>
              <p:nvPr/>
            </p:nvSpPr>
            <p:spPr>
              <a:xfrm>
                <a:off x="1641133" y="1112453"/>
                <a:ext cx="410927" cy="44602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553" extrusionOk="0">
                    <a:moveTo>
                      <a:pt x="20029" y="8332"/>
                    </a:moveTo>
                    <a:cubicBezTo>
                      <a:pt x="11193" y="139"/>
                      <a:pt x="11193" y="139"/>
                      <a:pt x="11193" y="139"/>
                    </a:cubicBezTo>
                    <a:cubicBezTo>
                      <a:pt x="10996" y="-47"/>
                      <a:pt x="10604" y="-47"/>
                      <a:pt x="10211" y="139"/>
                    </a:cubicBezTo>
                    <a:cubicBezTo>
                      <a:pt x="1178" y="8705"/>
                      <a:pt x="1178" y="8705"/>
                      <a:pt x="1178" y="8705"/>
                    </a:cubicBezTo>
                    <a:cubicBezTo>
                      <a:pt x="393" y="9450"/>
                      <a:pt x="0" y="10381"/>
                      <a:pt x="0" y="11312"/>
                    </a:cubicBezTo>
                    <a:cubicBezTo>
                      <a:pt x="0" y="20994"/>
                      <a:pt x="0" y="20994"/>
                      <a:pt x="0" y="20994"/>
                    </a:cubicBezTo>
                    <a:cubicBezTo>
                      <a:pt x="0" y="21367"/>
                      <a:pt x="196" y="21553"/>
                      <a:pt x="589" y="21553"/>
                    </a:cubicBezTo>
                    <a:cubicBezTo>
                      <a:pt x="5498" y="21553"/>
                      <a:pt x="5498" y="21553"/>
                      <a:pt x="5498" y="21553"/>
                    </a:cubicBezTo>
                    <a:cubicBezTo>
                      <a:pt x="6873" y="21553"/>
                      <a:pt x="8051" y="20436"/>
                      <a:pt x="8051" y="19132"/>
                    </a:cubicBezTo>
                    <a:cubicBezTo>
                      <a:pt x="8051" y="13546"/>
                      <a:pt x="8051" y="13546"/>
                      <a:pt x="8051" y="13546"/>
                    </a:cubicBezTo>
                    <a:cubicBezTo>
                      <a:pt x="8051" y="12429"/>
                      <a:pt x="9033" y="11498"/>
                      <a:pt x="10211" y="11498"/>
                    </a:cubicBezTo>
                    <a:cubicBezTo>
                      <a:pt x="11389" y="11498"/>
                      <a:pt x="11389" y="11498"/>
                      <a:pt x="11389" y="11498"/>
                    </a:cubicBezTo>
                    <a:cubicBezTo>
                      <a:pt x="12567" y="11498"/>
                      <a:pt x="13549" y="12429"/>
                      <a:pt x="13549" y="13546"/>
                    </a:cubicBezTo>
                    <a:cubicBezTo>
                      <a:pt x="13549" y="19319"/>
                      <a:pt x="13549" y="19319"/>
                      <a:pt x="13549" y="19319"/>
                    </a:cubicBezTo>
                    <a:cubicBezTo>
                      <a:pt x="13549" y="20622"/>
                      <a:pt x="14531" y="21553"/>
                      <a:pt x="15709" y="21553"/>
                    </a:cubicBezTo>
                    <a:cubicBezTo>
                      <a:pt x="20815" y="21553"/>
                      <a:pt x="20815" y="21553"/>
                      <a:pt x="20815" y="21553"/>
                    </a:cubicBezTo>
                    <a:cubicBezTo>
                      <a:pt x="21207" y="21553"/>
                      <a:pt x="21600" y="21367"/>
                      <a:pt x="21600" y="20994"/>
                    </a:cubicBezTo>
                    <a:cubicBezTo>
                      <a:pt x="21600" y="11684"/>
                      <a:pt x="21600" y="11684"/>
                      <a:pt x="21600" y="11684"/>
                    </a:cubicBezTo>
                    <a:cubicBezTo>
                      <a:pt x="21600" y="10567"/>
                      <a:pt x="21011" y="9263"/>
                      <a:pt x="20029" y="833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5"/>
              <p:cNvSpPr/>
              <p:nvPr/>
            </p:nvSpPr>
            <p:spPr>
              <a:xfrm>
                <a:off x="1555095" y="957631"/>
                <a:ext cx="579148" cy="30506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8319"/>
                    </a:moveTo>
                    <a:cubicBezTo>
                      <a:pt x="10870" y="0"/>
                      <a:pt x="10870" y="0"/>
                      <a:pt x="10870" y="0"/>
                    </a:cubicBezTo>
                    <a:cubicBezTo>
                      <a:pt x="21600" y="18319"/>
                      <a:pt x="21600" y="18319"/>
                      <a:pt x="21600" y="18319"/>
                    </a:cubicBezTo>
                    <a:cubicBezTo>
                      <a:pt x="19510" y="21327"/>
                      <a:pt x="19510" y="21327"/>
                      <a:pt x="19510" y="21327"/>
                    </a:cubicBezTo>
                    <a:cubicBezTo>
                      <a:pt x="17001" y="16132"/>
                      <a:pt x="13935" y="10390"/>
                      <a:pt x="10870" y="5742"/>
                    </a:cubicBezTo>
                    <a:cubicBezTo>
                      <a:pt x="7804" y="10390"/>
                      <a:pt x="4738" y="16132"/>
                      <a:pt x="1951" y="21600"/>
                    </a:cubicBezTo>
                    <a:lnTo>
                      <a:pt x="0" y="18319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5"/>
              <p:cNvSpPr/>
              <p:nvPr/>
            </p:nvSpPr>
            <p:spPr>
              <a:xfrm>
                <a:off x="1566653" y="2725668"/>
                <a:ext cx="440461" cy="36873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4827" y="2475"/>
                    </a:moveTo>
                    <a:cubicBezTo>
                      <a:pt x="14461" y="1350"/>
                      <a:pt x="14461" y="1350"/>
                      <a:pt x="14461" y="1350"/>
                    </a:cubicBezTo>
                    <a:cubicBezTo>
                      <a:pt x="14095" y="450"/>
                      <a:pt x="13363" y="0"/>
                      <a:pt x="12631" y="0"/>
                    </a:cubicBezTo>
                    <a:cubicBezTo>
                      <a:pt x="8969" y="0"/>
                      <a:pt x="8969" y="0"/>
                      <a:pt x="8969" y="0"/>
                    </a:cubicBezTo>
                    <a:cubicBezTo>
                      <a:pt x="8054" y="0"/>
                      <a:pt x="7322" y="450"/>
                      <a:pt x="7139" y="1350"/>
                    </a:cubicBezTo>
                    <a:cubicBezTo>
                      <a:pt x="6773" y="2475"/>
                      <a:pt x="6773" y="2475"/>
                      <a:pt x="6773" y="2475"/>
                    </a:cubicBezTo>
                    <a:cubicBezTo>
                      <a:pt x="6407" y="3150"/>
                      <a:pt x="5858" y="3600"/>
                      <a:pt x="5125" y="3600"/>
                    </a:cubicBezTo>
                    <a:cubicBezTo>
                      <a:pt x="1831" y="3600"/>
                      <a:pt x="1831" y="3600"/>
                      <a:pt x="1831" y="3600"/>
                    </a:cubicBezTo>
                    <a:cubicBezTo>
                      <a:pt x="732" y="3600"/>
                      <a:pt x="0" y="4725"/>
                      <a:pt x="0" y="6075"/>
                    </a:cubicBezTo>
                    <a:cubicBezTo>
                      <a:pt x="0" y="19125"/>
                      <a:pt x="0" y="19125"/>
                      <a:pt x="0" y="19125"/>
                    </a:cubicBezTo>
                    <a:cubicBezTo>
                      <a:pt x="0" y="20475"/>
                      <a:pt x="732" y="21600"/>
                      <a:pt x="1831" y="21600"/>
                    </a:cubicBezTo>
                    <a:cubicBezTo>
                      <a:pt x="19769" y="21600"/>
                      <a:pt x="19769" y="21600"/>
                      <a:pt x="19769" y="21600"/>
                    </a:cubicBezTo>
                    <a:cubicBezTo>
                      <a:pt x="20685" y="21600"/>
                      <a:pt x="21600" y="20475"/>
                      <a:pt x="21600" y="19125"/>
                    </a:cubicBezTo>
                    <a:cubicBezTo>
                      <a:pt x="21600" y="6075"/>
                      <a:pt x="21600" y="6075"/>
                      <a:pt x="21600" y="6075"/>
                    </a:cubicBezTo>
                    <a:cubicBezTo>
                      <a:pt x="21600" y="4725"/>
                      <a:pt x="20685" y="3600"/>
                      <a:pt x="19769" y="3600"/>
                    </a:cubicBezTo>
                    <a:cubicBezTo>
                      <a:pt x="16292" y="3600"/>
                      <a:pt x="16292" y="3600"/>
                      <a:pt x="16292" y="3600"/>
                    </a:cubicBezTo>
                    <a:cubicBezTo>
                      <a:pt x="15742" y="3600"/>
                      <a:pt x="15193" y="3150"/>
                      <a:pt x="14827" y="247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5"/>
              <p:cNvSpPr/>
              <p:nvPr/>
            </p:nvSpPr>
            <p:spPr>
              <a:xfrm>
                <a:off x="1682226" y="2841063"/>
                <a:ext cx="205463" cy="210893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25"/>
              <p:cNvSpPr/>
              <p:nvPr/>
            </p:nvSpPr>
            <p:spPr>
              <a:xfrm>
                <a:off x="1633428" y="2780331"/>
                <a:ext cx="283796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6235" extrusionOk="0">
                    <a:moveTo>
                      <a:pt x="0" y="3118"/>
                    </a:moveTo>
                    <a:cubicBezTo>
                      <a:pt x="7105" y="-7682"/>
                      <a:pt x="14495" y="13918"/>
                      <a:pt x="21600" y="31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25"/>
              <p:cNvSpPr/>
              <p:nvPr/>
            </p:nvSpPr>
            <p:spPr>
              <a:xfrm>
                <a:off x="1612536" y="2744780"/>
                <a:ext cx="44258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9590" h="19299" extrusionOk="0">
                    <a:moveTo>
                      <a:pt x="1247" y="19299"/>
                    </a:moveTo>
                    <a:cubicBezTo>
                      <a:pt x="-415" y="15372"/>
                      <a:pt x="-415" y="9481"/>
                      <a:pt x="1247" y="5554"/>
                    </a:cubicBezTo>
                    <a:cubicBezTo>
                      <a:pt x="2908" y="1626"/>
                      <a:pt x="9554" y="-2301"/>
                      <a:pt x="14539" y="1626"/>
                    </a:cubicBezTo>
                    <a:cubicBezTo>
                      <a:pt x="19523" y="3590"/>
                      <a:pt x="21185" y="11444"/>
                      <a:pt x="17862" y="17335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25"/>
              <p:cNvSpPr/>
              <p:nvPr/>
            </p:nvSpPr>
            <p:spPr>
              <a:xfrm>
                <a:off x="1734175" y="2894282"/>
                <a:ext cx="107740" cy="110576"/>
              </a:xfrm>
              <a:custGeom>
                <a:avLst/>
                <a:gdLst/>
                <a:ahLst/>
                <a:cxnLst/>
                <a:rect l="l" t="t" r="r" b="b"/>
                <a:pathLst>
                  <a:path w="20136" h="17829" extrusionOk="0">
                    <a:moveTo>
                      <a:pt x="18921" y="4385"/>
                    </a:moveTo>
                    <a:cubicBezTo>
                      <a:pt x="21011" y="7470"/>
                      <a:pt x="20314" y="11790"/>
                      <a:pt x="17527" y="14876"/>
                    </a:cubicBezTo>
                    <a:cubicBezTo>
                      <a:pt x="14740" y="17345"/>
                      <a:pt x="9863" y="18579"/>
                      <a:pt x="5682" y="17345"/>
                    </a:cubicBezTo>
                    <a:cubicBezTo>
                      <a:pt x="2198" y="15493"/>
                      <a:pt x="-589" y="11790"/>
                      <a:pt x="108" y="8088"/>
                    </a:cubicBezTo>
                    <a:cubicBezTo>
                      <a:pt x="805" y="-552"/>
                      <a:pt x="14043" y="-3021"/>
                      <a:pt x="18921" y="438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5"/>
              <p:cNvSpPr/>
              <p:nvPr/>
            </p:nvSpPr>
            <p:spPr>
              <a:xfrm>
                <a:off x="1629005" y="2794639"/>
                <a:ext cx="12701" cy="28516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7589"/>
                      <a:pt x="0" y="14303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5"/>
              <p:cNvSpPr/>
              <p:nvPr/>
            </p:nvSpPr>
            <p:spPr>
              <a:xfrm>
                <a:off x="1932061" y="2790661"/>
                <a:ext cx="12701" cy="29312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0" y="7389"/>
                      <a:pt x="0" y="14211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25"/>
              <p:cNvSpPr/>
              <p:nvPr/>
            </p:nvSpPr>
            <p:spPr>
              <a:xfrm>
                <a:off x="1137750" y="1115467"/>
                <a:ext cx="59071" cy="62339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25"/>
              <p:cNvSpPr/>
              <p:nvPr/>
            </p:nvSpPr>
            <p:spPr>
              <a:xfrm>
                <a:off x="1051711" y="1023950"/>
                <a:ext cx="373687" cy="38464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9656" y="0"/>
                    </a:moveTo>
                    <a:cubicBezTo>
                      <a:pt x="1728" y="0"/>
                      <a:pt x="1728" y="0"/>
                      <a:pt x="1728" y="0"/>
                    </a:cubicBezTo>
                    <a:cubicBezTo>
                      <a:pt x="864" y="0"/>
                      <a:pt x="0" y="864"/>
                      <a:pt x="0" y="1728"/>
                    </a:cubicBezTo>
                    <a:cubicBezTo>
                      <a:pt x="0" y="19656"/>
                      <a:pt x="0" y="19656"/>
                      <a:pt x="0" y="19656"/>
                    </a:cubicBezTo>
                    <a:cubicBezTo>
                      <a:pt x="0" y="20736"/>
                      <a:pt x="864" y="21600"/>
                      <a:pt x="1728" y="21600"/>
                    </a:cubicBezTo>
                    <a:cubicBezTo>
                      <a:pt x="19656" y="21600"/>
                      <a:pt x="19656" y="21600"/>
                      <a:pt x="19656" y="21600"/>
                    </a:cubicBezTo>
                    <a:cubicBezTo>
                      <a:pt x="20736" y="21600"/>
                      <a:pt x="21600" y="20736"/>
                      <a:pt x="21600" y="19656"/>
                    </a:cubicBezTo>
                    <a:cubicBezTo>
                      <a:pt x="21600" y="1728"/>
                      <a:pt x="21600" y="1728"/>
                      <a:pt x="21600" y="1728"/>
                    </a:cubicBezTo>
                    <a:cubicBezTo>
                      <a:pt x="21600" y="864"/>
                      <a:pt x="20736" y="0"/>
                      <a:pt x="19656" y="0"/>
                    </a:cubicBezTo>
                    <a:close/>
                    <a:moveTo>
                      <a:pt x="17928" y="4320"/>
                    </a:moveTo>
                    <a:cubicBezTo>
                      <a:pt x="17928" y="9504"/>
                      <a:pt x="17928" y="9504"/>
                      <a:pt x="17928" y="9504"/>
                    </a:cubicBezTo>
                    <a:cubicBezTo>
                      <a:pt x="16632" y="8208"/>
                      <a:pt x="16632" y="8208"/>
                      <a:pt x="16632" y="8208"/>
                    </a:cubicBezTo>
                    <a:cubicBezTo>
                      <a:pt x="16200" y="7776"/>
                      <a:pt x="15768" y="7776"/>
                      <a:pt x="15336" y="8208"/>
                    </a:cubicBezTo>
                    <a:cubicBezTo>
                      <a:pt x="11880" y="11664"/>
                      <a:pt x="11880" y="11664"/>
                      <a:pt x="11880" y="11664"/>
                    </a:cubicBezTo>
                    <a:cubicBezTo>
                      <a:pt x="11880" y="11664"/>
                      <a:pt x="11664" y="11664"/>
                      <a:pt x="11664" y="11664"/>
                    </a:cubicBezTo>
                    <a:cubicBezTo>
                      <a:pt x="10368" y="10152"/>
                      <a:pt x="10368" y="10152"/>
                      <a:pt x="10368" y="10152"/>
                    </a:cubicBezTo>
                    <a:cubicBezTo>
                      <a:pt x="9936" y="9936"/>
                      <a:pt x="9504" y="9936"/>
                      <a:pt x="9072" y="10152"/>
                    </a:cubicBezTo>
                    <a:cubicBezTo>
                      <a:pt x="3024" y="17064"/>
                      <a:pt x="3024" y="17064"/>
                      <a:pt x="3024" y="17064"/>
                    </a:cubicBezTo>
                    <a:cubicBezTo>
                      <a:pt x="3024" y="4104"/>
                      <a:pt x="3024" y="4104"/>
                      <a:pt x="3024" y="4104"/>
                    </a:cubicBezTo>
                    <a:cubicBezTo>
                      <a:pt x="3024" y="3672"/>
                      <a:pt x="3456" y="3024"/>
                      <a:pt x="4104" y="3024"/>
                    </a:cubicBezTo>
                    <a:cubicBezTo>
                      <a:pt x="16632" y="3024"/>
                      <a:pt x="16632" y="3024"/>
                      <a:pt x="16632" y="3024"/>
                    </a:cubicBezTo>
                    <a:cubicBezTo>
                      <a:pt x="17280" y="3024"/>
                      <a:pt x="17928" y="3672"/>
                      <a:pt x="17928" y="43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25"/>
              <p:cNvSpPr/>
              <p:nvPr/>
            </p:nvSpPr>
            <p:spPr>
              <a:xfrm>
                <a:off x="1286710" y="1273305"/>
                <a:ext cx="48798" cy="7029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4985" y="6000"/>
                      <a:pt x="16615" y="156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25"/>
              <p:cNvSpPr/>
              <p:nvPr/>
            </p:nvSpPr>
            <p:spPr>
              <a:xfrm>
                <a:off x="793599" y="1100878"/>
                <a:ext cx="399369" cy="4350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3929" y="956"/>
                    </a:moveTo>
                    <a:cubicBezTo>
                      <a:pt x="13323" y="573"/>
                      <a:pt x="12920" y="382"/>
                      <a:pt x="12314" y="0"/>
                    </a:cubicBezTo>
                    <a:cubicBezTo>
                      <a:pt x="9690" y="1912"/>
                      <a:pt x="2624" y="7837"/>
                      <a:pt x="0" y="9940"/>
                    </a:cubicBezTo>
                    <a:cubicBezTo>
                      <a:pt x="4037" y="14336"/>
                      <a:pt x="9084" y="17968"/>
                      <a:pt x="14131" y="21600"/>
                    </a:cubicBezTo>
                    <a:cubicBezTo>
                      <a:pt x="16957" y="19880"/>
                      <a:pt x="19379" y="17777"/>
                      <a:pt x="21600" y="1529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25"/>
              <p:cNvSpPr/>
              <p:nvPr/>
            </p:nvSpPr>
            <p:spPr>
              <a:xfrm>
                <a:off x="875785" y="1161891"/>
                <a:ext cx="238851" cy="30108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5910" y="1713"/>
                    </a:moveTo>
                    <a:lnTo>
                      <a:pt x="13587" y="0"/>
                    </a:lnTo>
                    <a:lnTo>
                      <a:pt x="0" y="9420"/>
                    </a:lnTo>
                    <a:lnTo>
                      <a:pt x="15910" y="21600"/>
                    </a:lnTo>
                    <a:lnTo>
                      <a:pt x="21600" y="17699"/>
                    </a:ln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5"/>
              <p:cNvSpPr/>
              <p:nvPr/>
            </p:nvSpPr>
            <p:spPr>
              <a:xfrm>
                <a:off x="1081247" y="2998899"/>
                <a:ext cx="283795" cy="291801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25"/>
              <p:cNvSpPr/>
              <p:nvPr/>
            </p:nvSpPr>
            <p:spPr>
              <a:xfrm>
                <a:off x="1167284" y="3067870"/>
                <a:ext cx="108474" cy="160495"/>
              </a:xfrm>
              <a:custGeom>
                <a:avLst/>
                <a:gdLst/>
                <a:ahLst/>
                <a:cxnLst/>
                <a:rect l="l" t="t" r="r" b="b"/>
                <a:pathLst>
                  <a:path w="20972" h="21424" extrusionOk="0">
                    <a:moveTo>
                      <a:pt x="20160" y="514"/>
                    </a:moveTo>
                    <a:cubicBezTo>
                      <a:pt x="13680" y="514"/>
                      <a:pt x="7920" y="0"/>
                      <a:pt x="1440" y="0"/>
                    </a:cubicBezTo>
                    <a:cubicBezTo>
                      <a:pt x="1440" y="2571"/>
                      <a:pt x="720" y="5657"/>
                      <a:pt x="720" y="8229"/>
                    </a:cubicBezTo>
                    <a:cubicBezTo>
                      <a:pt x="5040" y="7714"/>
                      <a:pt x="9360" y="7200"/>
                      <a:pt x="13680" y="8743"/>
                    </a:cubicBezTo>
                    <a:cubicBezTo>
                      <a:pt x="18000" y="9771"/>
                      <a:pt x="21600" y="12343"/>
                      <a:pt x="20880" y="15429"/>
                    </a:cubicBezTo>
                    <a:cubicBezTo>
                      <a:pt x="20880" y="18000"/>
                      <a:pt x="18720" y="19543"/>
                      <a:pt x="15840" y="20571"/>
                    </a:cubicBezTo>
                    <a:cubicBezTo>
                      <a:pt x="12960" y="21600"/>
                      <a:pt x="10080" y="21600"/>
                      <a:pt x="7200" y="21086"/>
                    </a:cubicBezTo>
                    <a:cubicBezTo>
                      <a:pt x="3600" y="20571"/>
                      <a:pt x="720" y="19029"/>
                      <a:pt x="0" y="1697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25"/>
              <p:cNvSpPr/>
              <p:nvPr/>
            </p:nvSpPr>
            <p:spPr>
              <a:xfrm>
                <a:off x="951548" y="1612853"/>
                <a:ext cx="432757" cy="47351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869" y="21600"/>
                    </a:moveTo>
                    <a:cubicBezTo>
                      <a:pt x="9683" y="21600"/>
                      <a:pt x="9310" y="21424"/>
                      <a:pt x="9124" y="21424"/>
                    </a:cubicBezTo>
                    <a:cubicBezTo>
                      <a:pt x="8193" y="21073"/>
                      <a:pt x="7821" y="20371"/>
                      <a:pt x="7821" y="19493"/>
                    </a:cubicBezTo>
                    <a:cubicBezTo>
                      <a:pt x="7821" y="19493"/>
                      <a:pt x="7821" y="18088"/>
                      <a:pt x="7821" y="17034"/>
                    </a:cubicBezTo>
                    <a:cubicBezTo>
                      <a:pt x="7821" y="16683"/>
                      <a:pt x="7448" y="16507"/>
                      <a:pt x="7076" y="16507"/>
                    </a:cubicBezTo>
                    <a:cubicBezTo>
                      <a:pt x="6517" y="16332"/>
                      <a:pt x="5959" y="16332"/>
                      <a:pt x="5772" y="16156"/>
                    </a:cubicBezTo>
                    <a:cubicBezTo>
                      <a:pt x="5028" y="15980"/>
                      <a:pt x="4097" y="15805"/>
                      <a:pt x="3352" y="15278"/>
                    </a:cubicBezTo>
                    <a:cubicBezTo>
                      <a:pt x="1862" y="14400"/>
                      <a:pt x="745" y="12995"/>
                      <a:pt x="372" y="11415"/>
                    </a:cubicBezTo>
                    <a:cubicBezTo>
                      <a:pt x="0" y="10712"/>
                      <a:pt x="0" y="10010"/>
                      <a:pt x="0" y="9307"/>
                    </a:cubicBezTo>
                    <a:cubicBezTo>
                      <a:pt x="0" y="7024"/>
                      <a:pt x="0" y="7024"/>
                      <a:pt x="0" y="7024"/>
                    </a:cubicBezTo>
                    <a:cubicBezTo>
                      <a:pt x="0" y="3161"/>
                      <a:pt x="3352" y="0"/>
                      <a:pt x="7448" y="0"/>
                    </a:cubicBezTo>
                    <a:cubicBezTo>
                      <a:pt x="14152" y="0"/>
                      <a:pt x="14152" y="0"/>
                      <a:pt x="14152" y="0"/>
                    </a:cubicBezTo>
                    <a:cubicBezTo>
                      <a:pt x="18248" y="0"/>
                      <a:pt x="21600" y="3161"/>
                      <a:pt x="21600" y="7024"/>
                    </a:cubicBezTo>
                    <a:cubicBezTo>
                      <a:pt x="21600" y="9307"/>
                      <a:pt x="21600" y="9307"/>
                      <a:pt x="21600" y="9307"/>
                    </a:cubicBezTo>
                    <a:cubicBezTo>
                      <a:pt x="21228" y="15805"/>
                      <a:pt x="12476" y="20371"/>
                      <a:pt x="11172" y="21073"/>
                    </a:cubicBezTo>
                    <a:cubicBezTo>
                      <a:pt x="10800" y="21424"/>
                      <a:pt x="10428" y="21600"/>
                      <a:pt x="9869" y="216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25"/>
              <p:cNvSpPr/>
              <p:nvPr/>
            </p:nvSpPr>
            <p:spPr>
              <a:xfrm>
                <a:off x="1006767" y="1673866"/>
                <a:ext cx="317184" cy="34352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911" y="17474"/>
                    </a:moveTo>
                    <a:cubicBezTo>
                      <a:pt x="9911" y="16503"/>
                      <a:pt x="9148" y="15533"/>
                      <a:pt x="8132" y="15290"/>
                    </a:cubicBezTo>
                    <a:cubicBezTo>
                      <a:pt x="7115" y="15047"/>
                      <a:pt x="5845" y="14804"/>
                      <a:pt x="5336" y="14804"/>
                    </a:cubicBezTo>
                    <a:cubicBezTo>
                      <a:pt x="3049" y="14076"/>
                      <a:pt x="1271" y="12620"/>
                      <a:pt x="508" y="10436"/>
                    </a:cubicBezTo>
                    <a:cubicBezTo>
                      <a:pt x="254" y="9951"/>
                      <a:pt x="0" y="9222"/>
                      <a:pt x="0" y="8494"/>
                    </a:cubicBezTo>
                    <a:cubicBezTo>
                      <a:pt x="0" y="6553"/>
                      <a:pt x="0" y="6553"/>
                      <a:pt x="0" y="6553"/>
                    </a:cubicBezTo>
                    <a:cubicBezTo>
                      <a:pt x="0" y="2912"/>
                      <a:pt x="3304" y="0"/>
                      <a:pt x="7624" y="0"/>
                    </a:cubicBezTo>
                    <a:cubicBezTo>
                      <a:pt x="14231" y="0"/>
                      <a:pt x="14231" y="0"/>
                      <a:pt x="14231" y="0"/>
                    </a:cubicBezTo>
                    <a:cubicBezTo>
                      <a:pt x="18296" y="0"/>
                      <a:pt x="21600" y="2912"/>
                      <a:pt x="21600" y="6553"/>
                    </a:cubicBezTo>
                    <a:cubicBezTo>
                      <a:pt x="21600" y="8494"/>
                      <a:pt x="21600" y="8494"/>
                      <a:pt x="21600" y="8494"/>
                    </a:cubicBezTo>
                    <a:cubicBezTo>
                      <a:pt x="21346" y="12620"/>
                      <a:pt x="18551" y="16261"/>
                      <a:pt x="15501" y="18688"/>
                    </a:cubicBezTo>
                    <a:cubicBezTo>
                      <a:pt x="14231" y="19658"/>
                      <a:pt x="11435" y="21357"/>
                      <a:pt x="10419" y="21600"/>
                    </a:cubicBezTo>
                    <a:cubicBezTo>
                      <a:pt x="10165" y="21600"/>
                      <a:pt x="10165" y="19416"/>
                      <a:pt x="9911" y="1747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25"/>
              <p:cNvSpPr/>
              <p:nvPr/>
            </p:nvSpPr>
            <p:spPr>
              <a:xfrm>
                <a:off x="1092804" y="1756381"/>
                <a:ext cx="145109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200" y="10800"/>
                      <a:pt x="14400" y="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25"/>
              <p:cNvSpPr/>
              <p:nvPr/>
            </p:nvSpPr>
            <p:spPr>
              <a:xfrm>
                <a:off x="1096657" y="1825352"/>
                <a:ext cx="137404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005" y="10800"/>
                      <a:pt x="14595" y="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25"/>
              <p:cNvSpPr/>
              <p:nvPr/>
            </p:nvSpPr>
            <p:spPr>
              <a:xfrm>
                <a:off x="2179189" y="2305213"/>
                <a:ext cx="364697" cy="4270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7714" y="1168"/>
                    </a:moveTo>
                    <a:cubicBezTo>
                      <a:pt x="8155" y="1168"/>
                      <a:pt x="8596" y="1362"/>
                      <a:pt x="9037" y="1557"/>
                    </a:cubicBezTo>
                    <a:cubicBezTo>
                      <a:pt x="9037" y="1557"/>
                      <a:pt x="11682" y="3892"/>
                      <a:pt x="13224" y="5254"/>
                    </a:cubicBezTo>
                    <a:cubicBezTo>
                      <a:pt x="14106" y="6227"/>
                      <a:pt x="14988" y="7395"/>
                      <a:pt x="13665" y="8173"/>
                    </a:cubicBezTo>
                    <a:cubicBezTo>
                      <a:pt x="13445" y="8368"/>
                      <a:pt x="13224" y="8562"/>
                      <a:pt x="12784" y="8562"/>
                    </a:cubicBezTo>
                    <a:cubicBezTo>
                      <a:pt x="11902" y="8562"/>
                      <a:pt x="11241" y="7978"/>
                      <a:pt x="10580" y="7589"/>
                    </a:cubicBezTo>
                    <a:cubicBezTo>
                      <a:pt x="10580" y="7395"/>
                      <a:pt x="10359" y="7395"/>
                      <a:pt x="10139" y="7395"/>
                    </a:cubicBezTo>
                    <a:cubicBezTo>
                      <a:pt x="9918" y="7395"/>
                      <a:pt x="9478" y="7589"/>
                      <a:pt x="9478" y="7978"/>
                    </a:cubicBezTo>
                    <a:cubicBezTo>
                      <a:pt x="9478" y="14789"/>
                      <a:pt x="9478" y="14789"/>
                      <a:pt x="9478" y="14789"/>
                    </a:cubicBezTo>
                    <a:cubicBezTo>
                      <a:pt x="9478" y="16151"/>
                      <a:pt x="10800" y="17319"/>
                      <a:pt x="12343" y="17319"/>
                    </a:cubicBezTo>
                    <a:cubicBezTo>
                      <a:pt x="18955" y="17319"/>
                      <a:pt x="18955" y="17319"/>
                      <a:pt x="18955" y="17319"/>
                    </a:cubicBezTo>
                    <a:cubicBezTo>
                      <a:pt x="19616" y="17319"/>
                      <a:pt x="20278" y="17708"/>
                      <a:pt x="20278" y="18292"/>
                    </a:cubicBezTo>
                    <a:cubicBezTo>
                      <a:pt x="20278" y="19459"/>
                      <a:pt x="20278" y="19459"/>
                      <a:pt x="20278" y="19459"/>
                    </a:cubicBezTo>
                    <a:cubicBezTo>
                      <a:pt x="20278" y="19849"/>
                      <a:pt x="19616" y="20432"/>
                      <a:pt x="19176" y="20432"/>
                    </a:cubicBezTo>
                    <a:cubicBezTo>
                      <a:pt x="11241" y="20432"/>
                      <a:pt x="11241" y="20432"/>
                      <a:pt x="11241" y="20432"/>
                    </a:cubicBezTo>
                    <a:cubicBezTo>
                      <a:pt x="8376" y="20432"/>
                      <a:pt x="6171" y="18292"/>
                      <a:pt x="6171" y="15957"/>
                    </a:cubicBezTo>
                    <a:cubicBezTo>
                      <a:pt x="6171" y="7589"/>
                      <a:pt x="6171" y="7589"/>
                      <a:pt x="6171" y="7589"/>
                    </a:cubicBezTo>
                    <a:cubicBezTo>
                      <a:pt x="6171" y="7200"/>
                      <a:pt x="5731" y="7005"/>
                      <a:pt x="5510" y="7005"/>
                    </a:cubicBezTo>
                    <a:cubicBezTo>
                      <a:pt x="5290" y="7005"/>
                      <a:pt x="5069" y="7200"/>
                      <a:pt x="5069" y="7200"/>
                    </a:cubicBezTo>
                    <a:cubicBezTo>
                      <a:pt x="4188" y="7978"/>
                      <a:pt x="4188" y="7978"/>
                      <a:pt x="4188" y="7978"/>
                    </a:cubicBezTo>
                    <a:cubicBezTo>
                      <a:pt x="3747" y="8173"/>
                      <a:pt x="3306" y="8368"/>
                      <a:pt x="2865" y="8368"/>
                    </a:cubicBezTo>
                    <a:cubicBezTo>
                      <a:pt x="2645" y="8368"/>
                      <a:pt x="2204" y="8173"/>
                      <a:pt x="1763" y="7978"/>
                    </a:cubicBezTo>
                    <a:cubicBezTo>
                      <a:pt x="1763" y="7978"/>
                      <a:pt x="1763" y="7978"/>
                      <a:pt x="1763" y="7978"/>
                    </a:cubicBezTo>
                    <a:cubicBezTo>
                      <a:pt x="1102" y="7395"/>
                      <a:pt x="1102" y="6422"/>
                      <a:pt x="1763" y="5838"/>
                    </a:cubicBezTo>
                    <a:cubicBezTo>
                      <a:pt x="6612" y="1557"/>
                      <a:pt x="6612" y="1557"/>
                      <a:pt x="6612" y="1557"/>
                    </a:cubicBezTo>
                    <a:cubicBezTo>
                      <a:pt x="6833" y="1362"/>
                      <a:pt x="7273" y="1168"/>
                      <a:pt x="7714" y="1168"/>
                    </a:cubicBezTo>
                    <a:moveTo>
                      <a:pt x="7714" y="0"/>
                    </a:moveTo>
                    <a:cubicBezTo>
                      <a:pt x="6833" y="0"/>
                      <a:pt x="6171" y="195"/>
                      <a:pt x="5510" y="778"/>
                    </a:cubicBezTo>
                    <a:cubicBezTo>
                      <a:pt x="882" y="5059"/>
                      <a:pt x="882" y="5059"/>
                      <a:pt x="882" y="5059"/>
                    </a:cubicBezTo>
                    <a:cubicBezTo>
                      <a:pt x="220" y="5449"/>
                      <a:pt x="0" y="6227"/>
                      <a:pt x="0" y="7005"/>
                    </a:cubicBezTo>
                    <a:cubicBezTo>
                      <a:pt x="0" y="7589"/>
                      <a:pt x="220" y="8368"/>
                      <a:pt x="882" y="8757"/>
                    </a:cubicBezTo>
                    <a:cubicBezTo>
                      <a:pt x="882" y="8757"/>
                      <a:pt x="882" y="8757"/>
                      <a:pt x="882" y="8757"/>
                    </a:cubicBezTo>
                    <a:cubicBezTo>
                      <a:pt x="882" y="8951"/>
                      <a:pt x="882" y="8951"/>
                      <a:pt x="882" y="8951"/>
                    </a:cubicBezTo>
                    <a:cubicBezTo>
                      <a:pt x="1543" y="9341"/>
                      <a:pt x="2204" y="9535"/>
                      <a:pt x="2865" y="9535"/>
                    </a:cubicBezTo>
                    <a:cubicBezTo>
                      <a:pt x="3747" y="9535"/>
                      <a:pt x="4188" y="9341"/>
                      <a:pt x="4849" y="8951"/>
                    </a:cubicBezTo>
                    <a:cubicBezTo>
                      <a:pt x="4849" y="15957"/>
                      <a:pt x="4849" y="15957"/>
                      <a:pt x="4849" y="15957"/>
                    </a:cubicBezTo>
                    <a:cubicBezTo>
                      <a:pt x="4849" y="19070"/>
                      <a:pt x="7714" y="21600"/>
                      <a:pt x="11241" y="21600"/>
                    </a:cubicBezTo>
                    <a:cubicBezTo>
                      <a:pt x="19176" y="21600"/>
                      <a:pt x="19176" y="21600"/>
                      <a:pt x="19176" y="21600"/>
                    </a:cubicBezTo>
                    <a:cubicBezTo>
                      <a:pt x="20498" y="21600"/>
                      <a:pt x="21600" y="20627"/>
                      <a:pt x="21600" y="19459"/>
                    </a:cubicBezTo>
                    <a:cubicBezTo>
                      <a:pt x="21600" y="18292"/>
                      <a:pt x="21600" y="18292"/>
                      <a:pt x="21600" y="18292"/>
                    </a:cubicBezTo>
                    <a:cubicBezTo>
                      <a:pt x="21600" y="17124"/>
                      <a:pt x="20498" y="16151"/>
                      <a:pt x="18955" y="16151"/>
                    </a:cubicBezTo>
                    <a:cubicBezTo>
                      <a:pt x="12343" y="16151"/>
                      <a:pt x="12343" y="16151"/>
                      <a:pt x="12343" y="16151"/>
                    </a:cubicBezTo>
                    <a:cubicBezTo>
                      <a:pt x="11461" y="16151"/>
                      <a:pt x="10800" y="15568"/>
                      <a:pt x="10800" y="14789"/>
                    </a:cubicBezTo>
                    <a:cubicBezTo>
                      <a:pt x="10800" y="9146"/>
                      <a:pt x="10800" y="9146"/>
                      <a:pt x="10800" y="9146"/>
                    </a:cubicBezTo>
                    <a:cubicBezTo>
                      <a:pt x="11461" y="9535"/>
                      <a:pt x="12122" y="9730"/>
                      <a:pt x="12784" y="9730"/>
                    </a:cubicBezTo>
                    <a:cubicBezTo>
                      <a:pt x="13445" y="9730"/>
                      <a:pt x="14106" y="9535"/>
                      <a:pt x="14547" y="9146"/>
                    </a:cubicBezTo>
                    <a:cubicBezTo>
                      <a:pt x="15429" y="8562"/>
                      <a:pt x="15649" y="7784"/>
                      <a:pt x="15649" y="7395"/>
                    </a:cubicBezTo>
                    <a:cubicBezTo>
                      <a:pt x="15869" y="6227"/>
                      <a:pt x="14988" y="5254"/>
                      <a:pt x="14106" y="4476"/>
                    </a:cubicBezTo>
                    <a:cubicBezTo>
                      <a:pt x="12563" y="3114"/>
                      <a:pt x="9918" y="778"/>
                      <a:pt x="9918" y="778"/>
                    </a:cubicBezTo>
                    <a:cubicBezTo>
                      <a:pt x="9257" y="195"/>
                      <a:pt x="8596" y="0"/>
                      <a:pt x="77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25"/>
              <p:cNvSpPr/>
              <p:nvPr/>
            </p:nvSpPr>
            <p:spPr>
              <a:xfrm>
                <a:off x="2402629" y="2232263"/>
                <a:ext cx="365981" cy="42708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359" y="1168"/>
                    </a:moveTo>
                    <a:cubicBezTo>
                      <a:pt x="13004" y="1168"/>
                      <a:pt x="15429" y="3114"/>
                      <a:pt x="15429" y="5643"/>
                    </a:cubicBezTo>
                    <a:cubicBezTo>
                      <a:pt x="15429" y="13816"/>
                      <a:pt x="15429" y="13816"/>
                      <a:pt x="15429" y="13816"/>
                    </a:cubicBezTo>
                    <a:cubicBezTo>
                      <a:pt x="15429" y="14205"/>
                      <a:pt x="15649" y="14400"/>
                      <a:pt x="16090" y="14400"/>
                    </a:cubicBezTo>
                    <a:cubicBezTo>
                      <a:pt x="16090" y="14400"/>
                      <a:pt x="16310" y="14400"/>
                      <a:pt x="16531" y="14205"/>
                    </a:cubicBezTo>
                    <a:cubicBezTo>
                      <a:pt x="17192" y="13622"/>
                      <a:pt x="17192" y="13622"/>
                      <a:pt x="17192" y="13622"/>
                    </a:cubicBezTo>
                    <a:cubicBezTo>
                      <a:pt x="17633" y="13232"/>
                      <a:pt x="18073" y="13038"/>
                      <a:pt x="18514" y="13038"/>
                    </a:cubicBezTo>
                    <a:cubicBezTo>
                      <a:pt x="18955" y="13038"/>
                      <a:pt x="19396" y="13232"/>
                      <a:pt x="19616" y="13427"/>
                    </a:cubicBezTo>
                    <a:cubicBezTo>
                      <a:pt x="19616" y="13427"/>
                      <a:pt x="19616" y="13427"/>
                      <a:pt x="19616" y="13427"/>
                    </a:cubicBezTo>
                    <a:cubicBezTo>
                      <a:pt x="20278" y="14011"/>
                      <a:pt x="20278" y="15178"/>
                      <a:pt x="19616" y="15762"/>
                    </a:cubicBezTo>
                    <a:cubicBezTo>
                      <a:pt x="14988" y="19849"/>
                      <a:pt x="14988" y="19849"/>
                      <a:pt x="14988" y="19849"/>
                    </a:cubicBezTo>
                    <a:cubicBezTo>
                      <a:pt x="14547" y="20238"/>
                      <a:pt x="14106" y="20432"/>
                      <a:pt x="13665" y="20432"/>
                    </a:cubicBezTo>
                    <a:cubicBezTo>
                      <a:pt x="13224" y="20432"/>
                      <a:pt x="12784" y="20238"/>
                      <a:pt x="12563" y="19849"/>
                    </a:cubicBezTo>
                    <a:cubicBezTo>
                      <a:pt x="12563" y="19849"/>
                      <a:pt x="9698" y="17708"/>
                      <a:pt x="8155" y="16151"/>
                    </a:cubicBezTo>
                    <a:cubicBezTo>
                      <a:pt x="7273" y="15373"/>
                      <a:pt x="6392" y="14205"/>
                      <a:pt x="7714" y="13232"/>
                    </a:cubicBezTo>
                    <a:cubicBezTo>
                      <a:pt x="7935" y="13038"/>
                      <a:pt x="8376" y="13038"/>
                      <a:pt x="8596" y="13038"/>
                    </a:cubicBezTo>
                    <a:cubicBezTo>
                      <a:pt x="9478" y="13038"/>
                      <a:pt x="10359" y="13427"/>
                      <a:pt x="10800" y="14011"/>
                    </a:cubicBezTo>
                    <a:cubicBezTo>
                      <a:pt x="11020" y="14205"/>
                      <a:pt x="11020" y="14205"/>
                      <a:pt x="11241" y="14205"/>
                    </a:cubicBezTo>
                    <a:cubicBezTo>
                      <a:pt x="11682" y="14205"/>
                      <a:pt x="11902" y="14011"/>
                      <a:pt x="11902" y="13622"/>
                    </a:cubicBezTo>
                    <a:cubicBezTo>
                      <a:pt x="11902" y="6616"/>
                      <a:pt x="11902" y="6616"/>
                      <a:pt x="11902" y="6616"/>
                    </a:cubicBezTo>
                    <a:cubicBezTo>
                      <a:pt x="11902" y="5254"/>
                      <a:pt x="10580" y="4086"/>
                      <a:pt x="9037" y="4086"/>
                    </a:cubicBezTo>
                    <a:cubicBezTo>
                      <a:pt x="2424" y="4086"/>
                      <a:pt x="2424" y="4086"/>
                      <a:pt x="2424" y="4086"/>
                    </a:cubicBezTo>
                    <a:cubicBezTo>
                      <a:pt x="1763" y="4086"/>
                      <a:pt x="1322" y="3697"/>
                      <a:pt x="1322" y="3114"/>
                    </a:cubicBezTo>
                    <a:cubicBezTo>
                      <a:pt x="1322" y="2141"/>
                      <a:pt x="1322" y="2141"/>
                      <a:pt x="1322" y="2141"/>
                    </a:cubicBezTo>
                    <a:cubicBezTo>
                      <a:pt x="1322" y="1557"/>
                      <a:pt x="1763" y="1168"/>
                      <a:pt x="2424" y="1168"/>
                    </a:cubicBezTo>
                    <a:cubicBezTo>
                      <a:pt x="10359" y="1168"/>
                      <a:pt x="10359" y="1168"/>
                      <a:pt x="10359" y="1168"/>
                    </a:cubicBezTo>
                    <a:moveTo>
                      <a:pt x="10359" y="0"/>
                    </a:moveTo>
                    <a:cubicBezTo>
                      <a:pt x="2424" y="0"/>
                      <a:pt x="2424" y="0"/>
                      <a:pt x="2424" y="0"/>
                    </a:cubicBezTo>
                    <a:cubicBezTo>
                      <a:pt x="1102" y="0"/>
                      <a:pt x="0" y="973"/>
                      <a:pt x="0" y="2141"/>
                    </a:cubicBezTo>
                    <a:cubicBezTo>
                      <a:pt x="0" y="3114"/>
                      <a:pt x="0" y="3114"/>
                      <a:pt x="0" y="3114"/>
                    </a:cubicBezTo>
                    <a:cubicBezTo>
                      <a:pt x="0" y="4281"/>
                      <a:pt x="1102" y="5254"/>
                      <a:pt x="2424" y="5254"/>
                    </a:cubicBezTo>
                    <a:cubicBezTo>
                      <a:pt x="9037" y="5254"/>
                      <a:pt x="9037" y="5254"/>
                      <a:pt x="9037" y="5254"/>
                    </a:cubicBezTo>
                    <a:cubicBezTo>
                      <a:pt x="9918" y="5254"/>
                      <a:pt x="10580" y="5838"/>
                      <a:pt x="10580" y="6616"/>
                    </a:cubicBezTo>
                    <a:cubicBezTo>
                      <a:pt x="10580" y="12259"/>
                      <a:pt x="10580" y="12259"/>
                      <a:pt x="10580" y="12259"/>
                    </a:cubicBezTo>
                    <a:cubicBezTo>
                      <a:pt x="10139" y="12065"/>
                      <a:pt x="9478" y="11870"/>
                      <a:pt x="8596" y="11870"/>
                    </a:cubicBezTo>
                    <a:cubicBezTo>
                      <a:pt x="7935" y="11870"/>
                      <a:pt x="7273" y="12065"/>
                      <a:pt x="6833" y="12454"/>
                    </a:cubicBezTo>
                    <a:cubicBezTo>
                      <a:pt x="5951" y="13038"/>
                      <a:pt x="5731" y="13622"/>
                      <a:pt x="5731" y="14205"/>
                    </a:cubicBezTo>
                    <a:cubicBezTo>
                      <a:pt x="5731" y="15373"/>
                      <a:pt x="6612" y="16346"/>
                      <a:pt x="7273" y="16930"/>
                    </a:cubicBezTo>
                    <a:cubicBezTo>
                      <a:pt x="8816" y="18486"/>
                      <a:pt x="11461" y="20627"/>
                      <a:pt x="11461" y="20822"/>
                    </a:cubicBezTo>
                    <a:cubicBezTo>
                      <a:pt x="12122" y="21211"/>
                      <a:pt x="12784" y="21600"/>
                      <a:pt x="13665" y="21600"/>
                    </a:cubicBezTo>
                    <a:cubicBezTo>
                      <a:pt x="14547" y="21600"/>
                      <a:pt x="15208" y="21211"/>
                      <a:pt x="15869" y="20822"/>
                    </a:cubicBezTo>
                    <a:cubicBezTo>
                      <a:pt x="20718" y="16541"/>
                      <a:pt x="20718" y="16541"/>
                      <a:pt x="20718" y="16541"/>
                    </a:cubicBezTo>
                    <a:cubicBezTo>
                      <a:pt x="21159" y="15957"/>
                      <a:pt x="21600" y="15373"/>
                      <a:pt x="21600" y="14595"/>
                    </a:cubicBezTo>
                    <a:cubicBezTo>
                      <a:pt x="21600" y="13816"/>
                      <a:pt x="21159" y="13232"/>
                      <a:pt x="20498" y="12649"/>
                    </a:cubicBezTo>
                    <a:cubicBezTo>
                      <a:pt x="19837" y="12259"/>
                      <a:pt x="19176" y="11870"/>
                      <a:pt x="18514" y="11870"/>
                    </a:cubicBezTo>
                    <a:cubicBezTo>
                      <a:pt x="17853" y="11870"/>
                      <a:pt x="17192" y="12065"/>
                      <a:pt x="16751" y="12454"/>
                    </a:cubicBezTo>
                    <a:cubicBezTo>
                      <a:pt x="16751" y="5643"/>
                      <a:pt x="16751" y="5643"/>
                      <a:pt x="16751" y="5643"/>
                    </a:cubicBezTo>
                    <a:cubicBezTo>
                      <a:pt x="16751" y="2530"/>
                      <a:pt x="13886" y="0"/>
                      <a:pt x="1035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25"/>
              <p:cNvSpPr/>
              <p:nvPr/>
            </p:nvSpPr>
            <p:spPr>
              <a:xfrm>
                <a:off x="965674" y="2347657"/>
                <a:ext cx="418632" cy="43504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5236" y="0"/>
                    </a:moveTo>
                    <a:cubicBezTo>
                      <a:pt x="6364" y="0"/>
                      <a:pt x="6364" y="0"/>
                      <a:pt x="6364" y="0"/>
                    </a:cubicBezTo>
                    <a:cubicBezTo>
                      <a:pt x="2893" y="0"/>
                      <a:pt x="0" y="2867"/>
                      <a:pt x="0" y="6499"/>
                    </a:cubicBezTo>
                    <a:cubicBezTo>
                      <a:pt x="0" y="15101"/>
                      <a:pt x="0" y="15101"/>
                      <a:pt x="0" y="15101"/>
                    </a:cubicBezTo>
                    <a:cubicBezTo>
                      <a:pt x="0" y="18733"/>
                      <a:pt x="2893" y="21600"/>
                      <a:pt x="6364" y="21600"/>
                    </a:cubicBezTo>
                    <a:cubicBezTo>
                      <a:pt x="15236" y="21600"/>
                      <a:pt x="15236" y="21600"/>
                      <a:pt x="15236" y="21600"/>
                    </a:cubicBezTo>
                    <a:cubicBezTo>
                      <a:pt x="18707" y="21600"/>
                      <a:pt x="21600" y="18733"/>
                      <a:pt x="21600" y="15101"/>
                    </a:cubicBezTo>
                    <a:cubicBezTo>
                      <a:pt x="21600" y="6499"/>
                      <a:pt x="21600" y="6499"/>
                      <a:pt x="21600" y="6499"/>
                    </a:cubicBezTo>
                    <a:cubicBezTo>
                      <a:pt x="21600" y="2867"/>
                      <a:pt x="18707" y="0"/>
                      <a:pt x="152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25"/>
              <p:cNvSpPr/>
              <p:nvPr/>
            </p:nvSpPr>
            <p:spPr>
              <a:xfrm>
                <a:off x="1237912" y="2390101"/>
                <a:ext cx="105301" cy="10743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4629"/>
                    </a:moveTo>
                    <a:cubicBezTo>
                      <a:pt x="14657" y="4629"/>
                      <a:pt x="16971" y="7714"/>
                      <a:pt x="16971" y="10800"/>
                    </a:cubicBezTo>
                    <a:cubicBezTo>
                      <a:pt x="16971" y="14657"/>
                      <a:pt x="14657" y="16971"/>
                      <a:pt x="10800" y="16971"/>
                    </a:cubicBezTo>
                    <a:cubicBezTo>
                      <a:pt x="7714" y="16971"/>
                      <a:pt x="4629" y="14657"/>
                      <a:pt x="4629" y="10800"/>
                    </a:cubicBezTo>
                    <a:cubicBezTo>
                      <a:pt x="4629" y="7714"/>
                      <a:pt x="7714" y="4629"/>
                      <a:pt x="10800" y="4629"/>
                    </a:cubicBezTo>
                    <a:moveTo>
                      <a:pt x="10800" y="0"/>
                    </a:moveTo>
                    <a:cubicBezTo>
                      <a:pt x="5400" y="0"/>
                      <a:pt x="0" y="4629"/>
                      <a:pt x="0" y="10800"/>
                    </a:cubicBezTo>
                    <a:cubicBezTo>
                      <a:pt x="0" y="16971"/>
                      <a:pt x="5400" y="21600"/>
                      <a:pt x="10800" y="21600"/>
                    </a:cubicBezTo>
                    <a:cubicBezTo>
                      <a:pt x="16971" y="21600"/>
                      <a:pt x="21600" y="16971"/>
                      <a:pt x="21600" y="10800"/>
                    </a:cubicBezTo>
                    <a:cubicBezTo>
                      <a:pt x="21600" y="4629"/>
                      <a:pt x="16971" y="0"/>
                      <a:pt x="108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25"/>
              <p:cNvSpPr/>
              <p:nvPr/>
            </p:nvSpPr>
            <p:spPr>
              <a:xfrm>
                <a:off x="965674" y="2347657"/>
                <a:ext cx="418632" cy="43504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5236" y="0"/>
                    </a:moveTo>
                    <a:cubicBezTo>
                      <a:pt x="6364" y="0"/>
                      <a:pt x="6364" y="0"/>
                      <a:pt x="6364" y="0"/>
                    </a:cubicBezTo>
                    <a:cubicBezTo>
                      <a:pt x="2893" y="0"/>
                      <a:pt x="0" y="2867"/>
                      <a:pt x="0" y="6499"/>
                    </a:cubicBezTo>
                    <a:cubicBezTo>
                      <a:pt x="0" y="15101"/>
                      <a:pt x="0" y="15101"/>
                      <a:pt x="0" y="15101"/>
                    </a:cubicBezTo>
                    <a:cubicBezTo>
                      <a:pt x="0" y="18733"/>
                      <a:pt x="2893" y="21600"/>
                      <a:pt x="6364" y="21600"/>
                    </a:cubicBezTo>
                    <a:cubicBezTo>
                      <a:pt x="15236" y="21600"/>
                      <a:pt x="15236" y="21600"/>
                      <a:pt x="15236" y="21600"/>
                    </a:cubicBezTo>
                    <a:cubicBezTo>
                      <a:pt x="18707" y="21600"/>
                      <a:pt x="21600" y="18733"/>
                      <a:pt x="21600" y="15101"/>
                    </a:cubicBezTo>
                    <a:cubicBezTo>
                      <a:pt x="21600" y="6499"/>
                      <a:pt x="21600" y="6499"/>
                      <a:pt x="21600" y="6499"/>
                    </a:cubicBezTo>
                    <a:cubicBezTo>
                      <a:pt x="21600" y="2867"/>
                      <a:pt x="18707" y="0"/>
                      <a:pt x="152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25"/>
              <p:cNvSpPr/>
              <p:nvPr/>
            </p:nvSpPr>
            <p:spPr>
              <a:xfrm>
                <a:off x="1085100" y="2486924"/>
                <a:ext cx="172077" cy="176407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25"/>
              <p:cNvSpPr/>
              <p:nvPr/>
            </p:nvSpPr>
            <p:spPr>
              <a:xfrm>
                <a:off x="1022177" y="2409995"/>
                <a:ext cx="305626" cy="3156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649" y="527"/>
                    </a:moveTo>
                    <a:cubicBezTo>
                      <a:pt x="16859" y="0"/>
                      <a:pt x="16068" y="0"/>
                      <a:pt x="15278" y="0"/>
                    </a:cubicBezTo>
                    <a:cubicBezTo>
                      <a:pt x="6585" y="0"/>
                      <a:pt x="6585" y="0"/>
                      <a:pt x="6585" y="0"/>
                    </a:cubicBezTo>
                    <a:cubicBezTo>
                      <a:pt x="2898" y="0"/>
                      <a:pt x="0" y="2898"/>
                      <a:pt x="0" y="6322"/>
                    </a:cubicBezTo>
                    <a:cubicBezTo>
                      <a:pt x="0" y="15015"/>
                      <a:pt x="0" y="15015"/>
                      <a:pt x="0" y="15015"/>
                    </a:cubicBezTo>
                    <a:cubicBezTo>
                      <a:pt x="0" y="18702"/>
                      <a:pt x="2898" y="21600"/>
                      <a:pt x="6585" y="21600"/>
                    </a:cubicBezTo>
                    <a:cubicBezTo>
                      <a:pt x="15278" y="21600"/>
                      <a:pt x="15278" y="21600"/>
                      <a:pt x="15278" y="21600"/>
                    </a:cubicBezTo>
                    <a:cubicBezTo>
                      <a:pt x="18702" y="21600"/>
                      <a:pt x="21600" y="18702"/>
                      <a:pt x="21600" y="15015"/>
                    </a:cubicBezTo>
                    <a:cubicBezTo>
                      <a:pt x="21600" y="6322"/>
                      <a:pt x="21600" y="6322"/>
                      <a:pt x="21600" y="6322"/>
                    </a:cubicBezTo>
                    <a:cubicBezTo>
                      <a:pt x="21600" y="5532"/>
                      <a:pt x="21337" y="4741"/>
                      <a:pt x="21073" y="3951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25"/>
              <p:cNvSpPr/>
              <p:nvPr/>
            </p:nvSpPr>
            <p:spPr>
              <a:xfrm>
                <a:off x="368548" y="3363648"/>
                <a:ext cx="283795" cy="293127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25"/>
              <p:cNvSpPr/>
              <p:nvPr/>
            </p:nvSpPr>
            <p:spPr>
              <a:xfrm>
                <a:off x="462291" y="3424841"/>
                <a:ext cx="95040" cy="82056"/>
              </a:xfrm>
              <a:custGeom>
                <a:avLst/>
                <a:gdLst/>
                <a:ahLst/>
                <a:cxnLst/>
                <a:rect l="l" t="t" r="r" b="b"/>
                <a:pathLst>
                  <a:path w="21315" h="20879" extrusionOk="0">
                    <a:moveTo>
                      <a:pt x="0" y="3206"/>
                    </a:moveTo>
                    <a:cubicBezTo>
                      <a:pt x="4154" y="1243"/>
                      <a:pt x="8308" y="-721"/>
                      <a:pt x="13292" y="261"/>
                    </a:cubicBezTo>
                    <a:cubicBezTo>
                      <a:pt x="15785" y="1243"/>
                      <a:pt x="19108" y="2224"/>
                      <a:pt x="20769" y="6152"/>
                    </a:cubicBezTo>
                    <a:cubicBezTo>
                      <a:pt x="21600" y="8115"/>
                      <a:pt x="21600" y="12043"/>
                      <a:pt x="19938" y="14988"/>
                    </a:cubicBezTo>
                    <a:cubicBezTo>
                      <a:pt x="18277" y="16952"/>
                      <a:pt x="15785" y="18915"/>
                      <a:pt x="13292" y="19897"/>
                    </a:cubicBezTo>
                    <a:cubicBezTo>
                      <a:pt x="10800" y="20879"/>
                      <a:pt x="7477" y="20879"/>
                      <a:pt x="4985" y="2087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25"/>
              <p:cNvSpPr/>
              <p:nvPr/>
            </p:nvSpPr>
            <p:spPr>
              <a:xfrm>
                <a:off x="469996" y="3503884"/>
                <a:ext cx="106427" cy="92718"/>
              </a:xfrm>
              <a:custGeom>
                <a:avLst/>
                <a:gdLst/>
                <a:ahLst/>
                <a:cxnLst/>
                <a:rect l="l" t="t" r="r" b="b"/>
                <a:pathLst>
                  <a:path w="18267" h="20684" extrusionOk="0">
                    <a:moveTo>
                      <a:pt x="3812" y="648"/>
                    </a:moveTo>
                    <a:cubicBezTo>
                      <a:pt x="5718" y="-216"/>
                      <a:pt x="7624" y="-216"/>
                      <a:pt x="10165" y="648"/>
                    </a:cubicBezTo>
                    <a:cubicBezTo>
                      <a:pt x="12071" y="648"/>
                      <a:pt x="14612" y="1512"/>
                      <a:pt x="15882" y="3240"/>
                    </a:cubicBezTo>
                    <a:cubicBezTo>
                      <a:pt x="21600" y="9288"/>
                      <a:pt x="15882" y="18792"/>
                      <a:pt x="10800" y="20520"/>
                    </a:cubicBezTo>
                    <a:cubicBezTo>
                      <a:pt x="6353" y="21384"/>
                      <a:pt x="1906" y="18792"/>
                      <a:pt x="0" y="1360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25"/>
              <p:cNvSpPr/>
              <p:nvPr/>
            </p:nvSpPr>
            <p:spPr>
              <a:xfrm>
                <a:off x="443028" y="2028004"/>
                <a:ext cx="385595" cy="716236"/>
              </a:xfrm>
              <a:custGeom>
                <a:avLst/>
                <a:gdLst/>
                <a:ahLst/>
                <a:cxnLst/>
                <a:rect l="l" t="t" r="r" b="b"/>
                <a:pathLst>
                  <a:path w="21406" h="21600" extrusionOk="0">
                    <a:moveTo>
                      <a:pt x="19315" y="0"/>
                    </a:moveTo>
                    <a:cubicBezTo>
                      <a:pt x="2700" y="0"/>
                      <a:pt x="2700" y="0"/>
                      <a:pt x="2700" y="0"/>
                    </a:cubicBezTo>
                    <a:cubicBezTo>
                      <a:pt x="1246" y="0"/>
                      <a:pt x="0" y="697"/>
                      <a:pt x="0" y="1510"/>
                    </a:cubicBezTo>
                    <a:cubicBezTo>
                      <a:pt x="0" y="19974"/>
                      <a:pt x="0" y="19974"/>
                      <a:pt x="0" y="19974"/>
                    </a:cubicBezTo>
                    <a:cubicBezTo>
                      <a:pt x="0" y="20903"/>
                      <a:pt x="1246" y="21600"/>
                      <a:pt x="2700" y="21600"/>
                    </a:cubicBezTo>
                    <a:cubicBezTo>
                      <a:pt x="18692" y="21600"/>
                      <a:pt x="18692" y="21600"/>
                      <a:pt x="18692" y="21600"/>
                    </a:cubicBezTo>
                    <a:cubicBezTo>
                      <a:pt x="20146" y="21600"/>
                      <a:pt x="21392" y="20903"/>
                      <a:pt x="21392" y="19974"/>
                    </a:cubicBezTo>
                    <a:cubicBezTo>
                      <a:pt x="21392" y="1510"/>
                      <a:pt x="21392" y="1510"/>
                      <a:pt x="21392" y="1510"/>
                    </a:cubicBezTo>
                    <a:cubicBezTo>
                      <a:pt x="21600" y="116"/>
                      <a:pt x="19315" y="0"/>
                      <a:pt x="19315" y="0"/>
                    </a:cubicBezTo>
                    <a:close/>
                    <a:moveTo>
                      <a:pt x="10800" y="20090"/>
                    </a:moveTo>
                    <a:cubicBezTo>
                      <a:pt x="9762" y="20090"/>
                      <a:pt x="8931" y="19626"/>
                      <a:pt x="8931" y="19045"/>
                    </a:cubicBezTo>
                    <a:cubicBezTo>
                      <a:pt x="8931" y="18581"/>
                      <a:pt x="9762" y="18116"/>
                      <a:pt x="10800" y="18116"/>
                    </a:cubicBezTo>
                    <a:cubicBezTo>
                      <a:pt x="11631" y="18116"/>
                      <a:pt x="12462" y="18581"/>
                      <a:pt x="12462" y="19045"/>
                    </a:cubicBezTo>
                    <a:cubicBezTo>
                      <a:pt x="12462" y="19626"/>
                      <a:pt x="11631" y="20090"/>
                      <a:pt x="10800" y="20090"/>
                    </a:cubicBezTo>
                    <a:close/>
                    <a:moveTo>
                      <a:pt x="16823" y="16723"/>
                    </a:moveTo>
                    <a:cubicBezTo>
                      <a:pt x="4362" y="16723"/>
                      <a:pt x="4362" y="16723"/>
                      <a:pt x="4362" y="16723"/>
                    </a:cubicBezTo>
                    <a:cubicBezTo>
                      <a:pt x="3323" y="16723"/>
                      <a:pt x="2700" y="16258"/>
                      <a:pt x="2700" y="15794"/>
                    </a:cubicBezTo>
                    <a:cubicBezTo>
                      <a:pt x="2700" y="4065"/>
                      <a:pt x="2700" y="4065"/>
                      <a:pt x="2700" y="4065"/>
                    </a:cubicBezTo>
                    <a:cubicBezTo>
                      <a:pt x="2700" y="3600"/>
                      <a:pt x="3531" y="3135"/>
                      <a:pt x="4362" y="3135"/>
                    </a:cubicBezTo>
                    <a:cubicBezTo>
                      <a:pt x="17031" y="3135"/>
                      <a:pt x="17031" y="3135"/>
                      <a:pt x="17031" y="3135"/>
                    </a:cubicBezTo>
                    <a:cubicBezTo>
                      <a:pt x="17862" y="3135"/>
                      <a:pt x="18692" y="3600"/>
                      <a:pt x="18692" y="4065"/>
                    </a:cubicBezTo>
                    <a:cubicBezTo>
                      <a:pt x="18485" y="15910"/>
                      <a:pt x="18485" y="15910"/>
                      <a:pt x="18485" y="15910"/>
                    </a:cubicBezTo>
                    <a:cubicBezTo>
                      <a:pt x="18485" y="16374"/>
                      <a:pt x="17654" y="16723"/>
                      <a:pt x="16823" y="16723"/>
                    </a:cubicBezTo>
                    <a:close/>
                    <a:moveTo>
                      <a:pt x="19315" y="16723"/>
                    </a:moveTo>
                    <a:cubicBezTo>
                      <a:pt x="19315" y="16723"/>
                      <a:pt x="19315" y="16723"/>
                      <a:pt x="19315" y="16723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8" name="Google Shape;918;p25"/>
              <p:cNvCxnSpPr/>
              <p:nvPr/>
            </p:nvCxnSpPr>
            <p:spPr>
              <a:xfrm flipH="1">
                <a:off x="529067" y="2181861"/>
                <a:ext cx="197758" cy="2506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9" name="Google Shape;919;p25"/>
              <p:cNvCxnSpPr/>
              <p:nvPr/>
            </p:nvCxnSpPr>
            <p:spPr>
              <a:xfrm flipH="1">
                <a:off x="595842" y="2274706"/>
                <a:ext cx="134835" cy="161816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0" name="Google Shape;920;p25"/>
              <p:cNvCxnSpPr/>
              <p:nvPr/>
            </p:nvCxnSpPr>
            <p:spPr>
              <a:xfrm>
                <a:off x="566306" y="2078406"/>
                <a:ext cx="134835" cy="1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21" name="Google Shape;921;p25"/>
              <p:cNvSpPr/>
              <p:nvPr/>
            </p:nvSpPr>
            <p:spPr>
              <a:xfrm>
                <a:off x="476416" y="1882104"/>
                <a:ext cx="75765" cy="9284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7560" y="7200"/>
                      <a:pt x="14040" y="144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25"/>
              <p:cNvSpPr/>
              <p:nvPr/>
            </p:nvSpPr>
            <p:spPr>
              <a:xfrm>
                <a:off x="626089" y="1809155"/>
                <a:ext cx="12701" cy="15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7020"/>
                      <a:pt x="0" y="1458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25"/>
              <p:cNvSpPr/>
              <p:nvPr/>
            </p:nvSpPr>
            <p:spPr>
              <a:xfrm>
                <a:off x="708846" y="1894041"/>
                <a:ext cx="84754" cy="809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574" y="13371"/>
                      <a:pt x="14087" y="6171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25"/>
              <p:cNvSpPr/>
              <p:nvPr/>
            </p:nvSpPr>
            <p:spPr>
              <a:xfrm>
                <a:off x="-1" y="1050477"/>
                <a:ext cx="282513" cy="293127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25"/>
              <p:cNvSpPr/>
              <p:nvPr/>
            </p:nvSpPr>
            <p:spPr>
              <a:xfrm>
                <a:off x="92458" y="1149953"/>
                <a:ext cx="93743" cy="12733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655"/>
                    </a:moveTo>
                    <a:cubicBezTo>
                      <a:pt x="6912" y="655"/>
                      <a:pt x="13824" y="0"/>
                      <a:pt x="21600" y="0"/>
                    </a:cubicBezTo>
                    <a:cubicBezTo>
                      <a:pt x="12960" y="4582"/>
                      <a:pt x="7776" y="13091"/>
                      <a:pt x="9504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25"/>
              <p:cNvSpPr/>
              <p:nvPr/>
            </p:nvSpPr>
            <p:spPr>
              <a:xfrm>
                <a:off x="100163" y="1215890"/>
                <a:ext cx="70629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958" y="21600"/>
                      <a:pt x="14779" y="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25"/>
              <p:cNvSpPr/>
              <p:nvPr/>
            </p:nvSpPr>
            <p:spPr>
              <a:xfrm>
                <a:off x="399156" y="627238"/>
                <a:ext cx="466574" cy="481600"/>
              </a:xfrm>
              <a:custGeom>
                <a:avLst/>
                <a:gdLst/>
                <a:ahLst/>
                <a:cxnLst/>
                <a:rect l="l" t="t" r="r" b="b"/>
                <a:pathLst>
                  <a:path w="21268" h="21429" extrusionOk="0">
                    <a:moveTo>
                      <a:pt x="21264" y="10629"/>
                    </a:moveTo>
                    <a:cubicBezTo>
                      <a:pt x="21264" y="4629"/>
                      <a:pt x="16502" y="0"/>
                      <a:pt x="10549" y="0"/>
                    </a:cubicBezTo>
                    <a:cubicBezTo>
                      <a:pt x="10549" y="0"/>
                      <a:pt x="344" y="-171"/>
                      <a:pt x="4" y="10800"/>
                    </a:cubicBezTo>
                    <a:cubicBezTo>
                      <a:pt x="-166" y="16800"/>
                      <a:pt x="4936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6672" y="21429"/>
                      <a:pt x="21434" y="16458"/>
                      <a:pt x="21264" y="1062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25"/>
              <p:cNvSpPr/>
              <p:nvPr/>
            </p:nvSpPr>
            <p:spPr>
              <a:xfrm>
                <a:off x="548328" y="635326"/>
                <a:ext cx="174645" cy="47351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537"/>
                    </a:moveTo>
                    <a:cubicBezTo>
                      <a:pt x="21600" y="16683"/>
                      <a:pt x="18383" y="21600"/>
                      <a:pt x="11030" y="21600"/>
                    </a:cubicBezTo>
                    <a:cubicBezTo>
                      <a:pt x="3677" y="21600"/>
                      <a:pt x="0" y="16507"/>
                      <a:pt x="0" y="10361"/>
                    </a:cubicBezTo>
                    <a:cubicBezTo>
                      <a:pt x="0" y="4390"/>
                      <a:pt x="3677" y="0"/>
                      <a:pt x="11030" y="0"/>
                    </a:cubicBezTo>
                    <a:cubicBezTo>
                      <a:pt x="18843" y="0"/>
                      <a:pt x="21600" y="4390"/>
                      <a:pt x="21600" y="1053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25"/>
              <p:cNvSpPr/>
              <p:nvPr/>
            </p:nvSpPr>
            <p:spPr>
              <a:xfrm>
                <a:off x="405789" y="761331"/>
                <a:ext cx="467429" cy="1963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541" y="0"/>
                    </a:moveTo>
                    <a:cubicBezTo>
                      <a:pt x="16589" y="0"/>
                      <a:pt x="21600" y="4659"/>
                      <a:pt x="21600" y="11435"/>
                    </a:cubicBezTo>
                    <a:cubicBezTo>
                      <a:pt x="21600" y="18212"/>
                      <a:pt x="16762" y="21600"/>
                      <a:pt x="10714" y="21600"/>
                    </a:cubicBezTo>
                    <a:cubicBezTo>
                      <a:pt x="4666" y="21600"/>
                      <a:pt x="0" y="18212"/>
                      <a:pt x="0" y="11435"/>
                    </a:cubicBezTo>
                    <a:cubicBezTo>
                      <a:pt x="0" y="4659"/>
                      <a:pt x="4666" y="0"/>
                      <a:pt x="1054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25"/>
              <p:cNvSpPr/>
              <p:nvPr/>
            </p:nvSpPr>
            <p:spPr>
              <a:xfrm>
                <a:off x="499530" y="1238820"/>
                <a:ext cx="242703" cy="25068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25"/>
              <p:cNvSpPr/>
              <p:nvPr/>
            </p:nvSpPr>
            <p:spPr>
              <a:xfrm>
                <a:off x="544476" y="1604895"/>
                <a:ext cx="148961" cy="119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8361"/>
                      <a:pt x="21600" y="8361"/>
                      <a:pt x="21600" y="8361"/>
                    </a:cubicBezTo>
                    <a:cubicBezTo>
                      <a:pt x="21600" y="3484"/>
                      <a:pt x="18900" y="0"/>
                      <a:pt x="15120" y="0"/>
                    </a:cubicBezTo>
                    <a:cubicBezTo>
                      <a:pt x="5940" y="0"/>
                      <a:pt x="5940" y="0"/>
                      <a:pt x="5940" y="0"/>
                    </a:cubicBezTo>
                    <a:cubicBezTo>
                      <a:pt x="2700" y="0"/>
                      <a:pt x="0" y="3484"/>
                      <a:pt x="0" y="8361"/>
                    </a:cubicBezTo>
                    <a:cubicBezTo>
                      <a:pt x="0" y="21600"/>
                      <a:pt x="0" y="2160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25"/>
              <p:cNvSpPr/>
              <p:nvPr/>
            </p:nvSpPr>
            <p:spPr>
              <a:xfrm>
                <a:off x="480269" y="1539903"/>
                <a:ext cx="276091" cy="18834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0" y="12784"/>
                      <a:pt x="0" y="12784"/>
                      <a:pt x="0" y="12784"/>
                    </a:cubicBezTo>
                    <a:cubicBezTo>
                      <a:pt x="0" y="5731"/>
                      <a:pt x="3795" y="0"/>
                      <a:pt x="8173" y="0"/>
                    </a:cubicBezTo>
                    <a:cubicBezTo>
                      <a:pt x="13135" y="0"/>
                      <a:pt x="13135" y="0"/>
                      <a:pt x="13135" y="0"/>
                    </a:cubicBezTo>
                    <a:cubicBezTo>
                      <a:pt x="17805" y="0"/>
                      <a:pt x="21600" y="5731"/>
                      <a:pt x="21600" y="12784"/>
                    </a:cubicBezTo>
                    <a:cubicBezTo>
                      <a:pt x="21600" y="20718"/>
                      <a:pt x="21600" y="20718"/>
                      <a:pt x="21600" y="207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25"/>
              <p:cNvSpPr/>
              <p:nvPr/>
            </p:nvSpPr>
            <p:spPr>
              <a:xfrm>
                <a:off x="405789" y="1439099"/>
                <a:ext cx="1271" cy="88867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4" name="Google Shape;934;p25"/>
              <p:cNvCxnSpPr/>
              <p:nvPr/>
            </p:nvCxnSpPr>
            <p:spPr>
              <a:xfrm>
                <a:off x="368548" y="1481543"/>
                <a:ext cx="78333" cy="1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5" name="Google Shape;935;p25"/>
              <p:cNvSpPr/>
              <p:nvPr/>
            </p:nvSpPr>
            <p:spPr>
              <a:xfrm>
                <a:off x="562453" y="1305138"/>
                <a:ext cx="115573" cy="122025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25"/>
              <p:cNvSpPr/>
              <p:nvPr/>
            </p:nvSpPr>
            <p:spPr>
              <a:xfrm>
                <a:off x="1789521" y="2452439"/>
                <a:ext cx="12701" cy="14192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19265"/>
                      <a:pt x="21600" y="216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25"/>
              <p:cNvSpPr/>
              <p:nvPr/>
            </p:nvSpPr>
            <p:spPr>
              <a:xfrm>
                <a:off x="1537117" y="2359594"/>
                <a:ext cx="51367" cy="8090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3886" y="7200"/>
                      <a:pt x="7714" y="1440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25"/>
              <p:cNvSpPr/>
              <p:nvPr/>
            </p:nvSpPr>
            <p:spPr>
              <a:xfrm>
                <a:off x="1983998" y="2355615"/>
                <a:ext cx="52650" cy="8090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7714" y="7200"/>
                      <a:pt x="13886" y="14400"/>
                      <a:pt x="2160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25"/>
              <p:cNvSpPr/>
              <p:nvPr/>
            </p:nvSpPr>
            <p:spPr>
              <a:xfrm>
                <a:off x="1789521" y="1712330"/>
                <a:ext cx="12701" cy="1432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0" y="14595"/>
                      <a:pt x="0" y="7005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5"/>
              <p:cNvSpPr/>
              <p:nvPr/>
            </p:nvSpPr>
            <p:spPr>
              <a:xfrm>
                <a:off x="1507582" y="1793238"/>
                <a:ext cx="51367" cy="809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3886" y="14400"/>
                      <a:pt x="7714" y="7200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25"/>
              <p:cNvSpPr/>
              <p:nvPr/>
            </p:nvSpPr>
            <p:spPr>
              <a:xfrm>
                <a:off x="2014818" y="1793238"/>
                <a:ext cx="51367" cy="809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714" y="14400"/>
                      <a:pt x="13886" y="720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25"/>
              <p:cNvSpPr/>
              <p:nvPr/>
            </p:nvSpPr>
            <p:spPr>
              <a:xfrm>
                <a:off x="1353485" y="2143016"/>
                <a:ext cx="101447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2800" y="0"/>
                      <a:pt x="8000" y="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25"/>
              <p:cNvSpPr/>
              <p:nvPr/>
            </p:nvSpPr>
            <p:spPr>
              <a:xfrm>
                <a:off x="2103423" y="2143016"/>
                <a:ext cx="119427" cy="127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4175" y="0"/>
                      <a:pt x="7425" y="0"/>
                      <a:pt x="0" y="2160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25"/>
              <p:cNvSpPr/>
              <p:nvPr/>
            </p:nvSpPr>
            <p:spPr>
              <a:xfrm>
                <a:off x="1532223" y="1911494"/>
                <a:ext cx="520829" cy="460038"/>
              </a:xfrm>
              <a:custGeom>
                <a:avLst/>
                <a:gdLst/>
                <a:ahLst/>
                <a:cxnLst/>
                <a:rect l="l" t="t" r="r" b="b"/>
                <a:pathLst>
                  <a:path w="21059" h="20985" extrusionOk="0">
                    <a:moveTo>
                      <a:pt x="21029" y="6058"/>
                    </a:moveTo>
                    <a:cubicBezTo>
                      <a:pt x="20727" y="3951"/>
                      <a:pt x="19821" y="2546"/>
                      <a:pt x="19216" y="1844"/>
                    </a:cubicBezTo>
                    <a:cubicBezTo>
                      <a:pt x="19216" y="1844"/>
                      <a:pt x="19216" y="1844"/>
                      <a:pt x="19216" y="1844"/>
                    </a:cubicBezTo>
                    <a:cubicBezTo>
                      <a:pt x="17253" y="-615"/>
                      <a:pt x="13930" y="-615"/>
                      <a:pt x="11966" y="1844"/>
                    </a:cubicBezTo>
                    <a:cubicBezTo>
                      <a:pt x="10455" y="3600"/>
                      <a:pt x="10455" y="3600"/>
                      <a:pt x="10455" y="3600"/>
                    </a:cubicBezTo>
                    <a:cubicBezTo>
                      <a:pt x="9096" y="1844"/>
                      <a:pt x="9096" y="1844"/>
                      <a:pt x="9096" y="1844"/>
                    </a:cubicBezTo>
                    <a:cubicBezTo>
                      <a:pt x="7132" y="-615"/>
                      <a:pt x="3809" y="-615"/>
                      <a:pt x="1846" y="1844"/>
                    </a:cubicBezTo>
                    <a:cubicBezTo>
                      <a:pt x="1846" y="1844"/>
                      <a:pt x="1846" y="1844"/>
                      <a:pt x="1846" y="1844"/>
                    </a:cubicBezTo>
                    <a:cubicBezTo>
                      <a:pt x="1241" y="2546"/>
                      <a:pt x="335" y="3951"/>
                      <a:pt x="33" y="6058"/>
                    </a:cubicBezTo>
                    <a:cubicBezTo>
                      <a:pt x="-269" y="9922"/>
                      <a:pt x="1393" y="15014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9518" y="15014"/>
                      <a:pt x="21331" y="9922"/>
                      <a:pt x="21029" y="605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25"/>
              <p:cNvSpPr/>
              <p:nvPr/>
            </p:nvSpPr>
            <p:spPr>
              <a:xfrm>
                <a:off x="1537117" y="2009435"/>
                <a:ext cx="59072" cy="4642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5400" y="14400"/>
                      <a:pt x="13500" y="720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25"/>
              <p:cNvSpPr/>
              <p:nvPr/>
            </p:nvSpPr>
            <p:spPr>
              <a:xfrm>
                <a:off x="1544822" y="2078406"/>
                <a:ext cx="70629" cy="543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821" y="13886"/>
                      <a:pt x="14779" y="7714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47" name="Google Shape;947;p25"/>
              <p:cNvCxnSpPr/>
              <p:nvPr/>
            </p:nvCxnSpPr>
            <p:spPr>
              <a:xfrm rot="10800000" flipH="1">
                <a:off x="1585915" y="2147376"/>
                <a:ext cx="62924" cy="50403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8" name="Google Shape;948;p25"/>
              <p:cNvSpPr/>
              <p:nvPr/>
            </p:nvSpPr>
            <p:spPr>
              <a:xfrm>
                <a:off x="1625724" y="2205736"/>
                <a:ext cx="56503" cy="4244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320" y="15709"/>
                      <a:pt x="17280" y="3927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>
                <a:off x="1682226" y="2262770"/>
                <a:ext cx="48798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308" y="12000"/>
                      <a:pt x="13292" y="720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25"/>
              <p:cNvSpPr/>
              <p:nvPr/>
            </p:nvSpPr>
            <p:spPr>
              <a:xfrm>
                <a:off x="1752854" y="2317150"/>
                <a:ext cx="37240" cy="2652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640" y="12343"/>
                      <a:pt x="12960" y="9257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25"/>
              <p:cNvSpPr/>
              <p:nvPr/>
            </p:nvSpPr>
            <p:spPr>
              <a:xfrm>
                <a:off x="1890064" y="1958487"/>
                <a:ext cx="97788" cy="125068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20573" extrusionOk="0">
                    <a:moveTo>
                      <a:pt x="3786" y="8329"/>
                    </a:moveTo>
                    <a:cubicBezTo>
                      <a:pt x="6666" y="9600"/>
                      <a:pt x="8826" y="12141"/>
                      <a:pt x="9546" y="14682"/>
                    </a:cubicBezTo>
                    <a:cubicBezTo>
                      <a:pt x="10266" y="15953"/>
                      <a:pt x="10986" y="17859"/>
                      <a:pt x="11706" y="19129"/>
                    </a:cubicBezTo>
                    <a:cubicBezTo>
                      <a:pt x="12426" y="19764"/>
                      <a:pt x="13866" y="21035"/>
                      <a:pt x="15306" y="20400"/>
                    </a:cubicBezTo>
                    <a:cubicBezTo>
                      <a:pt x="18186" y="20400"/>
                      <a:pt x="18906" y="17859"/>
                      <a:pt x="18906" y="15953"/>
                    </a:cubicBezTo>
                    <a:cubicBezTo>
                      <a:pt x="18906" y="12141"/>
                      <a:pt x="17466" y="8329"/>
                      <a:pt x="14586" y="5153"/>
                    </a:cubicBezTo>
                    <a:cubicBezTo>
                      <a:pt x="12426" y="3247"/>
                      <a:pt x="6666" y="-565"/>
                      <a:pt x="3066" y="70"/>
                    </a:cubicBezTo>
                    <a:cubicBezTo>
                      <a:pt x="-2694" y="1976"/>
                      <a:pt x="906" y="6423"/>
                      <a:pt x="3786" y="832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>
                <a:off x="1944663" y="2123975"/>
                <a:ext cx="39337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18925" extrusionOk="0">
                    <a:moveTo>
                      <a:pt x="5060" y="322"/>
                    </a:moveTo>
                    <a:cubicBezTo>
                      <a:pt x="12260" y="-1340"/>
                      <a:pt x="19460" y="3645"/>
                      <a:pt x="19460" y="10291"/>
                    </a:cubicBezTo>
                    <a:cubicBezTo>
                      <a:pt x="19460" y="15275"/>
                      <a:pt x="12260" y="20260"/>
                      <a:pt x="5060" y="18598"/>
                    </a:cubicBezTo>
                    <a:cubicBezTo>
                      <a:pt x="-340" y="15275"/>
                      <a:pt x="-2140" y="6968"/>
                      <a:pt x="3260" y="198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>
                <a:off x="1596188" y="354138"/>
                <a:ext cx="504668" cy="53452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20" y="0"/>
                    </a:moveTo>
                    <a:cubicBezTo>
                      <a:pt x="4800" y="0"/>
                      <a:pt x="0" y="4351"/>
                      <a:pt x="0" y="9635"/>
                    </a:cubicBezTo>
                    <a:cubicBezTo>
                      <a:pt x="0" y="12121"/>
                      <a:pt x="960" y="14296"/>
                      <a:pt x="2720" y="16006"/>
                    </a:cubicBezTo>
                    <a:cubicBezTo>
                      <a:pt x="3520" y="16783"/>
                      <a:pt x="4000" y="17871"/>
                      <a:pt x="4000" y="18958"/>
                    </a:cubicBezTo>
                    <a:cubicBezTo>
                      <a:pt x="4000" y="21600"/>
                      <a:pt x="4000" y="21600"/>
                      <a:pt x="4000" y="21600"/>
                    </a:cubicBezTo>
                    <a:cubicBezTo>
                      <a:pt x="7040" y="19580"/>
                      <a:pt x="7040" y="19580"/>
                      <a:pt x="7040" y="19580"/>
                    </a:cubicBezTo>
                    <a:cubicBezTo>
                      <a:pt x="7520" y="19114"/>
                      <a:pt x="8320" y="18958"/>
                      <a:pt x="8960" y="19114"/>
                    </a:cubicBezTo>
                    <a:cubicBezTo>
                      <a:pt x="9600" y="19269"/>
                      <a:pt x="10240" y="19269"/>
                      <a:pt x="10720" y="19269"/>
                    </a:cubicBezTo>
                    <a:cubicBezTo>
                      <a:pt x="16800" y="19269"/>
                      <a:pt x="21600" y="14918"/>
                      <a:pt x="21600" y="9635"/>
                    </a:cubicBezTo>
                    <a:cubicBezTo>
                      <a:pt x="21600" y="4351"/>
                      <a:pt x="16800" y="0"/>
                      <a:pt x="10720" y="0"/>
                    </a:cubicBezTo>
                    <a:close/>
                    <a:moveTo>
                      <a:pt x="11360" y="11655"/>
                    </a:moveTo>
                    <a:cubicBezTo>
                      <a:pt x="9920" y="10101"/>
                      <a:pt x="9920" y="10101"/>
                      <a:pt x="9920" y="10101"/>
                    </a:cubicBezTo>
                    <a:cubicBezTo>
                      <a:pt x="9440" y="9790"/>
                      <a:pt x="8960" y="9635"/>
                      <a:pt x="8480" y="9945"/>
                    </a:cubicBezTo>
                    <a:cubicBezTo>
                      <a:pt x="4000" y="12432"/>
                      <a:pt x="4000" y="12432"/>
                      <a:pt x="4000" y="12432"/>
                    </a:cubicBezTo>
                    <a:cubicBezTo>
                      <a:pt x="8960" y="7148"/>
                      <a:pt x="8960" y="7148"/>
                      <a:pt x="8960" y="7148"/>
                    </a:cubicBezTo>
                    <a:cubicBezTo>
                      <a:pt x="9280" y="6837"/>
                      <a:pt x="9760" y="6837"/>
                      <a:pt x="10080" y="7148"/>
                    </a:cubicBezTo>
                    <a:cubicBezTo>
                      <a:pt x="11680" y="8858"/>
                      <a:pt x="11680" y="8858"/>
                      <a:pt x="11680" y="8858"/>
                    </a:cubicBezTo>
                    <a:cubicBezTo>
                      <a:pt x="12160" y="9168"/>
                      <a:pt x="12640" y="9324"/>
                      <a:pt x="13120" y="9013"/>
                    </a:cubicBezTo>
                    <a:cubicBezTo>
                      <a:pt x="17600" y="6527"/>
                      <a:pt x="17600" y="6527"/>
                      <a:pt x="17600" y="6527"/>
                    </a:cubicBezTo>
                    <a:cubicBezTo>
                      <a:pt x="12960" y="11655"/>
                      <a:pt x="12960" y="11655"/>
                      <a:pt x="12960" y="11655"/>
                    </a:cubicBezTo>
                    <a:cubicBezTo>
                      <a:pt x="12480" y="12121"/>
                      <a:pt x="11680" y="12121"/>
                      <a:pt x="11360" y="1165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5"/>
              <p:cNvSpPr/>
              <p:nvPr/>
            </p:nvSpPr>
            <p:spPr>
              <a:xfrm>
                <a:off x="1431817" y="200279"/>
                <a:ext cx="134836" cy="13794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3800" y="15000"/>
                      <a:pt x="6600" y="7800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25"/>
              <p:cNvSpPr/>
              <p:nvPr/>
            </p:nvSpPr>
            <p:spPr>
              <a:xfrm>
                <a:off x="1607746" y="72949"/>
                <a:ext cx="115574" cy="17242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5329" y="14880"/>
                      <a:pt x="6271" y="6720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56" name="Google Shape;956;p25"/>
              <p:cNvCxnSpPr/>
              <p:nvPr/>
            </p:nvCxnSpPr>
            <p:spPr>
              <a:xfrm rot="10800000" flipH="1">
                <a:off x="1864573" y="0"/>
                <a:ext cx="34672" cy="218850"/>
              </a:xfrm>
              <a:prstGeom prst="straightConnector1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7" name="Google Shape;957;p25"/>
              <p:cNvSpPr/>
              <p:nvPr/>
            </p:nvSpPr>
            <p:spPr>
              <a:xfrm>
                <a:off x="2040501" y="122024"/>
                <a:ext cx="115573" cy="1512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361" y="14954"/>
                      <a:pt x="16026" y="7754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2144516" y="319652"/>
                <a:ext cx="183634" cy="1153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612" y="12960"/>
                      <a:pt x="14106" y="5760"/>
                      <a:pt x="2160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137119" y="2820255"/>
                <a:ext cx="670026" cy="401361"/>
              </a:xfrm>
              <a:custGeom>
                <a:avLst/>
                <a:gdLst/>
                <a:ahLst/>
                <a:cxnLst/>
                <a:rect l="l" t="t" r="r" b="b"/>
                <a:pathLst>
                  <a:path w="20417" h="20050" extrusionOk="0">
                    <a:moveTo>
                      <a:pt x="19223" y="14878"/>
                    </a:moveTo>
                    <a:cubicBezTo>
                      <a:pt x="19110" y="14685"/>
                      <a:pt x="18996" y="14685"/>
                      <a:pt x="18882" y="14685"/>
                    </a:cubicBezTo>
                    <a:cubicBezTo>
                      <a:pt x="18314" y="14492"/>
                      <a:pt x="17746" y="14106"/>
                      <a:pt x="17177" y="13913"/>
                    </a:cubicBezTo>
                    <a:cubicBezTo>
                      <a:pt x="16040" y="13335"/>
                      <a:pt x="14903" y="12756"/>
                      <a:pt x="13653" y="12178"/>
                    </a:cubicBezTo>
                    <a:cubicBezTo>
                      <a:pt x="13653" y="11985"/>
                      <a:pt x="13085" y="11792"/>
                      <a:pt x="12630" y="11599"/>
                    </a:cubicBezTo>
                    <a:cubicBezTo>
                      <a:pt x="11720" y="11020"/>
                      <a:pt x="11834" y="9863"/>
                      <a:pt x="11720" y="9092"/>
                    </a:cubicBezTo>
                    <a:cubicBezTo>
                      <a:pt x="11493" y="6392"/>
                      <a:pt x="10925" y="3692"/>
                      <a:pt x="9219" y="1763"/>
                    </a:cubicBezTo>
                    <a:cubicBezTo>
                      <a:pt x="7514" y="-165"/>
                      <a:pt x="5354" y="-551"/>
                      <a:pt x="3535" y="799"/>
                    </a:cubicBezTo>
                    <a:cubicBezTo>
                      <a:pt x="-103" y="3499"/>
                      <a:pt x="-1126" y="11213"/>
                      <a:pt x="1375" y="16420"/>
                    </a:cubicBezTo>
                    <a:cubicBezTo>
                      <a:pt x="2967" y="19892"/>
                      <a:pt x="5922" y="21049"/>
                      <a:pt x="8310" y="19120"/>
                    </a:cubicBezTo>
                    <a:cubicBezTo>
                      <a:pt x="10583" y="17578"/>
                      <a:pt x="11266" y="14106"/>
                      <a:pt x="13198" y="15263"/>
                    </a:cubicBezTo>
                    <a:cubicBezTo>
                      <a:pt x="14449" y="15842"/>
                      <a:pt x="15699" y="16420"/>
                      <a:pt x="16836" y="16999"/>
                    </a:cubicBezTo>
                    <a:cubicBezTo>
                      <a:pt x="17291" y="17192"/>
                      <a:pt x="17632" y="17385"/>
                      <a:pt x="18087" y="17770"/>
                    </a:cubicBezTo>
                    <a:cubicBezTo>
                      <a:pt x="18541" y="17963"/>
                      <a:pt x="18996" y="18156"/>
                      <a:pt x="19451" y="18156"/>
                    </a:cubicBezTo>
                    <a:cubicBezTo>
                      <a:pt x="19792" y="18156"/>
                      <a:pt x="20019" y="18156"/>
                      <a:pt x="20247" y="17770"/>
                    </a:cubicBezTo>
                    <a:cubicBezTo>
                      <a:pt x="20474" y="17192"/>
                      <a:pt x="20474" y="16228"/>
                      <a:pt x="20247" y="15842"/>
                    </a:cubicBezTo>
                    <a:cubicBezTo>
                      <a:pt x="20019" y="15263"/>
                      <a:pt x="19678" y="15070"/>
                      <a:pt x="19223" y="14878"/>
                    </a:cubicBezTo>
                    <a:close/>
                    <a:moveTo>
                      <a:pt x="7969" y="15842"/>
                    </a:moveTo>
                    <a:cubicBezTo>
                      <a:pt x="6036" y="17770"/>
                      <a:pt x="3649" y="16613"/>
                      <a:pt x="2512" y="13528"/>
                    </a:cubicBezTo>
                    <a:cubicBezTo>
                      <a:pt x="1375" y="10249"/>
                      <a:pt x="1943" y="6199"/>
                      <a:pt x="3876" y="4270"/>
                    </a:cubicBezTo>
                    <a:cubicBezTo>
                      <a:pt x="5695" y="2342"/>
                      <a:pt x="8196" y="3306"/>
                      <a:pt x="9333" y="6585"/>
                    </a:cubicBezTo>
                    <a:cubicBezTo>
                      <a:pt x="10470" y="9670"/>
                      <a:pt x="9788" y="13913"/>
                      <a:pt x="7969" y="1584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>
                <a:off x="267918" y="2929021"/>
                <a:ext cx="134357" cy="77111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19933" extrusionOk="0">
                    <a:moveTo>
                      <a:pt x="1158" y="7061"/>
                    </a:moveTo>
                    <a:cubicBezTo>
                      <a:pt x="50" y="9024"/>
                      <a:pt x="-504" y="11970"/>
                      <a:pt x="604" y="14915"/>
                    </a:cubicBezTo>
                    <a:cubicBezTo>
                      <a:pt x="1711" y="16879"/>
                      <a:pt x="3927" y="15897"/>
                      <a:pt x="5034" y="14915"/>
                    </a:cubicBezTo>
                    <a:cubicBezTo>
                      <a:pt x="6696" y="13933"/>
                      <a:pt x="8358" y="12951"/>
                      <a:pt x="9465" y="13933"/>
                    </a:cubicBezTo>
                    <a:cubicBezTo>
                      <a:pt x="11681" y="14915"/>
                      <a:pt x="13896" y="17861"/>
                      <a:pt x="15558" y="19824"/>
                    </a:cubicBezTo>
                    <a:cubicBezTo>
                      <a:pt x="18881" y="20806"/>
                      <a:pt x="21096" y="14915"/>
                      <a:pt x="19434" y="10006"/>
                    </a:cubicBezTo>
                    <a:cubicBezTo>
                      <a:pt x="17773" y="4115"/>
                      <a:pt x="13896" y="1170"/>
                      <a:pt x="11127" y="188"/>
                    </a:cubicBezTo>
                    <a:cubicBezTo>
                      <a:pt x="7250" y="-794"/>
                      <a:pt x="3373" y="2151"/>
                      <a:pt x="1158" y="706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1" name="Google Shape;961;p25"/>
            <p:cNvGrpSpPr/>
            <p:nvPr/>
          </p:nvGrpSpPr>
          <p:grpSpPr>
            <a:xfrm>
              <a:off x="-1" y="-1"/>
              <a:ext cx="228601" cy="4777572"/>
              <a:chOff x="0" y="0"/>
              <a:chExt cx="228600" cy="4777571"/>
            </a:xfrm>
          </p:grpSpPr>
          <p:sp>
            <p:nvSpPr>
              <p:cNvPr id="962" name="Google Shape;962;p25"/>
              <p:cNvSpPr/>
              <p:nvPr/>
            </p:nvSpPr>
            <p:spPr>
              <a:xfrm rot="10800000">
                <a:off x="0" y="4320370"/>
                <a:ext cx="228600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25"/>
              <p:cNvSpPr/>
              <p:nvPr/>
            </p:nvSpPr>
            <p:spPr>
              <a:xfrm flipH="1">
                <a:off x="0" y="0"/>
                <a:ext cx="228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4" name="Google Shape;964;p25"/>
          <p:cNvSpPr/>
          <p:nvPr/>
        </p:nvSpPr>
        <p:spPr>
          <a:xfrm>
            <a:off x="708084" y="1060573"/>
            <a:ext cx="3938149" cy="4742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5" name="Google Shape;965;p25"/>
          <p:cNvGrpSpPr/>
          <p:nvPr/>
        </p:nvGrpSpPr>
        <p:grpSpPr>
          <a:xfrm>
            <a:off x="776366" y="1447588"/>
            <a:ext cx="3749697" cy="4134267"/>
            <a:chOff x="-1" y="0"/>
            <a:chExt cx="3749695" cy="4134265"/>
          </a:xfrm>
        </p:grpSpPr>
        <p:sp>
          <p:nvSpPr>
            <p:cNvPr id="966" name="Google Shape;966;p25"/>
            <p:cNvSpPr/>
            <p:nvPr/>
          </p:nvSpPr>
          <p:spPr>
            <a:xfrm>
              <a:off x="1454932" y="3362456"/>
              <a:ext cx="373667" cy="472051"/>
            </a:xfrm>
            <a:custGeom>
              <a:avLst/>
              <a:gdLst/>
              <a:ahLst/>
              <a:cxnLst/>
              <a:rect l="l" t="t" r="r" b="b"/>
              <a:pathLst>
                <a:path w="21451" h="21004" extrusionOk="0">
                  <a:moveTo>
                    <a:pt x="0" y="19633"/>
                  </a:moveTo>
                  <a:cubicBezTo>
                    <a:pt x="0" y="19975"/>
                    <a:pt x="214" y="21004"/>
                    <a:pt x="428" y="21004"/>
                  </a:cubicBezTo>
                  <a:cubicBezTo>
                    <a:pt x="428" y="21004"/>
                    <a:pt x="2994" y="21004"/>
                    <a:pt x="5988" y="21004"/>
                  </a:cubicBezTo>
                  <a:cubicBezTo>
                    <a:pt x="7699" y="21004"/>
                    <a:pt x="9196" y="21004"/>
                    <a:pt x="10693" y="21004"/>
                  </a:cubicBezTo>
                  <a:cubicBezTo>
                    <a:pt x="12190" y="21004"/>
                    <a:pt x="13901" y="21004"/>
                    <a:pt x="15398" y="21004"/>
                  </a:cubicBezTo>
                  <a:cubicBezTo>
                    <a:pt x="18392" y="21004"/>
                    <a:pt x="20958" y="21004"/>
                    <a:pt x="20958" y="21004"/>
                  </a:cubicBezTo>
                  <a:cubicBezTo>
                    <a:pt x="21386" y="21004"/>
                    <a:pt x="21386" y="19975"/>
                    <a:pt x="21386" y="19633"/>
                  </a:cubicBezTo>
                  <a:cubicBezTo>
                    <a:pt x="21600" y="17747"/>
                    <a:pt x="21386" y="16033"/>
                    <a:pt x="19248" y="15004"/>
                  </a:cubicBezTo>
                  <a:cubicBezTo>
                    <a:pt x="18606" y="14490"/>
                    <a:pt x="16681" y="13975"/>
                    <a:pt x="15612" y="13461"/>
                  </a:cubicBezTo>
                  <a:cubicBezTo>
                    <a:pt x="14543" y="13118"/>
                    <a:pt x="12832" y="11918"/>
                    <a:pt x="13687" y="10890"/>
                  </a:cubicBezTo>
                  <a:cubicBezTo>
                    <a:pt x="14329" y="10033"/>
                    <a:pt x="16040" y="10547"/>
                    <a:pt x="16681" y="9518"/>
                  </a:cubicBezTo>
                  <a:cubicBezTo>
                    <a:pt x="16895" y="9347"/>
                    <a:pt x="16467" y="9004"/>
                    <a:pt x="16467" y="8147"/>
                  </a:cubicBezTo>
                  <a:cubicBezTo>
                    <a:pt x="16467" y="7461"/>
                    <a:pt x="16467" y="4718"/>
                    <a:pt x="16253" y="3861"/>
                  </a:cubicBezTo>
                  <a:cubicBezTo>
                    <a:pt x="15612" y="2661"/>
                    <a:pt x="14970" y="1461"/>
                    <a:pt x="13473" y="604"/>
                  </a:cubicBezTo>
                  <a:cubicBezTo>
                    <a:pt x="11335" y="-596"/>
                    <a:pt x="8127" y="90"/>
                    <a:pt x="6416" y="1804"/>
                  </a:cubicBezTo>
                  <a:cubicBezTo>
                    <a:pt x="4919" y="3690"/>
                    <a:pt x="5133" y="6090"/>
                    <a:pt x="5133" y="8147"/>
                  </a:cubicBezTo>
                  <a:cubicBezTo>
                    <a:pt x="4919" y="9004"/>
                    <a:pt x="4491" y="9347"/>
                    <a:pt x="4705" y="9518"/>
                  </a:cubicBezTo>
                  <a:cubicBezTo>
                    <a:pt x="5347" y="10375"/>
                    <a:pt x="7057" y="10204"/>
                    <a:pt x="7699" y="10890"/>
                  </a:cubicBezTo>
                  <a:cubicBezTo>
                    <a:pt x="8768" y="11747"/>
                    <a:pt x="6844" y="13118"/>
                    <a:pt x="5988" y="13461"/>
                  </a:cubicBezTo>
                  <a:cubicBezTo>
                    <a:pt x="4705" y="13975"/>
                    <a:pt x="2994" y="14490"/>
                    <a:pt x="2139" y="15004"/>
                  </a:cubicBezTo>
                  <a:cubicBezTo>
                    <a:pt x="214" y="16033"/>
                    <a:pt x="0" y="17747"/>
                    <a:pt x="0" y="1963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1773396" y="3329163"/>
              <a:ext cx="314124" cy="505344"/>
            </a:xfrm>
            <a:custGeom>
              <a:avLst/>
              <a:gdLst/>
              <a:ahLst/>
              <a:cxnLst/>
              <a:rect l="l" t="t" r="r" b="b"/>
              <a:pathLst>
                <a:path w="20884" h="21600" extrusionOk="0">
                  <a:moveTo>
                    <a:pt x="6122" y="989"/>
                  </a:moveTo>
                  <a:cubicBezTo>
                    <a:pt x="7860" y="989"/>
                    <a:pt x="9349" y="1484"/>
                    <a:pt x="10094" y="2473"/>
                  </a:cubicBezTo>
                  <a:cubicBezTo>
                    <a:pt x="10343" y="2968"/>
                    <a:pt x="10343" y="3298"/>
                    <a:pt x="10094" y="3957"/>
                  </a:cubicBezTo>
                  <a:cubicBezTo>
                    <a:pt x="10094" y="4287"/>
                    <a:pt x="10094" y="4947"/>
                    <a:pt x="10094" y="5606"/>
                  </a:cubicBezTo>
                  <a:cubicBezTo>
                    <a:pt x="10094" y="6101"/>
                    <a:pt x="10094" y="6101"/>
                    <a:pt x="10094" y="6101"/>
                  </a:cubicBezTo>
                  <a:cubicBezTo>
                    <a:pt x="10839" y="6266"/>
                    <a:pt x="10839" y="6266"/>
                    <a:pt x="10839" y="6266"/>
                  </a:cubicBezTo>
                  <a:cubicBezTo>
                    <a:pt x="10839" y="6266"/>
                    <a:pt x="10839" y="6431"/>
                    <a:pt x="10839" y="6595"/>
                  </a:cubicBezTo>
                  <a:cubicBezTo>
                    <a:pt x="10591" y="6760"/>
                    <a:pt x="10591" y="6760"/>
                    <a:pt x="10343" y="6925"/>
                  </a:cubicBezTo>
                  <a:cubicBezTo>
                    <a:pt x="9846" y="7090"/>
                    <a:pt x="9349" y="7420"/>
                    <a:pt x="9101" y="7915"/>
                  </a:cubicBezTo>
                  <a:cubicBezTo>
                    <a:pt x="9101" y="8079"/>
                    <a:pt x="9101" y="8079"/>
                    <a:pt x="9101" y="8244"/>
                  </a:cubicBezTo>
                  <a:cubicBezTo>
                    <a:pt x="8853" y="8904"/>
                    <a:pt x="8356" y="10058"/>
                    <a:pt x="8605" y="10882"/>
                  </a:cubicBezTo>
                  <a:cubicBezTo>
                    <a:pt x="8853" y="12366"/>
                    <a:pt x="10094" y="13521"/>
                    <a:pt x="12329" y="14015"/>
                  </a:cubicBezTo>
                  <a:cubicBezTo>
                    <a:pt x="13818" y="14510"/>
                    <a:pt x="15805" y="15334"/>
                    <a:pt x="17294" y="15994"/>
                  </a:cubicBezTo>
                  <a:cubicBezTo>
                    <a:pt x="19032" y="16818"/>
                    <a:pt x="19529" y="19456"/>
                    <a:pt x="19281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446"/>
                    <a:pt x="7612" y="20446"/>
                    <a:pt x="7612" y="20446"/>
                  </a:cubicBezTo>
                  <a:cubicBezTo>
                    <a:pt x="7860" y="19292"/>
                    <a:pt x="8108" y="15664"/>
                    <a:pt x="3391" y="13521"/>
                  </a:cubicBezTo>
                  <a:cubicBezTo>
                    <a:pt x="3143" y="13356"/>
                    <a:pt x="2646" y="13191"/>
                    <a:pt x="2149" y="13026"/>
                  </a:cubicBezTo>
                  <a:cubicBezTo>
                    <a:pt x="3143" y="12531"/>
                    <a:pt x="3639" y="11707"/>
                    <a:pt x="3887" y="10882"/>
                  </a:cubicBezTo>
                  <a:cubicBezTo>
                    <a:pt x="3887" y="10058"/>
                    <a:pt x="3639" y="8904"/>
                    <a:pt x="3391" y="8244"/>
                  </a:cubicBezTo>
                  <a:cubicBezTo>
                    <a:pt x="3391" y="8079"/>
                    <a:pt x="3391" y="8079"/>
                    <a:pt x="3391" y="7915"/>
                  </a:cubicBezTo>
                  <a:cubicBezTo>
                    <a:pt x="3143" y="7420"/>
                    <a:pt x="2646" y="7090"/>
                    <a:pt x="2149" y="6925"/>
                  </a:cubicBezTo>
                  <a:cubicBezTo>
                    <a:pt x="1653" y="6760"/>
                    <a:pt x="1653" y="6760"/>
                    <a:pt x="1653" y="6595"/>
                  </a:cubicBezTo>
                  <a:cubicBezTo>
                    <a:pt x="1653" y="6431"/>
                    <a:pt x="1653" y="6431"/>
                    <a:pt x="1901" y="6101"/>
                  </a:cubicBezTo>
                  <a:cubicBezTo>
                    <a:pt x="1901" y="5771"/>
                    <a:pt x="2398" y="5441"/>
                    <a:pt x="2149" y="4782"/>
                  </a:cubicBezTo>
                  <a:cubicBezTo>
                    <a:pt x="2149" y="4617"/>
                    <a:pt x="2149" y="4287"/>
                    <a:pt x="2149" y="4122"/>
                  </a:cubicBezTo>
                  <a:cubicBezTo>
                    <a:pt x="1901" y="3463"/>
                    <a:pt x="1901" y="3133"/>
                    <a:pt x="2149" y="2803"/>
                  </a:cubicBezTo>
                  <a:cubicBezTo>
                    <a:pt x="2398" y="2144"/>
                    <a:pt x="3143" y="1484"/>
                    <a:pt x="4136" y="1154"/>
                  </a:cubicBezTo>
                  <a:cubicBezTo>
                    <a:pt x="4881" y="989"/>
                    <a:pt x="5377" y="989"/>
                    <a:pt x="6122" y="989"/>
                  </a:cubicBezTo>
                  <a:moveTo>
                    <a:pt x="6122" y="0"/>
                  </a:moveTo>
                  <a:cubicBezTo>
                    <a:pt x="5129" y="0"/>
                    <a:pt x="4384" y="0"/>
                    <a:pt x="3391" y="330"/>
                  </a:cubicBezTo>
                  <a:cubicBezTo>
                    <a:pt x="2149" y="824"/>
                    <a:pt x="1156" y="1484"/>
                    <a:pt x="660" y="2473"/>
                  </a:cubicBezTo>
                  <a:cubicBezTo>
                    <a:pt x="163" y="3298"/>
                    <a:pt x="660" y="3957"/>
                    <a:pt x="660" y="4947"/>
                  </a:cubicBezTo>
                  <a:cubicBezTo>
                    <a:pt x="908" y="5606"/>
                    <a:pt x="-85" y="5936"/>
                    <a:pt x="163" y="6760"/>
                  </a:cubicBezTo>
                  <a:cubicBezTo>
                    <a:pt x="412" y="7750"/>
                    <a:pt x="1653" y="7750"/>
                    <a:pt x="1901" y="8079"/>
                  </a:cubicBezTo>
                  <a:cubicBezTo>
                    <a:pt x="1901" y="8574"/>
                    <a:pt x="2398" y="9893"/>
                    <a:pt x="2398" y="10882"/>
                  </a:cubicBezTo>
                  <a:cubicBezTo>
                    <a:pt x="2149" y="11707"/>
                    <a:pt x="1405" y="12366"/>
                    <a:pt x="163" y="12861"/>
                  </a:cubicBezTo>
                  <a:cubicBezTo>
                    <a:pt x="-85" y="13191"/>
                    <a:pt x="-85" y="13356"/>
                    <a:pt x="412" y="13521"/>
                  </a:cubicBezTo>
                  <a:cubicBezTo>
                    <a:pt x="1156" y="13850"/>
                    <a:pt x="2149" y="14180"/>
                    <a:pt x="2646" y="14345"/>
                  </a:cubicBezTo>
                  <a:cubicBezTo>
                    <a:pt x="6618" y="16159"/>
                    <a:pt x="6370" y="19292"/>
                    <a:pt x="6122" y="20446"/>
                  </a:cubicBezTo>
                  <a:cubicBezTo>
                    <a:pt x="6122" y="20446"/>
                    <a:pt x="6122" y="20446"/>
                    <a:pt x="6122" y="20446"/>
                  </a:cubicBezTo>
                  <a:cubicBezTo>
                    <a:pt x="6122" y="20776"/>
                    <a:pt x="6122" y="21105"/>
                    <a:pt x="6122" y="21435"/>
                  </a:cubicBezTo>
                  <a:cubicBezTo>
                    <a:pt x="6122" y="21600"/>
                    <a:pt x="6122" y="21600"/>
                    <a:pt x="6370" y="21600"/>
                  </a:cubicBezTo>
                  <a:cubicBezTo>
                    <a:pt x="6867" y="21600"/>
                    <a:pt x="6867" y="21600"/>
                    <a:pt x="6867" y="21600"/>
                  </a:cubicBezTo>
                  <a:cubicBezTo>
                    <a:pt x="20522" y="21600"/>
                    <a:pt x="20522" y="21600"/>
                    <a:pt x="20522" y="21600"/>
                  </a:cubicBezTo>
                  <a:cubicBezTo>
                    <a:pt x="21018" y="21600"/>
                    <a:pt x="21515" y="16653"/>
                    <a:pt x="18287" y="15169"/>
                  </a:cubicBezTo>
                  <a:cubicBezTo>
                    <a:pt x="16549" y="14510"/>
                    <a:pt x="14563" y="13685"/>
                    <a:pt x="12825" y="13191"/>
                  </a:cubicBezTo>
                  <a:cubicBezTo>
                    <a:pt x="11087" y="12696"/>
                    <a:pt x="10343" y="11707"/>
                    <a:pt x="10094" y="10882"/>
                  </a:cubicBezTo>
                  <a:cubicBezTo>
                    <a:pt x="9846" y="9893"/>
                    <a:pt x="10343" y="8574"/>
                    <a:pt x="10591" y="8079"/>
                  </a:cubicBezTo>
                  <a:cubicBezTo>
                    <a:pt x="10591" y="7750"/>
                    <a:pt x="12081" y="7750"/>
                    <a:pt x="12329" y="6760"/>
                  </a:cubicBezTo>
                  <a:cubicBezTo>
                    <a:pt x="12329" y="6431"/>
                    <a:pt x="12329" y="5606"/>
                    <a:pt x="11584" y="5441"/>
                  </a:cubicBezTo>
                  <a:cubicBezTo>
                    <a:pt x="11336" y="4122"/>
                    <a:pt x="12329" y="3298"/>
                    <a:pt x="11336" y="1979"/>
                  </a:cubicBezTo>
                  <a:cubicBezTo>
                    <a:pt x="10343" y="660"/>
                    <a:pt x="8356" y="0"/>
                    <a:pt x="612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771768" y="3383544"/>
              <a:ext cx="455871" cy="4615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0" y="1080"/>
                  </a:moveTo>
                  <a:cubicBezTo>
                    <a:pt x="12216" y="1080"/>
                    <a:pt x="13279" y="1260"/>
                    <a:pt x="14518" y="1620"/>
                  </a:cubicBezTo>
                  <a:cubicBezTo>
                    <a:pt x="15757" y="2160"/>
                    <a:pt x="16643" y="2700"/>
                    <a:pt x="17528" y="3600"/>
                  </a:cubicBezTo>
                  <a:cubicBezTo>
                    <a:pt x="18413" y="4320"/>
                    <a:pt x="19298" y="5400"/>
                    <a:pt x="19830" y="6660"/>
                  </a:cubicBezTo>
                  <a:cubicBezTo>
                    <a:pt x="20361" y="7920"/>
                    <a:pt x="20538" y="9360"/>
                    <a:pt x="20538" y="10980"/>
                  </a:cubicBezTo>
                  <a:cubicBezTo>
                    <a:pt x="20538" y="11340"/>
                    <a:pt x="20538" y="11520"/>
                    <a:pt x="20538" y="12060"/>
                  </a:cubicBezTo>
                  <a:cubicBezTo>
                    <a:pt x="20538" y="12420"/>
                    <a:pt x="20361" y="12780"/>
                    <a:pt x="20361" y="13320"/>
                  </a:cubicBezTo>
                  <a:cubicBezTo>
                    <a:pt x="20184" y="13680"/>
                    <a:pt x="20184" y="14220"/>
                    <a:pt x="20007" y="14580"/>
                  </a:cubicBezTo>
                  <a:cubicBezTo>
                    <a:pt x="19830" y="15120"/>
                    <a:pt x="19475" y="15480"/>
                    <a:pt x="19298" y="16020"/>
                  </a:cubicBezTo>
                  <a:cubicBezTo>
                    <a:pt x="18944" y="16380"/>
                    <a:pt x="18590" y="16560"/>
                    <a:pt x="18059" y="16920"/>
                  </a:cubicBezTo>
                  <a:cubicBezTo>
                    <a:pt x="17705" y="17100"/>
                    <a:pt x="17174" y="17280"/>
                    <a:pt x="16466" y="17280"/>
                  </a:cubicBezTo>
                  <a:cubicBezTo>
                    <a:pt x="16111" y="17280"/>
                    <a:pt x="15580" y="17100"/>
                    <a:pt x="15403" y="17100"/>
                  </a:cubicBezTo>
                  <a:cubicBezTo>
                    <a:pt x="15049" y="16920"/>
                    <a:pt x="14695" y="16740"/>
                    <a:pt x="14518" y="16560"/>
                  </a:cubicBezTo>
                  <a:cubicBezTo>
                    <a:pt x="14341" y="16380"/>
                    <a:pt x="14341" y="16200"/>
                    <a:pt x="14164" y="15840"/>
                  </a:cubicBezTo>
                  <a:cubicBezTo>
                    <a:pt x="13987" y="15660"/>
                    <a:pt x="13987" y="15480"/>
                    <a:pt x="13987" y="15120"/>
                  </a:cubicBezTo>
                  <a:cubicBezTo>
                    <a:pt x="13456" y="15660"/>
                    <a:pt x="12748" y="16200"/>
                    <a:pt x="12039" y="16380"/>
                  </a:cubicBezTo>
                  <a:cubicBezTo>
                    <a:pt x="11331" y="16740"/>
                    <a:pt x="10446" y="16920"/>
                    <a:pt x="9561" y="16920"/>
                  </a:cubicBezTo>
                  <a:cubicBezTo>
                    <a:pt x="8321" y="16920"/>
                    <a:pt x="7436" y="16560"/>
                    <a:pt x="6728" y="15840"/>
                  </a:cubicBezTo>
                  <a:cubicBezTo>
                    <a:pt x="6020" y="15120"/>
                    <a:pt x="5666" y="14220"/>
                    <a:pt x="5666" y="13140"/>
                  </a:cubicBezTo>
                  <a:cubicBezTo>
                    <a:pt x="5666" y="12420"/>
                    <a:pt x="5843" y="11880"/>
                    <a:pt x="6020" y="11340"/>
                  </a:cubicBezTo>
                  <a:cubicBezTo>
                    <a:pt x="6374" y="10800"/>
                    <a:pt x="6728" y="10440"/>
                    <a:pt x="7259" y="10080"/>
                  </a:cubicBezTo>
                  <a:cubicBezTo>
                    <a:pt x="7613" y="9900"/>
                    <a:pt x="8144" y="9540"/>
                    <a:pt x="8675" y="9540"/>
                  </a:cubicBezTo>
                  <a:cubicBezTo>
                    <a:pt x="9207" y="9360"/>
                    <a:pt x="9915" y="9360"/>
                    <a:pt x="10446" y="9360"/>
                  </a:cubicBezTo>
                  <a:cubicBezTo>
                    <a:pt x="11154" y="9360"/>
                    <a:pt x="11685" y="9360"/>
                    <a:pt x="12216" y="9540"/>
                  </a:cubicBezTo>
                  <a:cubicBezTo>
                    <a:pt x="12570" y="9540"/>
                    <a:pt x="12925" y="9720"/>
                    <a:pt x="13279" y="9900"/>
                  </a:cubicBezTo>
                  <a:cubicBezTo>
                    <a:pt x="13279" y="9360"/>
                    <a:pt x="13102" y="9000"/>
                    <a:pt x="13102" y="8640"/>
                  </a:cubicBezTo>
                  <a:cubicBezTo>
                    <a:pt x="12925" y="8280"/>
                    <a:pt x="12925" y="8100"/>
                    <a:pt x="12570" y="7740"/>
                  </a:cubicBezTo>
                  <a:cubicBezTo>
                    <a:pt x="12393" y="7560"/>
                    <a:pt x="12216" y="7380"/>
                    <a:pt x="11862" y="7200"/>
                  </a:cubicBezTo>
                  <a:cubicBezTo>
                    <a:pt x="11331" y="7020"/>
                    <a:pt x="10977" y="7020"/>
                    <a:pt x="10446" y="7020"/>
                  </a:cubicBezTo>
                  <a:cubicBezTo>
                    <a:pt x="9738" y="7020"/>
                    <a:pt x="9030" y="7200"/>
                    <a:pt x="8498" y="7380"/>
                  </a:cubicBezTo>
                  <a:cubicBezTo>
                    <a:pt x="8321" y="7380"/>
                    <a:pt x="8144" y="7380"/>
                    <a:pt x="8144" y="7560"/>
                  </a:cubicBezTo>
                  <a:cubicBezTo>
                    <a:pt x="7967" y="7560"/>
                    <a:pt x="7790" y="7560"/>
                    <a:pt x="7613" y="7560"/>
                  </a:cubicBezTo>
                  <a:cubicBezTo>
                    <a:pt x="7259" y="7560"/>
                    <a:pt x="6728" y="7380"/>
                    <a:pt x="6551" y="6840"/>
                  </a:cubicBezTo>
                  <a:cubicBezTo>
                    <a:pt x="6551" y="6840"/>
                    <a:pt x="6551" y="6840"/>
                    <a:pt x="6551" y="6840"/>
                  </a:cubicBezTo>
                  <a:cubicBezTo>
                    <a:pt x="6374" y="6300"/>
                    <a:pt x="6728" y="5760"/>
                    <a:pt x="7082" y="5580"/>
                  </a:cubicBezTo>
                  <a:cubicBezTo>
                    <a:pt x="8144" y="5040"/>
                    <a:pt x="9384" y="4680"/>
                    <a:pt x="10800" y="4680"/>
                  </a:cubicBezTo>
                  <a:cubicBezTo>
                    <a:pt x="12039" y="4680"/>
                    <a:pt x="12925" y="4860"/>
                    <a:pt x="13456" y="5220"/>
                  </a:cubicBezTo>
                  <a:cubicBezTo>
                    <a:pt x="14164" y="5580"/>
                    <a:pt x="14695" y="5940"/>
                    <a:pt x="14872" y="6480"/>
                  </a:cubicBezTo>
                  <a:cubicBezTo>
                    <a:pt x="15226" y="7020"/>
                    <a:pt x="15403" y="7740"/>
                    <a:pt x="15580" y="8280"/>
                  </a:cubicBezTo>
                  <a:cubicBezTo>
                    <a:pt x="15580" y="9000"/>
                    <a:pt x="15580" y="9540"/>
                    <a:pt x="15580" y="10260"/>
                  </a:cubicBezTo>
                  <a:cubicBezTo>
                    <a:pt x="15580" y="12240"/>
                    <a:pt x="15580" y="12240"/>
                    <a:pt x="15580" y="12240"/>
                  </a:cubicBezTo>
                  <a:cubicBezTo>
                    <a:pt x="15580" y="12780"/>
                    <a:pt x="15580" y="13140"/>
                    <a:pt x="15580" y="13500"/>
                  </a:cubicBezTo>
                  <a:cubicBezTo>
                    <a:pt x="15757" y="13860"/>
                    <a:pt x="15757" y="14220"/>
                    <a:pt x="15757" y="14400"/>
                  </a:cubicBezTo>
                  <a:cubicBezTo>
                    <a:pt x="15934" y="14760"/>
                    <a:pt x="16111" y="14940"/>
                    <a:pt x="16289" y="15120"/>
                  </a:cubicBezTo>
                  <a:cubicBezTo>
                    <a:pt x="16289" y="15300"/>
                    <a:pt x="16643" y="15480"/>
                    <a:pt x="16820" y="15480"/>
                  </a:cubicBezTo>
                  <a:cubicBezTo>
                    <a:pt x="16997" y="15480"/>
                    <a:pt x="16997" y="15480"/>
                    <a:pt x="16997" y="15480"/>
                  </a:cubicBezTo>
                  <a:cubicBezTo>
                    <a:pt x="17351" y="15300"/>
                    <a:pt x="17705" y="15120"/>
                    <a:pt x="18059" y="14760"/>
                  </a:cubicBezTo>
                  <a:cubicBezTo>
                    <a:pt x="18236" y="14580"/>
                    <a:pt x="18413" y="14040"/>
                    <a:pt x="18590" y="13680"/>
                  </a:cubicBezTo>
                  <a:cubicBezTo>
                    <a:pt x="18767" y="13140"/>
                    <a:pt x="18767" y="12780"/>
                    <a:pt x="18767" y="12240"/>
                  </a:cubicBezTo>
                  <a:cubicBezTo>
                    <a:pt x="18944" y="11700"/>
                    <a:pt x="18944" y="11340"/>
                    <a:pt x="18944" y="10980"/>
                  </a:cubicBezTo>
                  <a:cubicBezTo>
                    <a:pt x="18944" y="9720"/>
                    <a:pt x="18767" y="8640"/>
                    <a:pt x="18413" y="7560"/>
                  </a:cubicBezTo>
                  <a:cubicBezTo>
                    <a:pt x="17882" y="6660"/>
                    <a:pt x="17351" y="5760"/>
                    <a:pt x="16643" y="5040"/>
                  </a:cubicBezTo>
                  <a:cubicBezTo>
                    <a:pt x="15934" y="4320"/>
                    <a:pt x="15049" y="3780"/>
                    <a:pt x="14164" y="3240"/>
                  </a:cubicBezTo>
                  <a:cubicBezTo>
                    <a:pt x="13102" y="2880"/>
                    <a:pt x="12039" y="2700"/>
                    <a:pt x="10800" y="2700"/>
                  </a:cubicBezTo>
                  <a:cubicBezTo>
                    <a:pt x="9561" y="2700"/>
                    <a:pt x="8498" y="2880"/>
                    <a:pt x="7436" y="3240"/>
                  </a:cubicBezTo>
                  <a:cubicBezTo>
                    <a:pt x="6374" y="3600"/>
                    <a:pt x="5666" y="4320"/>
                    <a:pt x="4957" y="5040"/>
                  </a:cubicBezTo>
                  <a:cubicBezTo>
                    <a:pt x="4249" y="5760"/>
                    <a:pt x="3718" y="6480"/>
                    <a:pt x="3187" y="7560"/>
                  </a:cubicBezTo>
                  <a:cubicBezTo>
                    <a:pt x="2833" y="8640"/>
                    <a:pt x="2656" y="9720"/>
                    <a:pt x="2656" y="10800"/>
                  </a:cubicBezTo>
                  <a:cubicBezTo>
                    <a:pt x="2656" y="11880"/>
                    <a:pt x="2833" y="12960"/>
                    <a:pt x="3187" y="14040"/>
                  </a:cubicBezTo>
                  <a:cubicBezTo>
                    <a:pt x="3541" y="14940"/>
                    <a:pt x="4072" y="15840"/>
                    <a:pt x="4780" y="16560"/>
                  </a:cubicBezTo>
                  <a:cubicBezTo>
                    <a:pt x="5489" y="17280"/>
                    <a:pt x="6197" y="18000"/>
                    <a:pt x="7259" y="18360"/>
                  </a:cubicBezTo>
                  <a:cubicBezTo>
                    <a:pt x="8144" y="18720"/>
                    <a:pt x="9207" y="19080"/>
                    <a:pt x="10446" y="19080"/>
                  </a:cubicBezTo>
                  <a:cubicBezTo>
                    <a:pt x="11331" y="19080"/>
                    <a:pt x="12039" y="18900"/>
                    <a:pt x="12570" y="18720"/>
                  </a:cubicBezTo>
                  <a:cubicBezTo>
                    <a:pt x="12925" y="18540"/>
                    <a:pt x="13279" y="18540"/>
                    <a:pt x="13633" y="18360"/>
                  </a:cubicBezTo>
                  <a:cubicBezTo>
                    <a:pt x="13810" y="18360"/>
                    <a:pt x="13810" y="18360"/>
                    <a:pt x="13987" y="18360"/>
                  </a:cubicBezTo>
                  <a:cubicBezTo>
                    <a:pt x="14341" y="18360"/>
                    <a:pt x="14518" y="18540"/>
                    <a:pt x="14695" y="18900"/>
                  </a:cubicBezTo>
                  <a:cubicBezTo>
                    <a:pt x="14872" y="19260"/>
                    <a:pt x="14518" y="19620"/>
                    <a:pt x="14164" y="19800"/>
                  </a:cubicBezTo>
                  <a:cubicBezTo>
                    <a:pt x="13633" y="19980"/>
                    <a:pt x="13102" y="20160"/>
                    <a:pt x="12748" y="20340"/>
                  </a:cubicBezTo>
                  <a:cubicBezTo>
                    <a:pt x="11862" y="20520"/>
                    <a:pt x="11154" y="20520"/>
                    <a:pt x="10269" y="20520"/>
                  </a:cubicBezTo>
                  <a:cubicBezTo>
                    <a:pt x="9030" y="20520"/>
                    <a:pt x="7790" y="20340"/>
                    <a:pt x="6728" y="19980"/>
                  </a:cubicBezTo>
                  <a:cubicBezTo>
                    <a:pt x="5666" y="19440"/>
                    <a:pt x="4603" y="18720"/>
                    <a:pt x="3718" y="18000"/>
                  </a:cubicBezTo>
                  <a:cubicBezTo>
                    <a:pt x="3010" y="17100"/>
                    <a:pt x="2302" y="16020"/>
                    <a:pt x="1770" y="14760"/>
                  </a:cubicBezTo>
                  <a:cubicBezTo>
                    <a:pt x="1239" y="13680"/>
                    <a:pt x="1062" y="12240"/>
                    <a:pt x="1062" y="10800"/>
                  </a:cubicBezTo>
                  <a:cubicBezTo>
                    <a:pt x="1062" y="9180"/>
                    <a:pt x="1239" y="7740"/>
                    <a:pt x="1770" y="6660"/>
                  </a:cubicBezTo>
                  <a:cubicBezTo>
                    <a:pt x="2479" y="5400"/>
                    <a:pt x="3187" y="4320"/>
                    <a:pt x="4072" y="3600"/>
                  </a:cubicBezTo>
                  <a:cubicBezTo>
                    <a:pt x="4957" y="2700"/>
                    <a:pt x="6020" y="2160"/>
                    <a:pt x="7082" y="1800"/>
                  </a:cubicBezTo>
                  <a:cubicBezTo>
                    <a:pt x="8321" y="1260"/>
                    <a:pt x="9561" y="1080"/>
                    <a:pt x="10800" y="1080"/>
                  </a:cubicBezTo>
                  <a:moveTo>
                    <a:pt x="9915" y="14940"/>
                  </a:moveTo>
                  <a:cubicBezTo>
                    <a:pt x="10269" y="14940"/>
                    <a:pt x="10446" y="14760"/>
                    <a:pt x="10977" y="14760"/>
                  </a:cubicBezTo>
                  <a:cubicBezTo>
                    <a:pt x="11331" y="14760"/>
                    <a:pt x="11685" y="14580"/>
                    <a:pt x="12039" y="14400"/>
                  </a:cubicBezTo>
                  <a:cubicBezTo>
                    <a:pt x="12393" y="14220"/>
                    <a:pt x="12748" y="14040"/>
                    <a:pt x="12925" y="13680"/>
                  </a:cubicBezTo>
                  <a:cubicBezTo>
                    <a:pt x="13102" y="13500"/>
                    <a:pt x="13279" y="13140"/>
                    <a:pt x="13279" y="12780"/>
                  </a:cubicBezTo>
                  <a:cubicBezTo>
                    <a:pt x="13279" y="11700"/>
                    <a:pt x="13279" y="11700"/>
                    <a:pt x="13279" y="11700"/>
                  </a:cubicBezTo>
                  <a:cubicBezTo>
                    <a:pt x="12925" y="11700"/>
                    <a:pt x="12570" y="11520"/>
                    <a:pt x="12039" y="11340"/>
                  </a:cubicBezTo>
                  <a:cubicBezTo>
                    <a:pt x="11508" y="11340"/>
                    <a:pt x="10977" y="11160"/>
                    <a:pt x="10446" y="11160"/>
                  </a:cubicBezTo>
                  <a:cubicBezTo>
                    <a:pt x="9738" y="11160"/>
                    <a:pt x="9207" y="11340"/>
                    <a:pt x="8675" y="11700"/>
                  </a:cubicBezTo>
                  <a:cubicBezTo>
                    <a:pt x="8321" y="12060"/>
                    <a:pt x="8144" y="12420"/>
                    <a:pt x="8144" y="13140"/>
                  </a:cubicBezTo>
                  <a:cubicBezTo>
                    <a:pt x="8144" y="13680"/>
                    <a:pt x="8144" y="14040"/>
                    <a:pt x="8498" y="14400"/>
                  </a:cubicBezTo>
                  <a:cubicBezTo>
                    <a:pt x="8852" y="14760"/>
                    <a:pt x="9207" y="14940"/>
                    <a:pt x="9915" y="14940"/>
                  </a:cubicBezTo>
                  <a:moveTo>
                    <a:pt x="10800" y="0"/>
                  </a:moveTo>
                  <a:cubicBezTo>
                    <a:pt x="9384" y="0"/>
                    <a:pt x="8144" y="180"/>
                    <a:pt x="6728" y="720"/>
                  </a:cubicBezTo>
                  <a:cubicBezTo>
                    <a:pt x="5489" y="1080"/>
                    <a:pt x="4249" y="1800"/>
                    <a:pt x="3364" y="2700"/>
                  </a:cubicBezTo>
                  <a:cubicBezTo>
                    <a:pt x="2302" y="3600"/>
                    <a:pt x="1416" y="4860"/>
                    <a:pt x="885" y="6120"/>
                  </a:cubicBezTo>
                  <a:cubicBezTo>
                    <a:pt x="354" y="7560"/>
                    <a:pt x="0" y="9000"/>
                    <a:pt x="0" y="10800"/>
                  </a:cubicBezTo>
                  <a:cubicBezTo>
                    <a:pt x="0" y="12420"/>
                    <a:pt x="177" y="13860"/>
                    <a:pt x="708" y="15300"/>
                  </a:cubicBezTo>
                  <a:cubicBezTo>
                    <a:pt x="1416" y="16560"/>
                    <a:pt x="2125" y="17820"/>
                    <a:pt x="3010" y="18720"/>
                  </a:cubicBezTo>
                  <a:cubicBezTo>
                    <a:pt x="3895" y="19620"/>
                    <a:pt x="5134" y="20340"/>
                    <a:pt x="6374" y="20880"/>
                  </a:cubicBezTo>
                  <a:cubicBezTo>
                    <a:pt x="7613" y="21420"/>
                    <a:pt x="8852" y="21600"/>
                    <a:pt x="10269" y="21600"/>
                  </a:cubicBezTo>
                  <a:cubicBezTo>
                    <a:pt x="11154" y="21600"/>
                    <a:pt x="12039" y="21600"/>
                    <a:pt x="12925" y="21420"/>
                  </a:cubicBezTo>
                  <a:cubicBezTo>
                    <a:pt x="13456" y="21240"/>
                    <a:pt x="13987" y="21060"/>
                    <a:pt x="14518" y="20880"/>
                  </a:cubicBezTo>
                  <a:cubicBezTo>
                    <a:pt x="15580" y="20520"/>
                    <a:pt x="15934" y="19440"/>
                    <a:pt x="15757" y="18540"/>
                  </a:cubicBezTo>
                  <a:cubicBezTo>
                    <a:pt x="15580" y="18360"/>
                    <a:pt x="15580" y="18360"/>
                    <a:pt x="15580" y="18180"/>
                  </a:cubicBezTo>
                  <a:cubicBezTo>
                    <a:pt x="15934" y="18180"/>
                    <a:pt x="16111" y="18360"/>
                    <a:pt x="16466" y="18360"/>
                  </a:cubicBezTo>
                  <a:cubicBezTo>
                    <a:pt x="17351" y="18360"/>
                    <a:pt x="18059" y="18180"/>
                    <a:pt x="18590" y="17820"/>
                  </a:cubicBezTo>
                  <a:cubicBezTo>
                    <a:pt x="19121" y="17460"/>
                    <a:pt x="19652" y="17100"/>
                    <a:pt x="20184" y="16560"/>
                  </a:cubicBezTo>
                  <a:cubicBezTo>
                    <a:pt x="20538" y="16200"/>
                    <a:pt x="20715" y="15660"/>
                    <a:pt x="20892" y="15120"/>
                  </a:cubicBezTo>
                  <a:cubicBezTo>
                    <a:pt x="21069" y="14580"/>
                    <a:pt x="21246" y="14040"/>
                    <a:pt x="21423" y="13500"/>
                  </a:cubicBezTo>
                  <a:cubicBezTo>
                    <a:pt x="21423" y="12960"/>
                    <a:pt x="21600" y="12600"/>
                    <a:pt x="21600" y="12060"/>
                  </a:cubicBezTo>
                  <a:cubicBezTo>
                    <a:pt x="21600" y="11700"/>
                    <a:pt x="21600" y="11340"/>
                    <a:pt x="21600" y="10980"/>
                  </a:cubicBezTo>
                  <a:cubicBezTo>
                    <a:pt x="21600" y="9180"/>
                    <a:pt x="21246" y="7560"/>
                    <a:pt x="20715" y="6300"/>
                  </a:cubicBezTo>
                  <a:cubicBezTo>
                    <a:pt x="20184" y="4860"/>
                    <a:pt x="19298" y="3600"/>
                    <a:pt x="18236" y="2700"/>
                  </a:cubicBezTo>
                  <a:cubicBezTo>
                    <a:pt x="17351" y="1800"/>
                    <a:pt x="16111" y="1080"/>
                    <a:pt x="14872" y="720"/>
                  </a:cubicBezTo>
                  <a:cubicBezTo>
                    <a:pt x="13633" y="180"/>
                    <a:pt x="12216" y="0"/>
                    <a:pt x="10800" y="0"/>
                  </a:cubicBezTo>
                  <a:close/>
                  <a:moveTo>
                    <a:pt x="16997" y="14400"/>
                  </a:moveTo>
                  <a:cubicBezTo>
                    <a:pt x="16820" y="14220"/>
                    <a:pt x="16820" y="14220"/>
                    <a:pt x="16820" y="14040"/>
                  </a:cubicBezTo>
                  <a:cubicBezTo>
                    <a:pt x="16820" y="13860"/>
                    <a:pt x="16820" y="13680"/>
                    <a:pt x="16643" y="13320"/>
                  </a:cubicBezTo>
                  <a:cubicBezTo>
                    <a:pt x="16643" y="12960"/>
                    <a:pt x="16643" y="12600"/>
                    <a:pt x="16643" y="12240"/>
                  </a:cubicBezTo>
                  <a:cubicBezTo>
                    <a:pt x="16643" y="10260"/>
                    <a:pt x="16643" y="10260"/>
                    <a:pt x="16643" y="10260"/>
                  </a:cubicBezTo>
                  <a:cubicBezTo>
                    <a:pt x="16643" y="9540"/>
                    <a:pt x="16643" y="9000"/>
                    <a:pt x="16643" y="8280"/>
                  </a:cubicBezTo>
                  <a:cubicBezTo>
                    <a:pt x="16466" y="7380"/>
                    <a:pt x="16289" y="6660"/>
                    <a:pt x="15934" y="5940"/>
                  </a:cubicBezTo>
                  <a:cubicBezTo>
                    <a:pt x="15757" y="5760"/>
                    <a:pt x="15403" y="5400"/>
                    <a:pt x="15226" y="5220"/>
                  </a:cubicBezTo>
                  <a:cubicBezTo>
                    <a:pt x="15403" y="5400"/>
                    <a:pt x="15757" y="5580"/>
                    <a:pt x="15934" y="5760"/>
                  </a:cubicBezTo>
                  <a:cubicBezTo>
                    <a:pt x="16466" y="6480"/>
                    <a:pt x="16997" y="7200"/>
                    <a:pt x="17351" y="8100"/>
                  </a:cubicBezTo>
                  <a:cubicBezTo>
                    <a:pt x="17705" y="9000"/>
                    <a:pt x="17882" y="9900"/>
                    <a:pt x="17882" y="10980"/>
                  </a:cubicBezTo>
                  <a:cubicBezTo>
                    <a:pt x="17882" y="11160"/>
                    <a:pt x="17882" y="11700"/>
                    <a:pt x="17705" y="12060"/>
                  </a:cubicBezTo>
                  <a:cubicBezTo>
                    <a:pt x="17705" y="12600"/>
                    <a:pt x="17705" y="12960"/>
                    <a:pt x="17528" y="13320"/>
                  </a:cubicBezTo>
                  <a:cubicBezTo>
                    <a:pt x="17528" y="13680"/>
                    <a:pt x="17351" y="14040"/>
                    <a:pt x="17174" y="14220"/>
                  </a:cubicBezTo>
                  <a:cubicBezTo>
                    <a:pt x="16997" y="14220"/>
                    <a:pt x="16997" y="14400"/>
                    <a:pt x="16997" y="14400"/>
                  </a:cubicBezTo>
                  <a:cubicBezTo>
                    <a:pt x="16997" y="14400"/>
                    <a:pt x="16997" y="14400"/>
                    <a:pt x="16997" y="14400"/>
                  </a:cubicBezTo>
                  <a:close/>
                  <a:moveTo>
                    <a:pt x="4957" y="15120"/>
                  </a:moveTo>
                  <a:cubicBezTo>
                    <a:pt x="4603" y="14580"/>
                    <a:pt x="4426" y="14220"/>
                    <a:pt x="4249" y="13680"/>
                  </a:cubicBezTo>
                  <a:cubicBezTo>
                    <a:pt x="3895" y="12780"/>
                    <a:pt x="3718" y="11880"/>
                    <a:pt x="3718" y="10800"/>
                  </a:cubicBezTo>
                  <a:cubicBezTo>
                    <a:pt x="3718" y="9720"/>
                    <a:pt x="3895" y="8820"/>
                    <a:pt x="4249" y="7920"/>
                  </a:cubicBezTo>
                  <a:cubicBezTo>
                    <a:pt x="4603" y="7200"/>
                    <a:pt x="4957" y="6480"/>
                    <a:pt x="5666" y="5760"/>
                  </a:cubicBezTo>
                  <a:cubicBezTo>
                    <a:pt x="5489" y="6300"/>
                    <a:pt x="5489" y="6660"/>
                    <a:pt x="5666" y="7200"/>
                  </a:cubicBezTo>
                  <a:cubicBezTo>
                    <a:pt x="5666" y="7200"/>
                    <a:pt x="5666" y="7200"/>
                    <a:pt x="5666" y="7200"/>
                  </a:cubicBezTo>
                  <a:cubicBezTo>
                    <a:pt x="5843" y="8100"/>
                    <a:pt x="6728" y="8640"/>
                    <a:pt x="7613" y="8640"/>
                  </a:cubicBezTo>
                  <a:cubicBezTo>
                    <a:pt x="7613" y="8640"/>
                    <a:pt x="7613" y="8640"/>
                    <a:pt x="7613" y="8640"/>
                  </a:cubicBezTo>
                  <a:cubicBezTo>
                    <a:pt x="7259" y="8820"/>
                    <a:pt x="6905" y="9000"/>
                    <a:pt x="6551" y="9180"/>
                  </a:cubicBezTo>
                  <a:cubicBezTo>
                    <a:pt x="6020" y="9720"/>
                    <a:pt x="5489" y="10080"/>
                    <a:pt x="5134" y="10800"/>
                  </a:cubicBezTo>
                  <a:cubicBezTo>
                    <a:pt x="4780" y="11520"/>
                    <a:pt x="4603" y="12240"/>
                    <a:pt x="4603" y="13140"/>
                  </a:cubicBezTo>
                  <a:cubicBezTo>
                    <a:pt x="4603" y="13860"/>
                    <a:pt x="4780" y="14400"/>
                    <a:pt x="4957" y="15120"/>
                  </a:cubicBezTo>
                  <a:close/>
                  <a:moveTo>
                    <a:pt x="8675" y="8460"/>
                  </a:moveTo>
                  <a:cubicBezTo>
                    <a:pt x="8675" y="8280"/>
                    <a:pt x="8852" y="8280"/>
                    <a:pt x="8852" y="8280"/>
                  </a:cubicBezTo>
                  <a:cubicBezTo>
                    <a:pt x="9207" y="8100"/>
                    <a:pt x="9738" y="8100"/>
                    <a:pt x="10446" y="8100"/>
                  </a:cubicBezTo>
                  <a:cubicBezTo>
                    <a:pt x="10977" y="8100"/>
                    <a:pt x="11154" y="8100"/>
                    <a:pt x="11331" y="8280"/>
                  </a:cubicBezTo>
                  <a:cubicBezTo>
                    <a:pt x="11508" y="8280"/>
                    <a:pt x="11508" y="8280"/>
                    <a:pt x="11508" y="8280"/>
                  </a:cubicBezTo>
                  <a:cubicBezTo>
                    <a:pt x="11154" y="8280"/>
                    <a:pt x="10800" y="8280"/>
                    <a:pt x="10446" y="8280"/>
                  </a:cubicBezTo>
                  <a:cubicBezTo>
                    <a:pt x="9915" y="8280"/>
                    <a:pt x="9207" y="8280"/>
                    <a:pt x="8675" y="8460"/>
                  </a:cubicBezTo>
                  <a:close/>
                  <a:moveTo>
                    <a:pt x="9915" y="13860"/>
                  </a:moveTo>
                  <a:cubicBezTo>
                    <a:pt x="9561" y="13860"/>
                    <a:pt x="9384" y="13680"/>
                    <a:pt x="9207" y="13680"/>
                  </a:cubicBezTo>
                  <a:cubicBezTo>
                    <a:pt x="9207" y="13500"/>
                    <a:pt x="9207" y="13320"/>
                    <a:pt x="9207" y="13140"/>
                  </a:cubicBezTo>
                  <a:cubicBezTo>
                    <a:pt x="9207" y="12600"/>
                    <a:pt x="9207" y="12600"/>
                    <a:pt x="9384" y="12600"/>
                  </a:cubicBezTo>
                  <a:cubicBezTo>
                    <a:pt x="9561" y="12420"/>
                    <a:pt x="9738" y="12240"/>
                    <a:pt x="10446" y="12240"/>
                  </a:cubicBezTo>
                  <a:cubicBezTo>
                    <a:pt x="10977" y="12240"/>
                    <a:pt x="11331" y="12420"/>
                    <a:pt x="11862" y="12420"/>
                  </a:cubicBezTo>
                  <a:cubicBezTo>
                    <a:pt x="11862" y="12420"/>
                    <a:pt x="12039" y="12420"/>
                    <a:pt x="12216" y="12600"/>
                  </a:cubicBezTo>
                  <a:cubicBezTo>
                    <a:pt x="12216" y="12780"/>
                    <a:pt x="12216" y="12780"/>
                    <a:pt x="12216" y="12780"/>
                  </a:cubicBezTo>
                  <a:cubicBezTo>
                    <a:pt x="12216" y="12780"/>
                    <a:pt x="12039" y="12960"/>
                    <a:pt x="12039" y="12960"/>
                  </a:cubicBezTo>
                  <a:cubicBezTo>
                    <a:pt x="11862" y="13140"/>
                    <a:pt x="11862" y="13320"/>
                    <a:pt x="11508" y="13320"/>
                  </a:cubicBezTo>
                  <a:cubicBezTo>
                    <a:pt x="11508" y="13320"/>
                    <a:pt x="11508" y="13320"/>
                    <a:pt x="11508" y="13500"/>
                  </a:cubicBezTo>
                  <a:cubicBezTo>
                    <a:pt x="11331" y="13500"/>
                    <a:pt x="10977" y="13680"/>
                    <a:pt x="10800" y="13680"/>
                  </a:cubicBezTo>
                  <a:cubicBezTo>
                    <a:pt x="10446" y="13680"/>
                    <a:pt x="10092" y="13860"/>
                    <a:pt x="9915" y="13860"/>
                  </a:cubicBezTo>
                  <a:close/>
                  <a:moveTo>
                    <a:pt x="10446" y="18000"/>
                  </a:moveTo>
                  <a:cubicBezTo>
                    <a:pt x="11154" y="17820"/>
                    <a:pt x="11862" y="17640"/>
                    <a:pt x="12393" y="17460"/>
                  </a:cubicBezTo>
                  <a:cubicBezTo>
                    <a:pt x="12748" y="17280"/>
                    <a:pt x="13102" y="17100"/>
                    <a:pt x="13456" y="16920"/>
                  </a:cubicBezTo>
                  <a:cubicBezTo>
                    <a:pt x="13633" y="17100"/>
                    <a:pt x="13633" y="17100"/>
                    <a:pt x="13810" y="17280"/>
                  </a:cubicBezTo>
                  <a:cubicBezTo>
                    <a:pt x="13633" y="17280"/>
                    <a:pt x="13456" y="17280"/>
                    <a:pt x="13279" y="17280"/>
                  </a:cubicBezTo>
                  <a:cubicBezTo>
                    <a:pt x="12925" y="17460"/>
                    <a:pt x="12570" y="17640"/>
                    <a:pt x="12216" y="17640"/>
                  </a:cubicBezTo>
                  <a:cubicBezTo>
                    <a:pt x="11862" y="17820"/>
                    <a:pt x="11154" y="18000"/>
                    <a:pt x="10446" y="180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376253" y="3760230"/>
              <a:ext cx="339015" cy="3740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413" y="8907"/>
                  </a:moveTo>
                  <a:cubicBezTo>
                    <a:pt x="16853" y="8907"/>
                    <a:pt x="16853" y="8907"/>
                    <a:pt x="16853" y="8907"/>
                  </a:cubicBezTo>
                  <a:cubicBezTo>
                    <a:pt x="15903" y="12470"/>
                    <a:pt x="15903" y="12470"/>
                    <a:pt x="15903" y="12470"/>
                  </a:cubicBezTo>
                  <a:cubicBezTo>
                    <a:pt x="18752" y="12470"/>
                    <a:pt x="18752" y="12470"/>
                    <a:pt x="18752" y="12470"/>
                  </a:cubicBezTo>
                  <a:cubicBezTo>
                    <a:pt x="19464" y="12470"/>
                    <a:pt x="20176" y="13138"/>
                    <a:pt x="20176" y="13806"/>
                  </a:cubicBezTo>
                  <a:cubicBezTo>
                    <a:pt x="20176" y="14697"/>
                    <a:pt x="20176" y="14697"/>
                    <a:pt x="20176" y="14697"/>
                  </a:cubicBezTo>
                  <a:cubicBezTo>
                    <a:pt x="20176" y="15365"/>
                    <a:pt x="19464" y="16033"/>
                    <a:pt x="18752" y="16033"/>
                  </a:cubicBezTo>
                  <a:cubicBezTo>
                    <a:pt x="14954" y="16033"/>
                    <a:pt x="14954" y="16033"/>
                    <a:pt x="14954" y="16033"/>
                  </a:cubicBezTo>
                  <a:cubicBezTo>
                    <a:pt x="13767" y="20264"/>
                    <a:pt x="13767" y="20264"/>
                    <a:pt x="13767" y="20264"/>
                  </a:cubicBezTo>
                  <a:cubicBezTo>
                    <a:pt x="13767" y="20932"/>
                    <a:pt x="13055" y="21600"/>
                    <a:pt x="12343" y="21600"/>
                  </a:cubicBezTo>
                  <a:cubicBezTo>
                    <a:pt x="11393" y="21600"/>
                    <a:pt x="11393" y="21600"/>
                    <a:pt x="11393" y="21600"/>
                  </a:cubicBezTo>
                  <a:cubicBezTo>
                    <a:pt x="10444" y="21600"/>
                    <a:pt x="9732" y="20487"/>
                    <a:pt x="9969" y="19596"/>
                  </a:cubicBezTo>
                  <a:cubicBezTo>
                    <a:pt x="10919" y="16033"/>
                    <a:pt x="10919" y="16033"/>
                    <a:pt x="10919" y="16033"/>
                  </a:cubicBezTo>
                  <a:cubicBezTo>
                    <a:pt x="7833" y="16033"/>
                    <a:pt x="7833" y="16033"/>
                    <a:pt x="7833" y="16033"/>
                  </a:cubicBezTo>
                  <a:cubicBezTo>
                    <a:pt x="6884" y="20264"/>
                    <a:pt x="6884" y="20264"/>
                    <a:pt x="6884" y="20264"/>
                  </a:cubicBezTo>
                  <a:cubicBezTo>
                    <a:pt x="6646" y="20932"/>
                    <a:pt x="5934" y="21600"/>
                    <a:pt x="5222" y="21600"/>
                  </a:cubicBezTo>
                  <a:cubicBezTo>
                    <a:pt x="4273" y="21600"/>
                    <a:pt x="4273" y="21600"/>
                    <a:pt x="4273" y="21600"/>
                  </a:cubicBezTo>
                  <a:cubicBezTo>
                    <a:pt x="3323" y="21600"/>
                    <a:pt x="2611" y="20487"/>
                    <a:pt x="2848" y="19596"/>
                  </a:cubicBezTo>
                  <a:cubicBezTo>
                    <a:pt x="3798" y="16033"/>
                    <a:pt x="3798" y="16033"/>
                    <a:pt x="3798" y="16033"/>
                  </a:cubicBezTo>
                  <a:cubicBezTo>
                    <a:pt x="1424" y="16033"/>
                    <a:pt x="1424" y="16033"/>
                    <a:pt x="1424" y="16033"/>
                  </a:cubicBezTo>
                  <a:cubicBezTo>
                    <a:pt x="712" y="16033"/>
                    <a:pt x="0" y="15588"/>
                    <a:pt x="0" y="14920"/>
                  </a:cubicBezTo>
                  <a:cubicBezTo>
                    <a:pt x="0" y="13806"/>
                    <a:pt x="0" y="13806"/>
                    <a:pt x="0" y="13806"/>
                  </a:cubicBezTo>
                  <a:cubicBezTo>
                    <a:pt x="0" y="12915"/>
                    <a:pt x="712" y="12470"/>
                    <a:pt x="1424" y="12470"/>
                  </a:cubicBezTo>
                  <a:cubicBezTo>
                    <a:pt x="4747" y="12470"/>
                    <a:pt x="4747" y="12470"/>
                    <a:pt x="4747" y="12470"/>
                  </a:cubicBezTo>
                  <a:cubicBezTo>
                    <a:pt x="5459" y="8907"/>
                    <a:pt x="5459" y="8907"/>
                    <a:pt x="5459" y="8907"/>
                  </a:cubicBezTo>
                  <a:cubicBezTo>
                    <a:pt x="3086" y="8907"/>
                    <a:pt x="3086" y="8907"/>
                    <a:pt x="3086" y="8907"/>
                  </a:cubicBezTo>
                  <a:cubicBezTo>
                    <a:pt x="2374" y="8907"/>
                    <a:pt x="1662" y="8462"/>
                    <a:pt x="1662" y="7794"/>
                  </a:cubicBezTo>
                  <a:cubicBezTo>
                    <a:pt x="1662" y="6903"/>
                    <a:pt x="1662" y="6903"/>
                    <a:pt x="1662" y="6903"/>
                  </a:cubicBezTo>
                  <a:cubicBezTo>
                    <a:pt x="1662" y="6235"/>
                    <a:pt x="2374" y="5567"/>
                    <a:pt x="3086" y="5567"/>
                  </a:cubicBezTo>
                  <a:cubicBezTo>
                    <a:pt x="5697" y="5567"/>
                    <a:pt x="5697" y="5567"/>
                    <a:pt x="5697" y="5567"/>
                  </a:cubicBezTo>
                  <a:cubicBezTo>
                    <a:pt x="6171" y="5567"/>
                    <a:pt x="6409" y="5344"/>
                    <a:pt x="6646" y="4899"/>
                  </a:cubicBezTo>
                  <a:cubicBezTo>
                    <a:pt x="7596" y="1113"/>
                    <a:pt x="7596" y="1113"/>
                    <a:pt x="7596" y="1113"/>
                  </a:cubicBezTo>
                  <a:cubicBezTo>
                    <a:pt x="7833" y="445"/>
                    <a:pt x="8308" y="0"/>
                    <a:pt x="9020" y="0"/>
                  </a:cubicBezTo>
                  <a:cubicBezTo>
                    <a:pt x="10207" y="0"/>
                    <a:pt x="10207" y="0"/>
                    <a:pt x="10207" y="0"/>
                  </a:cubicBezTo>
                  <a:cubicBezTo>
                    <a:pt x="11156" y="0"/>
                    <a:pt x="11868" y="891"/>
                    <a:pt x="11631" y="1781"/>
                  </a:cubicBezTo>
                  <a:cubicBezTo>
                    <a:pt x="10919" y="4454"/>
                    <a:pt x="10919" y="4454"/>
                    <a:pt x="10919" y="4454"/>
                  </a:cubicBezTo>
                  <a:cubicBezTo>
                    <a:pt x="10681" y="5122"/>
                    <a:pt x="11156" y="5567"/>
                    <a:pt x="11868" y="5567"/>
                  </a:cubicBezTo>
                  <a:cubicBezTo>
                    <a:pt x="12818" y="5567"/>
                    <a:pt x="12818" y="5567"/>
                    <a:pt x="12818" y="5567"/>
                  </a:cubicBezTo>
                  <a:cubicBezTo>
                    <a:pt x="13292" y="5567"/>
                    <a:pt x="13530" y="5344"/>
                    <a:pt x="13767" y="4899"/>
                  </a:cubicBezTo>
                  <a:cubicBezTo>
                    <a:pt x="14716" y="1113"/>
                    <a:pt x="14716" y="1113"/>
                    <a:pt x="14716" y="1113"/>
                  </a:cubicBezTo>
                  <a:cubicBezTo>
                    <a:pt x="14954" y="445"/>
                    <a:pt x="15429" y="0"/>
                    <a:pt x="16141" y="0"/>
                  </a:cubicBezTo>
                  <a:cubicBezTo>
                    <a:pt x="17090" y="0"/>
                    <a:pt x="17090" y="0"/>
                    <a:pt x="17090" y="0"/>
                  </a:cubicBezTo>
                  <a:cubicBezTo>
                    <a:pt x="18277" y="0"/>
                    <a:pt x="18989" y="891"/>
                    <a:pt x="18752" y="1781"/>
                  </a:cubicBezTo>
                  <a:cubicBezTo>
                    <a:pt x="18040" y="4454"/>
                    <a:pt x="18040" y="4454"/>
                    <a:pt x="18040" y="4454"/>
                  </a:cubicBezTo>
                  <a:cubicBezTo>
                    <a:pt x="17802" y="5122"/>
                    <a:pt x="18277" y="5567"/>
                    <a:pt x="18989" y="5567"/>
                  </a:cubicBezTo>
                  <a:cubicBezTo>
                    <a:pt x="20413" y="5567"/>
                    <a:pt x="20413" y="5567"/>
                    <a:pt x="20413" y="5567"/>
                  </a:cubicBezTo>
                  <a:cubicBezTo>
                    <a:pt x="21125" y="5567"/>
                    <a:pt x="21600" y="6235"/>
                    <a:pt x="21600" y="6903"/>
                  </a:cubicBezTo>
                  <a:cubicBezTo>
                    <a:pt x="21600" y="7794"/>
                    <a:pt x="21600" y="7794"/>
                    <a:pt x="21600" y="7794"/>
                  </a:cubicBezTo>
                  <a:cubicBezTo>
                    <a:pt x="21600" y="8462"/>
                    <a:pt x="21125" y="8907"/>
                    <a:pt x="20413" y="8907"/>
                  </a:cubicBezTo>
                  <a:close/>
                  <a:moveTo>
                    <a:pt x="11868" y="11802"/>
                  </a:moveTo>
                  <a:cubicBezTo>
                    <a:pt x="12343" y="10021"/>
                    <a:pt x="12343" y="10021"/>
                    <a:pt x="12343" y="10021"/>
                  </a:cubicBezTo>
                  <a:cubicBezTo>
                    <a:pt x="12580" y="9353"/>
                    <a:pt x="12105" y="8907"/>
                    <a:pt x="11631" y="8907"/>
                  </a:cubicBezTo>
                  <a:cubicBezTo>
                    <a:pt x="10444" y="8907"/>
                    <a:pt x="10444" y="8907"/>
                    <a:pt x="10444" y="8907"/>
                  </a:cubicBezTo>
                  <a:cubicBezTo>
                    <a:pt x="9969" y="8907"/>
                    <a:pt x="9495" y="9130"/>
                    <a:pt x="9495" y="9575"/>
                  </a:cubicBezTo>
                  <a:cubicBezTo>
                    <a:pt x="9020" y="11579"/>
                    <a:pt x="9020" y="11579"/>
                    <a:pt x="9020" y="11579"/>
                  </a:cubicBezTo>
                  <a:cubicBezTo>
                    <a:pt x="9020" y="12025"/>
                    <a:pt x="9257" y="12470"/>
                    <a:pt x="9969" y="12470"/>
                  </a:cubicBezTo>
                  <a:cubicBezTo>
                    <a:pt x="11156" y="12470"/>
                    <a:pt x="11156" y="12470"/>
                    <a:pt x="11156" y="12470"/>
                  </a:cubicBezTo>
                  <a:cubicBezTo>
                    <a:pt x="11393" y="12470"/>
                    <a:pt x="11868" y="12247"/>
                    <a:pt x="11868" y="1180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2278896" y="536980"/>
              <a:ext cx="515247" cy="153046"/>
            </a:xfrm>
            <a:custGeom>
              <a:avLst/>
              <a:gdLst/>
              <a:ahLst/>
              <a:cxnLst/>
              <a:rect l="l" t="t" r="r" b="b"/>
              <a:pathLst>
                <a:path w="21138" h="20429" extrusionOk="0">
                  <a:moveTo>
                    <a:pt x="12116" y="170"/>
                  </a:moveTo>
                  <a:cubicBezTo>
                    <a:pt x="13035" y="684"/>
                    <a:pt x="13955" y="1198"/>
                    <a:pt x="14874" y="1712"/>
                  </a:cubicBezTo>
                  <a:cubicBezTo>
                    <a:pt x="16252" y="3255"/>
                    <a:pt x="17784" y="5312"/>
                    <a:pt x="19010" y="7884"/>
                  </a:cubicBezTo>
                  <a:cubicBezTo>
                    <a:pt x="19776" y="9427"/>
                    <a:pt x="20082" y="10455"/>
                    <a:pt x="20695" y="11998"/>
                  </a:cubicBezTo>
                  <a:cubicBezTo>
                    <a:pt x="21461" y="14570"/>
                    <a:pt x="21155" y="16112"/>
                    <a:pt x="20389" y="18170"/>
                  </a:cubicBezTo>
                  <a:cubicBezTo>
                    <a:pt x="19929" y="19712"/>
                    <a:pt x="19163" y="20227"/>
                    <a:pt x="18550" y="18684"/>
                  </a:cubicBezTo>
                  <a:cubicBezTo>
                    <a:pt x="15487" y="10455"/>
                    <a:pt x="11350" y="7370"/>
                    <a:pt x="7521" y="10970"/>
                  </a:cubicBezTo>
                  <a:cubicBezTo>
                    <a:pt x="6448" y="11484"/>
                    <a:pt x="5223" y="13027"/>
                    <a:pt x="4304" y="15084"/>
                  </a:cubicBezTo>
                  <a:cubicBezTo>
                    <a:pt x="3538" y="16627"/>
                    <a:pt x="3078" y="18170"/>
                    <a:pt x="2465" y="19712"/>
                  </a:cubicBezTo>
                  <a:cubicBezTo>
                    <a:pt x="2006" y="20741"/>
                    <a:pt x="1240" y="20741"/>
                    <a:pt x="780" y="19198"/>
                  </a:cubicBezTo>
                  <a:cubicBezTo>
                    <a:pt x="627" y="18684"/>
                    <a:pt x="474" y="17655"/>
                    <a:pt x="167" y="17141"/>
                  </a:cubicBezTo>
                  <a:cubicBezTo>
                    <a:pt x="-139" y="15598"/>
                    <a:pt x="14" y="13541"/>
                    <a:pt x="321" y="12512"/>
                  </a:cubicBezTo>
                  <a:cubicBezTo>
                    <a:pt x="321" y="12512"/>
                    <a:pt x="321" y="12512"/>
                    <a:pt x="321" y="12512"/>
                  </a:cubicBezTo>
                  <a:cubicBezTo>
                    <a:pt x="3538" y="2741"/>
                    <a:pt x="7827" y="-859"/>
                    <a:pt x="12116" y="17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2470972" y="795762"/>
              <a:ext cx="136889" cy="139322"/>
            </a:xfrm>
            <a:custGeom>
              <a:avLst/>
              <a:gdLst/>
              <a:ahLst/>
              <a:cxnLst/>
              <a:rect l="l" t="t" r="r" b="b"/>
              <a:pathLst>
                <a:path w="19188" h="20079" extrusionOk="0">
                  <a:moveTo>
                    <a:pt x="8183" y="20079"/>
                  </a:moveTo>
                  <a:cubicBezTo>
                    <a:pt x="5022" y="19525"/>
                    <a:pt x="2388" y="17864"/>
                    <a:pt x="807" y="14541"/>
                  </a:cubicBezTo>
                  <a:cubicBezTo>
                    <a:pt x="-1300" y="9002"/>
                    <a:pt x="807" y="2910"/>
                    <a:pt x="6076" y="694"/>
                  </a:cubicBezTo>
                  <a:cubicBezTo>
                    <a:pt x="11344" y="-1521"/>
                    <a:pt x="17139" y="1802"/>
                    <a:pt x="18720" y="7341"/>
                  </a:cubicBezTo>
                  <a:cubicBezTo>
                    <a:pt x="20300" y="11771"/>
                    <a:pt x="17666" y="16756"/>
                    <a:pt x="13978" y="18971"/>
                  </a:cubicBezTo>
                  <a:cubicBezTo>
                    <a:pt x="11871" y="20079"/>
                    <a:pt x="10290" y="20079"/>
                    <a:pt x="8183" y="20079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2350265" y="653895"/>
              <a:ext cx="376723" cy="126184"/>
            </a:xfrm>
            <a:custGeom>
              <a:avLst/>
              <a:gdLst/>
              <a:ahLst/>
              <a:cxnLst/>
              <a:rect l="l" t="t" r="r" b="b"/>
              <a:pathLst>
                <a:path w="21122" h="20757" extrusionOk="0">
                  <a:moveTo>
                    <a:pt x="10673" y="0"/>
                  </a:moveTo>
                  <a:cubicBezTo>
                    <a:pt x="14448" y="635"/>
                    <a:pt x="17593" y="3176"/>
                    <a:pt x="20529" y="10800"/>
                  </a:cubicBezTo>
                  <a:cubicBezTo>
                    <a:pt x="20949" y="12071"/>
                    <a:pt x="21368" y="13341"/>
                    <a:pt x="20949" y="14612"/>
                  </a:cubicBezTo>
                  <a:cubicBezTo>
                    <a:pt x="20110" y="17788"/>
                    <a:pt x="19900" y="18424"/>
                    <a:pt x="19271" y="20329"/>
                  </a:cubicBezTo>
                  <a:cubicBezTo>
                    <a:pt x="18432" y="21600"/>
                    <a:pt x="17593" y="19694"/>
                    <a:pt x="17384" y="19059"/>
                  </a:cubicBezTo>
                  <a:cubicBezTo>
                    <a:pt x="14867" y="12706"/>
                    <a:pt x="12770" y="10800"/>
                    <a:pt x="9415" y="12071"/>
                  </a:cubicBezTo>
                  <a:cubicBezTo>
                    <a:pt x="7108" y="12706"/>
                    <a:pt x="5011" y="15247"/>
                    <a:pt x="3123" y="19694"/>
                  </a:cubicBezTo>
                  <a:cubicBezTo>
                    <a:pt x="2704" y="20965"/>
                    <a:pt x="2075" y="20965"/>
                    <a:pt x="1655" y="19694"/>
                  </a:cubicBezTo>
                  <a:cubicBezTo>
                    <a:pt x="1236" y="17788"/>
                    <a:pt x="817" y="17153"/>
                    <a:pt x="397" y="15882"/>
                  </a:cubicBezTo>
                  <a:cubicBezTo>
                    <a:pt x="-22" y="14612"/>
                    <a:pt x="-232" y="13341"/>
                    <a:pt x="397" y="12071"/>
                  </a:cubicBezTo>
                  <a:cubicBezTo>
                    <a:pt x="3333" y="3812"/>
                    <a:pt x="6479" y="635"/>
                    <a:pt x="1067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2835384" y="2171251"/>
              <a:ext cx="152814" cy="1538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4860"/>
                    <a:pt x="6322" y="0"/>
                    <a:pt x="11590" y="0"/>
                  </a:cubicBezTo>
                  <a:cubicBezTo>
                    <a:pt x="16859" y="0"/>
                    <a:pt x="21600" y="4860"/>
                    <a:pt x="21600" y="10260"/>
                  </a:cubicBezTo>
                  <a:cubicBezTo>
                    <a:pt x="21600" y="15660"/>
                    <a:pt x="16332" y="21600"/>
                    <a:pt x="11063" y="21600"/>
                  </a:cubicBezTo>
                  <a:cubicBezTo>
                    <a:pt x="5795" y="21600"/>
                    <a:pt x="0" y="16200"/>
                    <a:pt x="0" y="108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3044257" y="1985133"/>
              <a:ext cx="142180" cy="148081"/>
            </a:xfrm>
            <a:custGeom>
              <a:avLst/>
              <a:gdLst/>
              <a:ahLst/>
              <a:cxnLst/>
              <a:rect l="l" t="t" r="r" b="b"/>
              <a:pathLst>
                <a:path w="20617" h="20611" extrusionOk="0">
                  <a:moveTo>
                    <a:pt x="46" y="9226"/>
                  </a:moveTo>
                  <a:cubicBezTo>
                    <a:pt x="1126" y="3826"/>
                    <a:pt x="5986" y="-494"/>
                    <a:pt x="11386" y="46"/>
                  </a:cubicBezTo>
                  <a:cubicBezTo>
                    <a:pt x="17326" y="586"/>
                    <a:pt x="21106" y="5446"/>
                    <a:pt x="20566" y="11386"/>
                  </a:cubicBezTo>
                  <a:cubicBezTo>
                    <a:pt x="20026" y="16786"/>
                    <a:pt x="15166" y="21106"/>
                    <a:pt x="9766" y="20566"/>
                  </a:cubicBezTo>
                  <a:cubicBezTo>
                    <a:pt x="3826" y="20026"/>
                    <a:pt x="-494" y="15166"/>
                    <a:pt x="46" y="92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5" name="Google Shape;975;p25"/>
            <p:cNvCxnSpPr/>
            <p:nvPr/>
          </p:nvCxnSpPr>
          <p:spPr>
            <a:xfrm flipH="1">
              <a:off x="2980494" y="2128807"/>
              <a:ext cx="105300" cy="87541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6" name="Google Shape;976;p25"/>
            <p:cNvCxnSpPr/>
            <p:nvPr/>
          </p:nvCxnSpPr>
          <p:spPr>
            <a:xfrm rot="10800000" flipH="1">
              <a:off x="2935548" y="2078406"/>
              <a:ext cx="113005" cy="92846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77" name="Google Shape;977;p25"/>
            <p:cNvSpPr/>
            <p:nvPr/>
          </p:nvSpPr>
          <p:spPr>
            <a:xfrm>
              <a:off x="3044265" y="2347205"/>
              <a:ext cx="153651" cy="154703"/>
            </a:xfrm>
            <a:custGeom>
              <a:avLst/>
              <a:gdLst/>
              <a:ahLst/>
              <a:cxnLst/>
              <a:rect l="l" t="t" r="r" b="b"/>
              <a:pathLst>
                <a:path w="20676" h="20650" extrusionOk="0">
                  <a:moveTo>
                    <a:pt x="42" y="10843"/>
                  </a:moveTo>
                  <a:cubicBezTo>
                    <a:pt x="1047" y="15986"/>
                    <a:pt x="6070" y="21129"/>
                    <a:pt x="11596" y="20615"/>
                  </a:cubicBezTo>
                  <a:cubicBezTo>
                    <a:pt x="16619" y="20100"/>
                    <a:pt x="21140" y="14443"/>
                    <a:pt x="20638" y="9300"/>
                  </a:cubicBezTo>
                  <a:cubicBezTo>
                    <a:pt x="20135" y="3643"/>
                    <a:pt x="14107" y="-471"/>
                    <a:pt x="9084" y="43"/>
                  </a:cubicBezTo>
                  <a:cubicBezTo>
                    <a:pt x="3559" y="558"/>
                    <a:pt x="-460" y="5186"/>
                    <a:pt x="42" y="1084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8" name="Google Shape;978;p25"/>
            <p:cNvCxnSpPr/>
            <p:nvPr/>
          </p:nvCxnSpPr>
          <p:spPr>
            <a:xfrm rot="10800000">
              <a:off x="2984345" y="2262770"/>
              <a:ext cx="105300" cy="88866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9" name="Google Shape;979;p25"/>
            <p:cNvCxnSpPr/>
            <p:nvPr/>
          </p:nvCxnSpPr>
          <p:spPr>
            <a:xfrm>
              <a:off x="2943253" y="2313171"/>
              <a:ext cx="97596" cy="84888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80" name="Google Shape;980;p25"/>
            <p:cNvSpPr/>
            <p:nvPr/>
          </p:nvSpPr>
          <p:spPr>
            <a:xfrm>
              <a:off x="981084" y="415149"/>
              <a:ext cx="272239" cy="4509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499" y="8308"/>
                  </a:moveTo>
                  <a:cubicBezTo>
                    <a:pt x="15386" y="7754"/>
                    <a:pt x="16274" y="7385"/>
                    <a:pt x="16866" y="6646"/>
                  </a:cubicBezTo>
                  <a:cubicBezTo>
                    <a:pt x="17458" y="6092"/>
                    <a:pt x="18049" y="5169"/>
                    <a:pt x="18049" y="4431"/>
                  </a:cubicBezTo>
                  <a:cubicBezTo>
                    <a:pt x="18049" y="2031"/>
                    <a:pt x="14795" y="0"/>
                    <a:pt x="10948" y="0"/>
                  </a:cubicBezTo>
                  <a:cubicBezTo>
                    <a:pt x="7101" y="0"/>
                    <a:pt x="3847" y="2031"/>
                    <a:pt x="3847" y="4431"/>
                  </a:cubicBezTo>
                  <a:cubicBezTo>
                    <a:pt x="3847" y="5354"/>
                    <a:pt x="4438" y="6462"/>
                    <a:pt x="5326" y="7200"/>
                  </a:cubicBezTo>
                  <a:cubicBezTo>
                    <a:pt x="5918" y="7569"/>
                    <a:pt x="6510" y="7938"/>
                    <a:pt x="7101" y="8123"/>
                  </a:cubicBezTo>
                  <a:cubicBezTo>
                    <a:pt x="7989" y="8492"/>
                    <a:pt x="8581" y="8492"/>
                    <a:pt x="8877" y="9046"/>
                  </a:cubicBezTo>
                  <a:cubicBezTo>
                    <a:pt x="9173" y="9415"/>
                    <a:pt x="9173" y="9600"/>
                    <a:pt x="8877" y="9969"/>
                  </a:cubicBezTo>
                  <a:cubicBezTo>
                    <a:pt x="8877" y="10338"/>
                    <a:pt x="8877" y="10523"/>
                    <a:pt x="8285" y="10708"/>
                  </a:cubicBezTo>
                  <a:cubicBezTo>
                    <a:pt x="7989" y="10892"/>
                    <a:pt x="7693" y="11077"/>
                    <a:pt x="7397" y="11077"/>
                  </a:cubicBezTo>
                  <a:cubicBezTo>
                    <a:pt x="6510" y="11077"/>
                    <a:pt x="3551" y="10892"/>
                    <a:pt x="2959" y="11077"/>
                  </a:cubicBezTo>
                  <a:cubicBezTo>
                    <a:pt x="2367" y="11262"/>
                    <a:pt x="1775" y="11446"/>
                    <a:pt x="1479" y="11631"/>
                  </a:cubicBezTo>
                  <a:cubicBezTo>
                    <a:pt x="592" y="12185"/>
                    <a:pt x="0" y="12923"/>
                    <a:pt x="0" y="13662"/>
                  </a:cubicBezTo>
                  <a:cubicBezTo>
                    <a:pt x="0" y="13662"/>
                    <a:pt x="0" y="19754"/>
                    <a:pt x="0" y="19754"/>
                  </a:cubicBezTo>
                  <a:cubicBezTo>
                    <a:pt x="0" y="20862"/>
                    <a:pt x="1184" y="21600"/>
                    <a:pt x="2663" y="21600"/>
                  </a:cubicBezTo>
                  <a:cubicBezTo>
                    <a:pt x="16570" y="21600"/>
                    <a:pt x="16570" y="21600"/>
                    <a:pt x="16570" y="21600"/>
                  </a:cubicBezTo>
                  <a:cubicBezTo>
                    <a:pt x="21008" y="21600"/>
                    <a:pt x="21600" y="20308"/>
                    <a:pt x="21600" y="19385"/>
                  </a:cubicBezTo>
                  <a:cubicBezTo>
                    <a:pt x="21600" y="19385"/>
                    <a:pt x="21600" y="13662"/>
                    <a:pt x="21600" y="13662"/>
                  </a:cubicBezTo>
                  <a:cubicBezTo>
                    <a:pt x="21600" y="12923"/>
                    <a:pt x="21008" y="12185"/>
                    <a:pt x="20121" y="11631"/>
                  </a:cubicBezTo>
                  <a:cubicBezTo>
                    <a:pt x="19529" y="11262"/>
                    <a:pt x="18937" y="11077"/>
                    <a:pt x="18345" y="11077"/>
                  </a:cubicBezTo>
                  <a:cubicBezTo>
                    <a:pt x="16866" y="10892"/>
                    <a:pt x="15682" y="11077"/>
                    <a:pt x="14203" y="11077"/>
                  </a:cubicBezTo>
                  <a:cubicBezTo>
                    <a:pt x="13907" y="11077"/>
                    <a:pt x="13315" y="10892"/>
                    <a:pt x="13315" y="10708"/>
                  </a:cubicBezTo>
                  <a:cubicBezTo>
                    <a:pt x="13019" y="10523"/>
                    <a:pt x="13019" y="10338"/>
                    <a:pt x="12723" y="10154"/>
                  </a:cubicBezTo>
                  <a:cubicBezTo>
                    <a:pt x="12723" y="9231"/>
                    <a:pt x="13611" y="8677"/>
                    <a:pt x="14499" y="830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1253322" y="484120"/>
              <a:ext cx="197759" cy="370605"/>
            </a:xfrm>
            <a:custGeom>
              <a:avLst/>
              <a:gdLst/>
              <a:ahLst/>
              <a:cxnLst/>
              <a:rect l="l" t="t" r="r" b="b"/>
              <a:pathLst>
                <a:path w="21600" h="21402" extrusionOk="0">
                  <a:moveTo>
                    <a:pt x="0" y="21377"/>
                  </a:moveTo>
                  <a:cubicBezTo>
                    <a:pt x="15487" y="21377"/>
                    <a:pt x="15487" y="21377"/>
                    <a:pt x="15487" y="21377"/>
                  </a:cubicBezTo>
                  <a:cubicBezTo>
                    <a:pt x="20785" y="21600"/>
                    <a:pt x="21600" y="20264"/>
                    <a:pt x="21600" y="19373"/>
                  </a:cubicBezTo>
                  <a:cubicBezTo>
                    <a:pt x="21600" y="19373"/>
                    <a:pt x="21600" y="13584"/>
                    <a:pt x="21600" y="13584"/>
                  </a:cubicBezTo>
                  <a:cubicBezTo>
                    <a:pt x="21600" y="12693"/>
                    <a:pt x="20785" y="12025"/>
                    <a:pt x="19970" y="11579"/>
                  </a:cubicBezTo>
                  <a:cubicBezTo>
                    <a:pt x="19155" y="11357"/>
                    <a:pt x="18340" y="11134"/>
                    <a:pt x="17525" y="10911"/>
                  </a:cubicBezTo>
                  <a:cubicBezTo>
                    <a:pt x="16302" y="10911"/>
                    <a:pt x="14672" y="11134"/>
                    <a:pt x="13042" y="10911"/>
                  </a:cubicBezTo>
                  <a:cubicBezTo>
                    <a:pt x="12634" y="10911"/>
                    <a:pt x="12226" y="10911"/>
                    <a:pt x="11819" y="10689"/>
                  </a:cubicBezTo>
                  <a:cubicBezTo>
                    <a:pt x="11819" y="10466"/>
                    <a:pt x="11411" y="10243"/>
                    <a:pt x="11411" y="10021"/>
                  </a:cubicBezTo>
                  <a:cubicBezTo>
                    <a:pt x="11411" y="9130"/>
                    <a:pt x="12226" y="8685"/>
                    <a:pt x="13449" y="8239"/>
                  </a:cubicBezTo>
                  <a:cubicBezTo>
                    <a:pt x="14672" y="7794"/>
                    <a:pt x="15487" y="7126"/>
                    <a:pt x="16302" y="6680"/>
                  </a:cubicBezTo>
                  <a:cubicBezTo>
                    <a:pt x="17117" y="6012"/>
                    <a:pt x="17525" y="5122"/>
                    <a:pt x="17525" y="4231"/>
                  </a:cubicBezTo>
                  <a:cubicBezTo>
                    <a:pt x="17525" y="1781"/>
                    <a:pt x="13857" y="0"/>
                    <a:pt x="9374" y="0"/>
                  </a:cubicBezTo>
                  <a:cubicBezTo>
                    <a:pt x="4891" y="0"/>
                    <a:pt x="1223" y="1781"/>
                    <a:pt x="1223" y="4231"/>
                  </a:cubicBezTo>
                  <a:cubicBezTo>
                    <a:pt x="1223" y="5344"/>
                    <a:pt x="2038" y="6458"/>
                    <a:pt x="2853" y="7126"/>
                  </a:cubicBezTo>
                  <a:cubicBezTo>
                    <a:pt x="3668" y="7571"/>
                    <a:pt x="4483" y="7794"/>
                    <a:pt x="4891" y="8016"/>
                  </a:cubicBezTo>
                  <a:cubicBezTo>
                    <a:pt x="5706" y="8462"/>
                    <a:pt x="6521" y="8462"/>
                    <a:pt x="6928" y="8907"/>
                  </a:cubicBezTo>
                  <a:cubicBezTo>
                    <a:pt x="7336" y="9353"/>
                    <a:pt x="7336" y="9575"/>
                    <a:pt x="7336" y="9798"/>
                  </a:cubicBezTo>
                  <a:cubicBezTo>
                    <a:pt x="6928" y="10243"/>
                    <a:pt x="6928" y="10466"/>
                    <a:pt x="6521" y="10689"/>
                  </a:cubicBezTo>
                  <a:cubicBezTo>
                    <a:pt x="6113" y="10911"/>
                    <a:pt x="5706" y="10911"/>
                    <a:pt x="5298" y="10911"/>
                  </a:cubicBezTo>
                  <a:cubicBezTo>
                    <a:pt x="4483" y="10911"/>
                    <a:pt x="815" y="10911"/>
                    <a:pt x="0" y="11134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2349979" y="1131384"/>
              <a:ext cx="265818" cy="25466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865" y="655"/>
                  </a:moveTo>
                  <a:cubicBezTo>
                    <a:pt x="19470" y="8182"/>
                    <a:pt x="19470" y="8182"/>
                    <a:pt x="19470" y="8182"/>
                  </a:cubicBezTo>
                  <a:cubicBezTo>
                    <a:pt x="20992" y="9491"/>
                    <a:pt x="21600" y="11455"/>
                    <a:pt x="21600" y="13745"/>
                  </a:cubicBezTo>
                  <a:cubicBezTo>
                    <a:pt x="21600" y="18000"/>
                    <a:pt x="18254" y="21600"/>
                    <a:pt x="14299" y="21600"/>
                  </a:cubicBezTo>
                  <a:cubicBezTo>
                    <a:pt x="12169" y="21600"/>
                    <a:pt x="10344" y="20945"/>
                    <a:pt x="9127" y="19309"/>
                  </a:cubicBezTo>
                  <a:cubicBezTo>
                    <a:pt x="2434" y="12109"/>
                    <a:pt x="2434" y="12109"/>
                    <a:pt x="2434" y="12109"/>
                  </a:cubicBezTo>
                  <a:cubicBezTo>
                    <a:pt x="913" y="10473"/>
                    <a:pt x="0" y="8509"/>
                    <a:pt x="0" y="6545"/>
                  </a:cubicBezTo>
                  <a:cubicBezTo>
                    <a:pt x="0" y="4909"/>
                    <a:pt x="608" y="3600"/>
                    <a:pt x="1217" y="2291"/>
                  </a:cubicBezTo>
                  <a:cubicBezTo>
                    <a:pt x="1521" y="1636"/>
                    <a:pt x="1825" y="1309"/>
                    <a:pt x="2434" y="982"/>
                  </a:cubicBezTo>
                  <a:cubicBezTo>
                    <a:pt x="2738" y="327"/>
                    <a:pt x="3346" y="0"/>
                    <a:pt x="3955" y="0"/>
                  </a:cubicBezTo>
                  <a:cubicBezTo>
                    <a:pt x="4563" y="327"/>
                    <a:pt x="4868" y="327"/>
                    <a:pt x="5172" y="982"/>
                  </a:cubicBezTo>
                  <a:cubicBezTo>
                    <a:pt x="6085" y="1636"/>
                    <a:pt x="6085" y="3273"/>
                    <a:pt x="5172" y="3927"/>
                  </a:cubicBezTo>
                  <a:cubicBezTo>
                    <a:pt x="3955" y="5236"/>
                    <a:pt x="3955" y="7527"/>
                    <a:pt x="5172" y="8836"/>
                  </a:cubicBezTo>
                  <a:cubicBezTo>
                    <a:pt x="12169" y="16036"/>
                    <a:pt x="12169" y="16036"/>
                    <a:pt x="12169" y="16036"/>
                  </a:cubicBezTo>
                  <a:cubicBezTo>
                    <a:pt x="13386" y="17345"/>
                    <a:pt x="15211" y="17345"/>
                    <a:pt x="16428" y="16036"/>
                  </a:cubicBezTo>
                  <a:cubicBezTo>
                    <a:pt x="17645" y="14727"/>
                    <a:pt x="17645" y="12764"/>
                    <a:pt x="16428" y="11455"/>
                  </a:cubicBezTo>
                  <a:cubicBezTo>
                    <a:pt x="16428" y="11455"/>
                    <a:pt x="16428" y="11455"/>
                    <a:pt x="16428" y="11455"/>
                  </a:cubicBezTo>
                  <a:cubicBezTo>
                    <a:pt x="10952" y="5564"/>
                    <a:pt x="10952" y="5564"/>
                    <a:pt x="10952" y="5564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2225756" y="983164"/>
              <a:ext cx="266763" cy="259636"/>
            </a:xfrm>
            <a:custGeom>
              <a:avLst/>
              <a:gdLst/>
              <a:ahLst/>
              <a:cxnLst/>
              <a:rect l="l" t="t" r="r" b="b"/>
              <a:pathLst>
                <a:path w="20870" h="20829" extrusionOk="0">
                  <a:moveTo>
                    <a:pt x="10362" y="20829"/>
                  </a:moveTo>
                  <a:cubicBezTo>
                    <a:pt x="2189" y="12806"/>
                    <a:pt x="2189" y="12806"/>
                    <a:pt x="2189" y="12806"/>
                  </a:cubicBezTo>
                  <a:cubicBezTo>
                    <a:pt x="-730" y="10029"/>
                    <a:pt x="-730" y="5092"/>
                    <a:pt x="2189" y="2315"/>
                  </a:cubicBezTo>
                  <a:cubicBezTo>
                    <a:pt x="4816" y="-771"/>
                    <a:pt x="9486" y="-771"/>
                    <a:pt x="12113" y="2315"/>
                  </a:cubicBezTo>
                  <a:cubicBezTo>
                    <a:pt x="13573" y="3858"/>
                    <a:pt x="15032" y="5400"/>
                    <a:pt x="16784" y="6943"/>
                  </a:cubicBezTo>
                  <a:cubicBezTo>
                    <a:pt x="18535" y="9103"/>
                    <a:pt x="20578" y="10955"/>
                    <a:pt x="20870" y="14040"/>
                  </a:cubicBezTo>
                  <a:cubicBezTo>
                    <a:pt x="20870" y="16200"/>
                    <a:pt x="19994" y="18360"/>
                    <a:pt x="18827" y="19903"/>
                  </a:cubicBezTo>
                  <a:cubicBezTo>
                    <a:pt x="18243" y="20212"/>
                    <a:pt x="17659" y="20520"/>
                    <a:pt x="17075" y="20520"/>
                  </a:cubicBezTo>
                  <a:cubicBezTo>
                    <a:pt x="16784" y="20212"/>
                    <a:pt x="16200" y="20212"/>
                    <a:pt x="15908" y="19903"/>
                  </a:cubicBezTo>
                  <a:cubicBezTo>
                    <a:pt x="15032" y="18978"/>
                    <a:pt x="15032" y="17743"/>
                    <a:pt x="15908" y="16818"/>
                  </a:cubicBezTo>
                  <a:cubicBezTo>
                    <a:pt x="17075" y="15583"/>
                    <a:pt x="17075" y="13423"/>
                    <a:pt x="15908" y="12189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9486" y="5400"/>
                    <a:pt x="9486" y="5400"/>
                    <a:pt x="9486" y="5400"/>
                  </a:cubicBezTo>
                  <a:cubicBezTo>
                    <a:pt x="8319" y="4166"/>
                    <a:pt x="6275" y="4166"/>
                    <a:pt x="5108" y="5400"/>
                  </a:cubicBezTo>
                  <a:cubicBezTo>
                    <a:pt x="3940" y="6635"/>
                    <a:pt x="3940" y="8795"/>
                    <a:pt x="5108" y="10029"/>
                  </a:cubicBezTo>
                  <a:cubicBezTo>
                    <a:pt x="10070" y="14966"/>
                    <a:pt x="10070" y="14966"/>
                    <a:pt x="10070" y="14966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2301181" y="2927198"/>
              <a:ext cx="228579" cy="232663"/>
            </a:xfrm>
            <a:custGeom>
              <a:avLst/>
              <a:gdLst/>
              <a:ahLst/>
              <a:cxnLst/>
              <a:rect l="l" t="t" r="r" b="b"/>
              <a:pathLst>
                <a:path w="21600" h="20481" extrusionOk="0">
                  <a:moveTo>
                    <a:pt x="0" y="18440"/>
                  </a:moveTo>
                  <a:cubicBezTo>
                    <a:pt x="0" y="1902"/>
                    <a:pt x="0" y="1902"/>
                    <a:pt x="0" y="1902"/>
                  </a:cubicBezTo>
                  <a:cubicBezTo>
                    <a:pt x="0" y="552"/>
                    <a:pt x="1770" y="-460"/>
                    <a:pt x="3187" y="215"/>
                  </a:cubicBezTo>
                  <a:cubicBezTo>
                    <a:pt x="5666" y="1227"/>
                    <a:pt x="8144" y="2577"/>
                    <a:pt x="10623" y="3927"/>
                  </a:cubicBezTo>
                  <a:cubicBezTo>
                    <a:pt x="13810" y="5277"/>
                    <a:pt x="16997" y="6965"/>
                    <a:pt x="20538" y="8315"/>
                  </a:cubicBezTo>
                  <a:cubicBezTo>
                    <a:pt x="21246" y="8652"/>
                    <a:pt x="21600" y="9327"/>
                    <a:pt x="21600" y="10340"/>
                  </a:cubicBezTo>
                  <a:cubicBezTo>
                    <a:pt x="21600" y="11015"/>
                    <a:pt x="21246" y="11690"/>
                    <a:pt x="20538" y="12027"/>
                  </a:cubicBezTo>
                  <a:cubicBezTo>
                    <a:pt x="3187" y="20127"/>
                    <a:pt x="3187" y="20127"/>
                    <a:pt x="3187" y="20127"/>
                  </a:cubicBezTo>
                  <a:cubicBezTo>
                    <a:pt x="1770" y="21140"/>
                    <a:pt x="0" y="19790"/>
                    <a:pt x="0" y="1844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2179937" y="2821167"/>
              <a:ext cx="428155" cy="439026"/>
            </a:xfrm>
            <a:custGeom>
              <a:avLst/>
              <a:gdLst/>
              <a:ahLst/>
              <a:cxnLst/>
              <a:rect l="l" t="t" r="r" b="b"/>
              <a:pathLst>
                <a:path w="21370" h="21600" extrusionOk="0">
                  <a:moveTo>
                    <a:pt x="10756" y="0"/>
                  </a:moveTo>
                  <a:cubicBezTo>
                    <a:pt x="10756" y="0"/>
                    <a:pt x="10942" y="0"/>
                    <a:pt x="11315" y="0"/>
                  </a:cubicBezTo>
                  <a:cubicBezTo>
                    <a:pt x="11687" y="0"/>
                    <a:pt x="11873" y="0"/>
                    <a:pt x="12246" y="189"/>
                  </a:cubicBezTo>
                  <a:cubicBezTo>
                    <a:pt x="12618" y="189"/>
                    <a:pt x="12991" y="189"/>
                    <a:pt x="13549" y="379"/>
                  </a:cubicBezTo>
                  <a:cubicBezTo>
                    <a:pt x="14294" y="568"/>
                    <a:pt x="15411" y="947"/>
                    <a:pt x="16529" y="1705"/>
                  </a:cubicBezTo>
                  <a:cubicBezTo>
                    <a:pt x="17460" y="2463"/>
                    <a:pt x="18577" y="3411"/>
                    <a:pt x="19508" y="4737"/>
                  </a:cubicBezTo>
                  <a:cubicBezTo>
                    <a:pt x="20439" y="6063"/>
                    <a:pt x="20998" y="7579"/>
                    <a:pt x="21184" y="9474"/>
                  </a:cubicBezTo>
                  <a:cubicBezTo>
                    <a:pt x="21370" y="9853"/>
                    <a:pt x="21370" y="10421"/>
                    <a:pt x="21370" y="10800"/>
                  </a:cubicBezTo>
                  <a:cubicBezTo>
                    <a:pt x="21370" y="11368"/>
                    <a:pt x="21370" y="11747"/>
                    <a:pt x="21184" y="12316"/>
                  </a:cubicBezTo>
                  <a:cubicBezTo>
                    <a:pt x="21184" y="13263"/>
                    <a:pt x="20811" y="14211"/>
                    <a:pt x="20439" y="15158"/>
                  </a:cubicBezTo>
                  <a:cubicBezTo>
                    <a:pt x="20067" y="15916"/>
                    <a:pt x="19508" y="16863"/>
                    <a:pt x="18949" y="17621"/>
                  </a:cubicBezTo>
                  <a:cubicBezTo>
                    <a:pt x="18204" y="18379"/>
                    <a:pt x="17460" y="19137"/>
                    <a:pt x="16715" y="19705"/>
                  </a:cubicBezTo>
                  <a:cubicBezTo>
                    <a:pt x="15784" y="20274"/>
                    <a:pt x="14853" y="20842"/>
                    <a:pt x="13922" y="21221"/>
                  </a:cubicBezTo>
                  <a:cubicBezTo>
                    <a:pt x="12804" y="21411"/>
                    <a:pt x="11873" y="21600"/>
                    <a:pt x="10756" y="21600"/>
                  </a:cubicBezTo>
                  <a:cubicBezTo>
                    <a:pt x="10384" y="21600"/>
                    <a:pt x="10198" y="21600"/>
                    <a:pt x="10011" y="21600"/>
                  </a:cubicBezTo>
                  <a:cubicBezTo>
                    <a:pt x="9639" y="21600"/>
                    <a:pt x="9453" y="21600"/>
                    <a:pt x="9267" y="21600"/>
                  </a:cubicBezTo>
                  <a:cubicBezTo>
                    <a:pt x="8336" y="21411"/>
                    <a:pt x="8336" y="21411"/>
                    <a:pt x="8336" y="21411"/>
                  </a:cubicBezTo>
                  <a:cubicBezTo>
                    <a:pt x="8149" y="21221"/>
                    <a:pt x="7963" y="21221"/>
                    <a:pt x="7591" y="21221"/>
                  </a:cubicBezTo>
                  <a:cubicBezTo>
                    <a:pt x="6660" y="20842"/>
                    <a:pt x="5729" y="20463"/>
                    <a:pt x="4798" y="19705"/>
                  </a:cubicBezTo>
                  <a:cubicBezTo>
                    <a:pt x="4425" y="19516"/>
                    <a:pt x="4053" y="19137"/>
                    <a:pt x="3680" y="18758"/>
                  </a:cubicBezTo>
                  <a:cubicBezTo>
                    <a:pt x="3308" y="18379"/>
                    <a:pt x="2936" y="18000"/>
                    <a:pt x="2563" y="17621"/>
                  </a:cubicBezTo>
                  <a:cubicBezTo>
                    <a:pt x="2004" y="16863"/>
                    <a:pt x="1446" y="16105"/>
                    <a:pt x="1073" y="15158"/>
                  </a:cubicBezTo>
                  <a:cubicBezTo>
                    <a:pt x="142" y="13263"/>
                    <a:pt x="-230" y="11368"/>
                    <a:pt x="142" y="9474"/>
                  </a:cubicBezTo>
                  <a:cubicBezTo>
                    <a:pt x="329" y="7768"/>
                    <a:pt x="887" y="6063"/>
                    <a:pt x="1818" y="4737"/>
                  </a:cubicBezTo>
                  <a:cubicBezTo>
                    <a:pt x="2004" y="4358"/>
                    <a:pt x="2377" y="4168"/>
                    <a:pt x="2563" y="3789"/>
                  </a:cubicBezTo>
                  <a:cubicBezTo>
                    <a:pt x="2749" y="3600"/>
                    <a:pt x="2749" y="3600"/>
                    <a:pt x="2749" y="3600"/>
                  </a:cubicBezTo>
                  <a:cubicBezTo>
                    <a:pt x="2749" y="3600"/>
                    <a:pt x="2936" y="3411"/>
                    <a:pt x="2936" y="3411"/>
                  </a:cubicBezTo>
                  <a:cubicBezTo>
                    <a:pt x="3122" y="3221"/>
                    <a:pt x="3122" y="3221"/>
                    <a:pt x="3308" y="3032"/>
                  </a:cubicBezTo>
                  <a:cubicBezTo>
                    <a:pt x="3494" y="2842"/>
                    <a:pt x="3680" y="2653"/>
                    <a:pt x="4053" y="2463"/>
                  </a:cubicBezTo>
                  <a:cubicBezTo>
                    <a:pt x="4239" y="2274"/>
                    <a:pt x="4611" y="1895"/>
                    <a:pt x="4798" y="1705"/>
                  </a:cubicBezTo>
                  <a:cubicBezTo>
                    <a:pt x="5170" y="1516"/>
                    <a:pt x="5356" y="1516"/>
                    <a:pt x="5729" y="1326"/>
                  </a:cubicBezTo>
                  <a:cubicBezTo>
                    <a:pt x="5915" y="1137"/>
                    <a:pt x="6101" y="1137"/>
                    <a:pt x="6473" y="947"/>
                  </a:cubicBezTo>
                  <a:cubicBezTo>
                    <a:pt x="7032" y="758"/>
                    <a:pt x="7404" y="568"/>
                    <a:pt x="7777" y="379"/>
                  </a:cubicBezTo>
                  <a:cubicBezTo>
                    <a:pt x="8708" y="189"/>
                    <a:pt x="9453" y="0"/>
                    <a:pt x="9825" y="0"/>
                  </a:cubicBezTo>
                  <a:cubicBezTo>
                    <a:pt x="10198" y="0"/>
                    <a:pt x="10384" y="0"/>
                    <a:pt x="10384" y="0"/>
                  </a:cubicBezTo>
                  <a:cubicBezTo>
                    <a:pt x="10570" y="0"/>
                    <a:pt x="10570" y="0"/>
                    <a:pt x="10570" y="0"/>
                  </a:cubicBezTo>
                  <a:cubicBezTo>
                    <a:pt x="10942" y="0"/>
                    <a:pt x="10942" y="189"/>
                    <a:pt x="11129" y="379"/>
                  </a:cubicBezTo>
                  <a:cubicBezTo>
                    <a:pt x="11129" y="568"/>
                    <a:pt x="10942" y="758"/>
                    <a:pt x="10756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384" y="758"/>
                    <a:pt x="10198" y="758"/>
                    <a:pt x="10011" y="758"/>
                  </a:cubicBezTo>
                  <a:cubicBezTo>
                    <a:pt x="9453" y="947"/>
                    <a:pt x="8894" y="947"/>
                    <a:pt x="8149" y="1326"/>
                  </a:cubicBezTo>
                  <a:cubicBezTo>
                    <a:pt x="7591" y="1326"/>
                    <a:pt x="7218" y="1516"/>
                    <a:pt x="6846" y="1705"/>
                  </a:cubicBezTo>
                  <a:cubicBezTo>
                    <a:pt x="6473" y="1895"/>
                    <a:pt x="6287" y="1895"/>
                    <a:pt x="6101" y="2084"/>
                  </a:cubicBezTo>
                  <a:cubicBezTo>
                    <a:pt x="5915" y="2274"/>
                    <a:pt x="5542" y="2274"/>
                    <a:pt x="5356" y="2463"/>
                  </a:cubicBezTo>
                  <a:cubicBezTo>
                    <a:pt x="5170" y="2653"/>
                    <a:pt x="4984" y="2842"/>
                    <a:pt x="4611" y="3032"/>
                  </a:cubicBezTo>
                  <a:cubicBezTo>
                    <a:pt x="4425" y="3221"/>
                    <a:pt x="4239" y="3411"/>
                    <a:pt x="3867" y="3789"/>
                  </a:cubicBezTo>
                  <a:cubicBezTo>
                    <a:pt x="3867" y="3789"/>
                    <a:pt x="3680" y="3979"/>
                    <a:pt x="3494" y="4168"/>
                  </a:cubicBezTo>
                  <a:cubicBezTo>
                    <a:pt x="3494" y="4168"/>
                    <a:pt x="3494" y="4168"/>
                    <a:pt x="3494" y="4168"/>
                  </a:cubicBezTo>
                  <a:cubicBezTo>
                    <a:pt x="3308" y="4547"/>
                    <a:pt x="3308" y="4547"/>
                    <a:pt x="3308" y="4547"/>
                  </a:cubicBezTo>
                  <a:cubicBezTo>
                    <a:pt x="3122" y="4737"/>
                    <a:pt x="2749" y="4926"/>
                    <a:pt x="2563" y="5305"/>
                  </a:cubicBezTo>
                  <a:cubicBezTo>
                    <a:pt x="1818" y="6442"/>
                    <a:pt x="1260" y="7958"/>
                    <a:pt x="1073" y="9663"/>
                  </a:cubicBezTo>
                  <a:cubicBezTo>
                    <a:pt x="887" y="11368"/>
                    <a:pt x="1260" y="13074"/>
                    <a:pt x="2004" y="14589"/>
                  </a:cubicBezTo>
                  <a:cubicBezTo>
                    <a:pt x="2377" y="15537"/>
                    <a:pt x="2749" y="16295"/>
                    <a:pt x="3494" y="17053"/>
                  </a:cubicBezTo>
                  <a:cubicBezTo>
                    <a:pt x="3680" y="17432"/>
                    <a:pt x="4053" y="17621"/>
                    <a:pt x="4425" y="18000"/>
                  </a:cubicBezTo>
                  <a:cubicBezTo>
                    <a:pt x="4798" y="18379"/>
                    <a:pt x="4984" y="18568"/>
                    <a:pt x="5542" y="18947"/>
                  </a:cubicBezTo>
                  <a:cubicBezTo>
                    <a:pt x="6287" y="19516"/>
                    <a:pt x="7032" y="19895"/>
                    <a:pt x="7963" y="20084"/>
                  </a:cubicBezTo>
                  <a:cubicBezTo>
                    <a:pt x="8149" y="20084"/>
                    <a:pt x="8336" y="20274"/>
                    <a:pt x="8708" y="20274"/>
                  </a:cubicBezTo>
                  <a:cubicBezTo>
                    <a:pt x="9267" y="20463"/>
                    <a:pt x="9267" y="20463"/>
                    <a:pt x="9267" y="20463"/>
                  </a:cubicBezTo>
                  <a:cubicBezTo>
                    <a:pt x="9825" y="20463"/>
                    <a:pt x="10384" y="20463"/>
                    <a:pt x="10756" y="20463"/>
                  </a:cubicBezTo>
                  <a:cubicBezTo>
                    <a:pt x="11687" y="20463"/>
                    <a:pt x="12618" y="20274"/>
                    <a:pt x="13549" y="20084"/>
                  </a:cubicBezTo>
                  <a:cubicBezTo>
                    <a:pt x="14480" y="19705"/>
                    <a:pt x="15225" y="19326"/>
                    <a:pt x="15970" y="18758"/>
                  </a:cubicBezTo>
                  <a:cubicBezTo>
                    <a:pt x="16715" y="18379"/>
                    <a:pt x="17460" y="17621"/>
                    <a:pt x="18018" y="17053"/>
                  </a:cubicBezTo>
                  <a:cubicBezTo>
                    <a:pt x="18577" y="16295"/>
                    <a:pt x="19136" y="15537"/>
                    <a:pt x="19508" y="14589"/>
                  </a:cubicBezTo>
                  <a:cubicBezTo>
                    <a:pt x="19880" y="13832"/>
                    <a:pt x="20067" y="12884"/>
                    <a:pt x="20253" y="12126"/>
                  </a:cubicBezTo>
                  <a:cubicBezTo>
                    <a:pt x="20253" y="11747"/>
                    <a:pt x="20253" y="11179"/>
                    <a:pt x="20253" y="10800"/>
                  </a:cubicBezTo>
                  <a:cubicBezTo>
                    <a:pt x="20253" y="10421"/>
                    <a:pt x="20253" y="10042"/>
                    <a:pt x="20253" y="9663"/>
                  </a:cubicBezTo>
                  <a:cubicBezTo>
                    <a:pt x="20067" y="7958"/>
                    <a:pt x="19508" y="6442"/>
                    <a:pt x="18763" y="5305"/>
                  </a:cubicBezTo>
                  <a:cubicBezTo>
                    <a:pt x="17832" y="3979"/>
                    <a:pt x="16901" y="3221"/>
                    <a:pt x="15970" y="2463"/>
                  </a:cubicBezTo>
                  <a:cubicBezTo>
                    <a:pt x="15039" y="1705"/>
                    <a:pt x="14108" y="1516"/>
                    <a:pt x="13177" y="1137"/>
                  </a:cubicBezTo>
                  <a:cubicBezTo>
                    <a:pt x="12804" y="1137"/>
                    <a:pt x="12432" y="947"/>
                    <a:pt x="12246" y="947"/>
                  </a:cubicBezTo>
                  <a:cubicBezTo>
                    <a:pt x="11873" y="947"/>
                    <a:pt x="11501" y="758"/>
                    <a:pt x="11315" y="758"/>
                  </a:cubicBezTo>
                  <a:cubicBezTo>
                    <a:pt x="10942" y="758"/>
                    <a:pt x="10570" y="758"/>
                    <a:pt x="10570" y="758"/>
                  </a:cubicBezTo>
                  <a:cubicBezTo>
                    <a:pt x="10384" y="758"/>
                    <a:pt x="10198" y="568"/>
                    <a:pt x="10198" y="379"/>
                  </a:cubicBezTo>
                  <a:cubicBezTo>
                    <a:pt x="10198" y="189"/>
                    <a:pt x="10384" y="0"/>
                    <a:pt x="1075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2369242" y="2833105"/>
              <a:ext cx="290217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6923" y="0"/>
                  </a:moveTo>
                  <a:cubicBezTo>
                    <a:pt x="6923" y="0"/>
                    <a:pt x="6923" y="0"/>
                    <a:pt x="7477" y="0"/>
                  </a:cubicBezTo>
                  <a:cubicBezTo>
                    <a:pt x="7754" y="0"/>
                    <a:pt x="8308" y="0"/>
                    <a:pt x="9138" y="191"/>
                  </a:cubicBezTo>
                  <a:cubicBezTo>
                    <a:pt x="10523" y="382"/>
                    <a:pt x="12462" y="956"/>
                    <a:pt x="14677" y="1912"/>
                  </a:cubicBezTo>
                  <a:cubicBezTo>
                    <a:pt x="15508" y="2294"/>
                    <a:pt x="16615" y="2867"/>
                    <a:pt x="17723" y="3632"/>
                  </a:cubicBezTo>
                  <a:cubicBezTo>
                    <a:pt x="18554" y="4396"/>
                    <a:pt x="19385" y="5352"/>
                    <a:pt x="20215" y="6308"/>
                  </a:cubicBezTo>
                  <a:cubicBezTo>
                    <a:pt x="20769" y="7264"/>
                    <a:pt x="21323" y="8411"/>
                    <a:pt x="21323" y="9558"/>
                  </a:cubicBezTo>
                  <a:cubicBezTo>
                    <a:pt x="21323" y="9749"/>
                    <a:pt x="21600" y="10131"/>
                    <a:pt x="21600" y="10322"/>
                  </a:cubicBezTo>
                  <a:cubicBezTo>
                    <a:pt x="21600" y="10513"/>
                    <a:pt x="21600" y="10704"/>
                    <a:pt x="21600" y="10896"/>
                  </a:cubicBezTo>
                  <a:cubicBezTo>
                    <a:pt x="21600" y="11278"/>
                    <a:pt x="21600" y="11278"/>
                    <a:pt x="21600" y="11278"/>
                  </a:cubicBezTo>
                  <a:cubicBezTo>
                    <a:pt x="21323" y="11851"/>
                    <a:pt x="21323" y="12425"/>
                    <a:pt x="21046" y="12998"/>
                  </a:cubicBezTo>
                  <a:cubicBezTo>
                    <a:pt x="20492" y="15292"/>
                    <a:pt x="18554" y="17395"/>
                    <a:pt x="16062" y="18733"/>
                  </a:cubicBezTo>
                  <a:cubicBezTo>
                    <a:pt x="13846" y="20071"/>
                    <a:pt x="11077" y="21027"/>
                    <a:pt x="8585" y="21409"/>
                  </a:cubicBezTo>
                  <a:cubicBezTo>
                    <a:pt x="7477" y="21600"/>
                    <a:pt x="6369" y="21600"/>
                    <a:pt x="5262" y="21600"/>
                  </a:cubicBezTo>
                  <a:cubicBezTo>
                    <a:pt x="4708" y="21600"/>
                    <a:pt x="4154" y="21600"/>
                    <a:pt x="3877" y="21600"/>
                  </a:cubicBezTo>
                  <a:cubicBezTo>
                    <a:pt x="3323" y="21409"/>
                    <a:pt x="3046" y="21409"/>
                    <a:pt x="2492" y="21409"/>
                  </a:cubicBezTo>
                  <a:cubicBezTo>
                    <a:pt x="1108" y="21218"/>
                    <a:pt x="554" y="21218"/>
                    <a:pt x="554" y="21218"/>
                  </a:cubicBezTo>
                  <a:cubicBezTo>
                    <a:pt x="0" y="21027"/>
                    <a:pt x="0" y="20835"/>
                    <a:pt x="0" y="20644"/>
                  </a:cubicBezTo>
                  <a:cubicBezTo>
                    <a:pt x="0" y="20453"/>
                    <a:pt x="277" y="20262"/>
                    <a:pt x="554" y="20262"/>
                  </a:cubicBezTo>
                  <a:cubicBezTo>
                    <a:pt x="554" y="20262"/>
                    <a:pt x="1385" y="20453"/>
                    <a:pt x="2769" y="20644"/>
                  </a:cubicBezTo>
                  <a:cubicBezTo>
                    <a:pt x="3046" y="20644"/>
                    <a:pt x="3600" y="20644"/>
                    <a:pt x="3877" y="20644"/>
                  </a:cubicBezTo>
                  <a:cubicBezTo>
                    <a:pt x="4431" y="20644"/>
                    <a:pt x="4708" y="20644"/>
                    <a:pt x="5262" y="20644"/>
                  </a:cubicBezTo>
                  <a:cubicBezTo>
                    <a:pt x="6092" y="20644"/>
                    <a:pt x="7200" y="20644"/>
                    <a:pt x="8308" y="20453"/>
                  </a:cubicBezTo>
                  <a:cubicBezTo>
                    <a:pt x="10523" y="20071"/>
                    <a:pt x="13015" y="19306"/>
                    <a:pt x="15231" y="17968"/>
                  </a:cubicBezTo>
                  <a:cubicBezTo>
                    <a:pt x="17169" y="16630"/>
                    <a:pt x="18831" y="14719"/>
                    <a:pt x="19662" y="12807"/>
                  </a:cubicBezTo>
                  <a:cubicBezTo>
                    <a:pt x="19662" y="12234"/>
                    <a:pt x="19662" y="11660"/>
                    <a:pt x="19938" y="11278"/>
                  </a:cubicBezTo>
                  <a:cubicBezTo>
                    <a:pt x="19938" y="10704"/>
                    <a:pt x="19938" y="10704"/>
                    <a:pt x="19938" y="10704"/>
                  </a:cubicBezTo>
                  <a:cubicBezTo>
                    <a:pt x="19938" y="10704"/>
                    <a:pt x="19938" y="10513"/>
                    <a:pt x="19938" y="10322"/>
                  </a:cubicBezTo>
                  <a:cubicBezTo>
                    <a:pt x="19938" y="10131"/>
                    <a:pt x="19662" y="9940"/>
                    <a:pt x="19662" y="9558"/>
                  </a:cubicBezTo>
                  <a:cubicBezTo>
                    <a:pt x="19662" y="8602"/>
                    <a:pt x="19108" y="7646"/>
                    <a:pt x="18554" y="6690"/>
                  </a:cubicBezTo>
                  <a:cubicBezTo>
                    <a:pt x="17446" y="4970"/>
                    <a:pt x="15508" y="3632"/>
                    <a:pt x="13846" y="2676"/>
                  </a:cubicBezTo>
                  <a:cubicBezTo>
                    <a:pt x="11908" y="1720"/>
                    <a:pt x="9969" y="1338"/>
                    <a:pt x="8862" y="956"/>
                  </a:cubicBezTo>
                  <a:cubicBezTo>
                    <a:pt x="8031" y="956"/>
                    <a:pt x="7754" y="765"/>
                    <a:pt x="7200" y="765"/>
                  </a:cubicBezTo>
                  <a:cubicBezTo>
                    <a:pt x="6923" y="765"/>
                    <a:pt x="6646" y="765"/>
                    <a:pt x="6646" y="765"/>
                  </a:cubicBezTo>
                  <a:cubicBezTo>
                    <a:pt x="6369" y="765"/>
                    <a:pt x="6092" y="573"/>
                    <a:pt x="6092" y="191"/>
                  </a:cubicBezTo>
                  <a:cubicBezTo>
                    <a:pt x="6369" y="0"/>
                    <a:pt x="6646" y="0"/>
                    <a:pt x="692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2898307" y="749396"/>
              <a:ext cx="346719" cy="355178"/>
            </a:xfrm>
            <a:custGeom>
              <a:avLst/>
              <a:gdLst/>
              <a:ahLst/>
              <a:cxnLst/>
              <a:rect l="l" t="t" r="r" b="b"/>
              <a:pathLst>
                <a:path w="21520" h="20957" extrusionOk="0">
                  <a:moveTo>
                    <a:pt x="13935" y="64"/>
                  </a:moveTo>
                  <a:cubicBezTo>
                    <a:pt x="13935" y="64"/>
                    <a:pt x="13935" y="64"/>
                    <a:pt x="13703" y="64"/>
                  </a:cubicBezTo>
                  <a:cubicBezTo>
                    <a:pt x="10452" y="-391"/>
                    <a:pt x="7200" y="1655"/>
                    <a:pt x="6039" y="4611"/>
                  </a:cubicBezTo>
                  <a:cubicBezTo>
                    <a:pt x="5574" y="5975"/>
                    <a:pt x="5574" y="7340"/>
                    <a:pt x="5110" y="8704"/>
                  </a:cubicBezTo>
                  <a:cubicBezTo>
                    <a:pt x="4645" y="10068"/>
                    <a:pt x="3716" y="11205"/>
                    <a:pt x="2555" y="12114"/>
                  </a:cubicBezTo>
                  <a:cubicBezTo>
                    <a:pt x="1858" y="12569"/>
                    <a:pt x="1394" y="12796"/>
                    <a:pt x="697" y="13251"/>
                  </a:cubicBezTo>
                  <a:cubicBezTo>
                    <a:pt x="232" y="13706"/>
                    <a:pt x="0" y="14388"/>
                    <a:pt x="0" y="15070"/>
                  </a:cubicBezTo>
                  <a:cubicBezTo>
                    <a:pt x="232" y="16434"/>
                    <a:pt x="2323" y="16434"/>
                    <a:pt x="3484" y="16662"/>
                  </a:cubicBezTo>
                  <a:cubicBezTo>
                    <a:pt x="5110" y="17116"/>
                    <a:pt x="13239" y="19163"/>
                    <a:pt x="15561" y="19845"/>
                  </a:cubicBezTo>
                  <a:cubicBezTo>
                    <a:pt x="16723" y="20072"/>
                    <a:pt x="17884" y="20300"/>
                    <a:pt x="18813" y="20527"/>
                  </a:cubicBezTo>
                  <a:cubicBezTo>
                    <a:pt x="19510" y="20982"/>
                    <a:pt x="20439" y="21209"/>
                    <a:pt x="21135" y="20527"/>
                  </a:cubicBezTo>
                  <a:cubicBezTo>
                    <a:pt x="21600" y="20072"/>
                    <a:pt x="21600" y="19163"/>
                    <a:pt x="21368" y="18481"/>
                  </a:cubicBezTo>
                  <a:cubicBezTo>
                    <a:pt x="21135" y="17798"/>
                    <a:pt x="20671" y="17344"/>
                    <a:pt x="20439" y="16662"/>
                  </a:cubicBezTo>
                  <a:cubicBezTo>
                    <a:pt x="19742" y="15297"/>
                    <a:pt x="19510" y="13933"/>
                    <a:pt x="19742" y="12342"/>
                  </a:cubicBezTo>
                  <a:cubicBezTo>
                    <a:pt x="19974" y="11205"/>
                    <a:pt x="20671" y="9841"/>
                    <a:pt x="20903" y="8476"/>
                  </a:cubicBezTo>
                  <a:cubicBezTo>
                    <a:pt x="21600" y="5293"/>
                    <a:pt x="19510" y="1883"/>
                    <a:pt x="16490" y="746"/>
                  </a:cubicBezTo>
                  <a:lnTo>
                    <a:pt x="13935" y="64"/>
                  </a:ln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3008143" y="1046497"/>
              <a:ext cx="114891" cy="76226"/>
            </a:xfrm>
            <a:custGeom>
              <a:avLst/>
              <a:gdLst/>
              <a:ahLst/>
              <a:cxnLst/>
              <a:rect l="l" t="t" r="r" b="b"/>
              <a:pathLst>
                <a:path w="20780" h="20350" extrusionOk="0">
                  <a:moveTo>
                    <a:pt x="530" y="0"/>
                  </a:moveTo>
                  <a:cubicBezTo>
                    <a:pt x="-820" y="5143"/>
                    <a:pt x="530" y="11314"/>
                    <a:pt x="3230" y="15429"/>
                  </a:cubicBezTo>
                  <a:cubicBezTo>
                    <a:pt x="5930" y="19543"/>
                    <a:pt x="9980" y="21600"/>
                    <a:pt x="13355" y="19543"/>
                  </a:cubicBezTo>
                  <a:cubicBezTo>
                    <a:pt x="16730" y="18514"/>
                    <a:pt x="20105" y="13371"/>
                    <a:pt x="20780" y="8229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3130737" y="633584"/>
              <a:ext cx="59072" cy="123768"/>
            </a:xfrm>
            <a:custGeom>
              <a:avLst/>
              <a:gdLst/>
              <a:ahLst/>
              <a:cxnLst/>
              <a:rect l="l" t="t" r="r" b="b"/>
              <a:pathLst>
                <a:path w="21600" h="21217" extrusionOk="0">
                  <a:moveTo>
                    <a:pt x="0" y="19908"/>
                  </a:moveTo>
                  <a:cubicBezTo>
                    <a:pt x="1350" y="14017"/>
                    <a:pt x="4050" y="9435"/>
                    <a:pt x="8100" y="4199"/>
                  </a:cubicBezTo>
                  <a:cubicBezTo>
                    <a:pt x="8100" y="2890"/>
                    <a:pt x="9450" y="1581"/>
                    <a:pt x="10800" y="926"/>
                  </a:cubicBezTo>
                  <a:cubicBezTo>
                    <a:pt x="12150" y="272"/>
                    <a:pt x="14850" y="-383"/>
                    <a:pt x="17550" y="272"/>
                  </a:cubicBezTo>
                  <a:cubicBezTo>
                    <a:pt x="18900" y="272"/>
                    <a:pt x="20250" y="1581"/>
                    <a:pt x="20250" y="2235"/>
                  </a:cubicBezTo>
                  <a:cubicBezTo>
                    <a:pt x="20250" y="3544"/>
                    <a:pt x="21600" y="4853"/>
                    <a:pt x="21600" y="5508"/>
                  </a:cubicBezTo>
                  <a:cubicBezTo>
                    <a:pt x="21600" y="11399"/>
                    <a:pt x="17550" y="17290"/>
                    <a:pt x="10800" y="21217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5"/>
            <p:cNvSpPr/>
            <p:nvPr/>
          </p:nvSpPr>
          <p:spPr>
            <a:xfrm>
              <a:off x="2906013" y="1096899"/>
              <a:ext cx="52650" cy="464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5"/>
            <p:cNvSpPr/>
            <p:nvPr/>
          </p:nvSpPr>
          <p:spPr>
            <a:xfrm>
              <a:off x="3144863" y="811732"/>
              <a:ext cx="33389" cy="21885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14400" y="1137"/>
                    <a:pt x="21600" y="4168"/>
                    <a:pt x="21600" y="6442"/>
                  </a:cubicBezTo>
                  <a:cubicBezTo>
                    <a:pt x="19200" y="9095"/>
                    <a:pt x="14400" y="11368"/>
                    <a:pt x="9600" y="14021"/>
                  </a:cubicBezTo>
                  <a:cubicBezTo>
                    <a:pt x="4800" y="16295"/>
                    <a:pt x="2400" y="19326"/>
                    <a:pt x="120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5"/>
            <p:cNvSpPr/>
            <p:nvPr/>
          </p:nvSpPr>
          <p:spPr>
            <a:xfrm>
              <a:off x="3029291" y="1165870"/>
              <a:ext cx="19263" cy="88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2960" y="6574"/>
                    <a:pt x="4320" y="14087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5"/>
            <p:cNvSpPr/>
            <p:nvPr/>
          </p:nvSpPr>
          <p:spPr>
            <a:xfrm>
              <a:off x="3133306" y="1149953"/>
              <a:ext cx="60355" cy="623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6750" y="6750"/>
                    <a:pt x="13500" y="1485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5"/>
            <p:cNvSpPr/>
            <p:nvPr/>
          </p:nvSpPr>
          <p:spPr>
            <a:xfrm>
              <a:off x="2855833" y="1397238"/>
              <a:ext cx="288727" cy="423161"/>
            </a:xfrm>
            <a:custGeom>
              <a:avLst/>
              <a:gdLst/>
              <a:ahLst/>
              <a:cxnLst/>
              <a:rect l="l" t="t" r="r" b="b"/>
              <a:pathLst>
                <a:path w="20666" h="21010" extrusionOk="0">
                  <a:moveTo>
                    <a:pt x="1239" y="10854"/>
                  </a:moveTo>
                  <a:cubicBezTo>
                    <a:pt x="439" y="9325"/>
                    <a:pt x="-361" y="7604"/>
                    <a:pt x="172" y="5884"/>
                  </a:cubicBezTo>
                  <a:cubicBezTo>
                    <a:pt x="439" y="3590"/>
                    <a:pt x="2839" y="1679"/>
                    <a:pt x="5506" y="723"/>
                  </a:cubicBezTo>
                  <a:cubicBezTo>
                    <a:pt x="8972" y="-424"/>
                    <a:pt x="13506" y="-233"/>
                    <a:pt x="16706" y="1488"/>
                  </a:cubicBezTo>
                  <a:cubicBezTo>
                    <a:pt x="19906" y="3399"/>
                    <a:pt x="21239" y="6457"/>
                    <a:pt x="20439" y="9134"/>
                  </a:cubicBezTo>
                  <a:cubicBezTo>
                    <a:pt x="19906" y="10854"/>
                    <a:pt x="18572" y="12574"/>
                    <a:pt x="17239" y="14103"/>
                  </a:cubicBezTo>
                  <a:cubicBezTo>
                    <a:pt x="15906" y="15633"/>
                    <a:pt x="14306" y="17162"/>
                    <a:pt x="12706" y="18691"/>
                  </a:cubicBezTo>
                  <a:cubicBezTo>
                    <a:pt x="12172" y="19264"/>
                    <a:pt x="11372" y="20794"/>
                    <a:pt x="10572" y="20985"/>
                  </a:cubicBezTo>
                  <a:cubicBezTo>
                    <a:pt x="9506" y="21176"/>
                    <a:pt x="8706" y="20220"/>
                    <a:pt x="8172" y="19838"/>
                  </a:cubicBezTo>
                  <a:cubicBezTo>
                    <a:pt x="5239" y="17162"/>
                    <a:pt x="3106" y="14103"/>
                    <a:pt x="1239" y="108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5"/>
            <p:cNvSpPr/>
            <p:nvPr/>
          </p:nvSpPr>
          <p:spPr>
            <a:xfrm>
              <a:off x="2926464" y="1471831"/>
              <a:ext cx="141080" cy="136188"/>
            </a:xfrm>
            <a:custGeom>
              <a:avLst/>
              <a:gdLst/>
              <a:ahLst/>
              <a:cxnLst/>
              <a:rect l="l" t="t" r="r" b="b"/>
              <a:pathLst>
                <a:path w="15926" h="18637" extrusionOk="0">
                  <a:moveTo>
                    <a:pt x="4456" y="17719"/>
                  </a:moveTo>
                  <a:cubicBezTo>
                    <a:pt x="7421" y="19299"/>
                    <a:pt x="10809" y="18772"/>
                    <a:pt x="13350" y="16665"/>
                  </a:cubicBezTo>
                  <a:cubicBezTo>
                    <a:pt x="18856" y="11397"/>
                    <a:pt x="15044" y="-2301"/>
                    <a:pt x="6574" y="333"/>
                  </a:cubicBezTo>
                  <a:cubicBezTo>
                    <a:pt x="-626" y="2440"/>
                    <a:pt x="-2744" y="14031"/>
                    <a:pt x="4456" y="1771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5"/>
            <p:cNvSpPr/>
            <p:nvPr/>
          </p:nvSpPr>
          <p:spPr>
            <a:xfrm>
              <a:off x="2915523" y="1797217"/>
              <a:ext cx="152591" cy="64992"/>
            </a:xfrm>
            <a:custGeom>
              <a:avLst/>
              <a:gdLst/>
              <a:ahLst/>
              <a:cxnLst/>
              <a:rect l="l" t="t" r="r" b="b"/>
              <a:pathLst>
                <a:path w="20533" h="21600" extrusionOk="0">
                  <a:moveTo>
                    <a:pt x="7275" y="0"/>
                  </a:moveTo>
                  <a:cubicBezTo>
                    <a:pt x="5266" y="1271"/>
                    <a:pt x="3257" y="2541"/>
                    <a:pt x="1750" y="5082"/>
                  </a:cubicBezTo>
                  <a:cubicBezTo>
                    <a:pt x="243" y="7624"/>
                    <a:pt x="-762" y="13976"/>
                    <a:pt x="745" y="17788"/>
                  </a:cubicBezTo>
                  <a:cubicBezTo>
                    <a:pt x="1750" y="21600"/>
                    <a:pt x="3759" y="21600"/>
                    <a:pt x="5266" y="21600"/>
                  </a:cubicBezTo>
                  <a:cubicBezTo>
                    <a:pt x="9285" y="21600"/>
                    <a:pt x="12801" y="20329"/>
                    <a:pt x="16317" y="17788"/>
                  </a:cubicBezTo>
                  <a:cubicBezTo>
                    <a:pt x="17322" y="16518"/>
                    <a:pt x="18326" y="16518"/>
                    <a:pt x="19331" y="13976"/>
                  </a:cubicBezTo>
                  <a:cubicBezTo>
                    <a:pt x="20336" y="12706"/>
                    <a:pt x="20838" y="10165"/>
                    <a:pt x="20336" y="6353"/>
                  </a:cubicBezTo>
                  <a:cubicBezTo>
                    <a:pt x="20336" y="3812"/>
                    <a:pt x="19331" y="2541"/>
                    <a:pt x="18326" y="1271"/>
                  </a:cubicBezTo>
                  <a:cubicBezTo>
                    <a:pt x="16819" y="1271"/>
                    <a:pt x="15815" y="1271"/>
                    <a:pt x="14810" y="127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5"/>
            <p:cNvSpPr/>
            <p:nvPr/>
          </p:nvSpPr>
          <p:spPr>
            <a:xfrm>
              <a:off x="2816724" y="3106335"/>
              <a:ext cx="37923" cy="157837"/>
            </a:xfrm>
            <a:custGeom>
              <a:avLst/>
              <a:gdLst/>
              <a:ahLst/>
              <a:cxnLst/>
              <a:rect l="l" t="t" r="r" b="b"/>
              <a:pathLst>
                <a:path w="18225" h="21600" extrusionOk="0">
                  <a:moveTo>
                    <a:pt x="18225" y="21600"/>
                  </a:moveTo>
                  <a:cubicBezTo>
                    <a:pt x="2025" y="16332"/>
                    <a:pt x="-3375" y="7376"/>
                    <a:pt x="2025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2819975" y="3106335"/>
              <a:ext cx="242704" cy="12733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4985" y="13091"/>
                    <a:pt x="13292" y="21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3058844" y="3087034"/>
              <a:ext cx="172057" cy="142653"/>
            </a:xfrm>
            <a:custGeom>
              <a:avLst/>
              <a:gdLst/>
              <a:ahLst/>
              <a:cxnLst/>
              <a:rect l="l" t="t" r="r" b="b"/>
              <a:pathLst>
                <a:path w="21125" h="21119" extrusionOk="0">
                  <a:moveTo>
                    <a:pt x="444" y="21119"/>
                  </a:moveTo>
                  <a:cubicBezTo>
                    <a:pt x="-475" y="16572"/>
                    <a:pt x="-15" y="11456"/>
                    <a:pt x="2282" y="7477"/>
                  </a:cubicBezTo>
                  <a:cubicBezTo>
                    <a:pt x="4580" y="2930"/>
                    <a:pt x="8257" y="87"/>
                    <a:pt x="12393" y="87"/>
                  </a:cubicBezTo>
                  <a:cubicBezTo>
                    <a:pt x="15610" y="-481"/>
                    <a:pt x="18827" y="1793"/>
                    <a:pt x="21125" y="4635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3234753" y="3090419"/>
              <a:ext cx="111721" cy="15120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4431"/>
                  </a:moveTo>
                  <a:cubicBezTo>
                    <a:pt x="5040" y="2769"/>
                    <a:pt x="11520" y="1108"/>
                    <a:pt x="15840" y="0"/>
                  </a:cubicBezTo>
                  <a:cubicBezTo>
                    <a:pt x="3600" y="12738"/>
                    <a:pt x="3600" y="12738"/>
                    <a:pt x="3600" y="12738"/>
                  </a:cubicBezTo>
                  <a:cubicBezTo>
                    <a:pt x="21600" y="9415"/>
                    <a:pt x="21600" y="9415"/>
                    <a:pt x="21600" y="9415"/>
                  </a:cubicBezTo>
                  <a:cubicBezTo>
                    <a:pt x="16560" y="13846"/>
                    <a:pt x="12240" y="17723"/>
                    <a:pt x="72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2776314" y="3241623"/>
              <a:ext cx="495932" cy="295248"/>
            </a:xfrm>
            <a:custGeom>
              <a:avLst/>
              <a:gdLst/>
              <a:ahLst/>
              <a:cxnLst/>
              <a:rect l="l" t="t" r="r" b="b"/>
              <a:pathLst>
                <a:path w="21444" h="20460" extrusionOk="0">
                  <a:moveTo>
                    <a:pt x="0" y="17867"/>
                  </a:moveTo>
                  <a:cubicBezTo>
                    <a:pt x="4352" y="20800"/>
                    <a:pt x="9510" y="21600"/>
                    <a:pt x="13863" y="18400"/>
                  </a:cubicBezTo>
                  <a:cubicBezTo>
                    <a:pt x="18215" y="15200"/>
                    <a:pt x="21600" y="8000"/>
                    <a:pt x="21439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2772461" y="3441903"/>
              <a:ext cx="186202" cy="530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344" y="20057"/>
                    <a:pt x="14688" y="12343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831532" y="3371607"/>
              <a:ext cx="127131" cy="7029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5082" y="12000"/>
                    <a:pt x="13976" y="192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2831532" y="3361277"/>
              <a:ext cx="64208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353" y="21600"/>
                    <a:pt x="15247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2805850" y="3264172"/>
              <a:ext cx="96311" cy="9682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0800" y="19872"/>
                    <a:pt x="2492" y="10368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6" name="Google Shape;1006;p25"/>
            <p:cNvCxnSpPr/>
            <p:nvPr/>
          </p:nvCxnSpPr>
          <p:spPr>
            <a:xfrm>
              <a:off x="2805850" y="3264172"/>
              <a:ext cx="41094" cy="1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07" name="Google Shape;1007;p25"/>
            <p:cNvSpPr/>
            <p:nvPr/>
          </p:nvSpPr>
          <p:spPr>
            <a:xfrm>
              <a:off x="3021585" y="3276109"/>
              <a:ext cx="110428" cy="153859"/>
            </a:xfrm>
            <a:custGeom>
              <a:avLst/>
              <a:gdLst/>
              <a:ahLst/>
              <a:cxnLst/>
              <a:rect l="l" t="t" r="r" b="b"/>
              <a:pathLst>
                <a:path w="19973" h="21600" extrusionOk="0">
                  <a:moveTo>
                    <a:pt x="0" y="21600"/>
                  </a:moveTo>
                  <a:cubicBezTo>
                    <a:pt x="5400" y="20520"/>
                    <a:pt x="10800" y="18360"/>
                    <a:pt x="14175" y="15120"/>
                  </a:cubicBezTo>
                  <a:cubicBezTo>
                    <a:pt x="18900" y="11340"/>
                    <a:pt x="21600" y="4860"/>
                    <a:pt x="189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8" name="Google Shape;1008;p25"/>
            <p:cNvCxnSpPr/>
            <p:nvPr/>
          </p:nvCxnSpPr>
          <p:spPr>
            <a:xfrm rot="10800000" flipH="1">
              <a:off x="3328495" y="2964414"/>
              <a:ext cx="10274" cy="68972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09" name="Google Shape;1009;p25"/>
            <p:cNvSpPr/>
            <p:nvPr/>
          </p:nvSpPr>
          <p:spPr>
            <a:xfrm>
              <a:off x="3369588" y="3047975"/>
              <a:ext cx="66776" cy="5438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200" y="13886"/>
                    <a:pt x="14400" y="6171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0" name="Google Shape;1010;p25"/>
            <p:cNvCxnSpPr/>
            <p:nvPr/>
          </p:nvCxnSpPr>
          <p:spPr>
            <a:xfrm>
              <a:off x="3387566" y="3160715"/>
              <a:ext cx="101447" cy="22549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11" name="Google Shape;1011;p25"/>
            <p:cNvSpPr/>
            <p:nvPr/>
          </p:nvSpPr>
          <p:spPr>
            <a:xfrm>
              <a:off x="3230900" y="3118271"/>
              <a:ext cx="37240" cy="1193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7665"/>
                    <a:pt x="6480" y="15329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3369588" y="3225707"/>
              <a:ext cx="47513" cy="5836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6646" y="7200"/>
                    <a:pt x="14954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2843089" y="2602318"/>
              <a:ext cx="283795" cy="291801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2939400" y="2667309"/>
              <a:ext cx="86039" cy="9284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2954810" y="2713732"/>
              <a:ext cx="71395" cy="119373"/>
            </a:xfrm>
            <a:custGeom>
              <a:avLst/>
              <a:gdLst/>
              <a:ahLst/>
              <a:cxnLst/>
              <a:rect l="l" t="t" r="r" b="b"/>
              <a:pathLst>
                <a:path w="20705" h="21600" extrusionOk="0">
                  <a:moveTo>
                    <a:pt x="20520" y="0"/>
                  </a:moveTo>
                  <a:cubicBezTo>
                    <a:pt x="21600" y="5574"/>
                    <a:pt x="18360" y="16723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5"/>
            <p:cNvSpPr/>
            <p:nvPr/>
          </p:nvSpPr>
          <p:spPr>
            <a:xfrm>
              <a:off x="2301181" y="3375585"/>
              <a:ext cx="336447" cy="3461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76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240" y="12960"/>
                    <a:pt x="240" y="10080"/>
                  </a:cubicBezTo>
                  <a:cubicBezTo>
                    <a:pt x="24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960" y="960"/>
                  </a:cubicBezTo>
                  <a:cubicBezTo>
                    <a:pt x="1680" y="480"/>
                    <a:pt x="2640" y="0"/>
                    <a:pt x="3600" y="0"/>
                  </a:cubicBezTo>
                  <a:cubicBezTo>
                    <a:pt x="17760" y="0"/>
                    <a:pt x="17760" y="0"/>
                    <a:pt x="17760" y="0"/>
                  </a:cubicBezTo>
                  <a:cubicBezTo>
                    <a:pt x="19920" y="0"/>
                    <a:pt x="21600" y="1680"/>
                    <a:pt x="21600" y="3600"/>
                  </a:cubicBezTo>
                  <a:cubicBezTo>
                    <a:pt x="21600" y="6000"/>
                    <a:pt x="21600" y="8160"/>
                    <a:pt x="21600" y="10560"/>
                  </a:cubicBezTo>
                  <a:cubicBezTo>
                    <a:pt x="21600" y="13200"/>
                    <a:pt x="21600" y="15600"/>
                    <a:pt x="21600" y="17760"/>
                  </a:cubicBezTo>
                  <a:cubicBezTo>
                    <a:pt x="21600" y="18000"/>
                    <a:pt x="21600" y="19440"/>
                    <a:pt x="20400" y="20400"/>
                  </a:cubicBezTo>
                  <a:cubicBezTo>
                    <a:pt x="19680" y="21120"/>
                    <a:pt x="18960" y="21600"/>
                    <a:pt x="17760" y="216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5"/>
            <p:cNvSpPr/>
            <p:nvPr/>
          </p:nvSpPr>
          <p:spPr>
            <a:xfrm>
              <a:off x="2242111" y="3422008"/>
              <a:ext cx="336446" cy="3461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8720"/>
                  </a:moveTo>
                  <a:cubicBezTo>
                    <a:pt x="21600" y="18960"/>
                    <a:pt x="21600" y="19440"/>
                    <a:pt x="20640" y="20400"/>
                  </a:cubicBezTo>
                  <a:cubicBezTo>
                    <a:pt x="19920" y="21120"/>
                    <a:pt x="18960" y="21600"/>
                    <a:pt x="18000" y="21600"/>
                  </a:cubicBezTo>
                  <a:cubicBezTo>
                    <a:pt x="3840" y="21600"/>
                    <a:pt x="3840" y="21600"/>
                    <a:pt x="384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480" y="12960"/>
                    <a:pt x="480" y="10080"/>
                  </a:cubicBezTo>
                  <a:cubicBezTo>
                    <a:pt x="48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1200" y="960"/>
                  </a:cubicBezTo>
                  <a:cubicBezTo>
                    <a:pt x="1920" y="480"/>
                    <a:pt x="2640" y="0"/>
                    <a:pt x="3840" y="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5"/>
            <p:cNvSpPr/>
            <p:nvPr/>
          </p:nvSpPr>
          <p:spPr>
            <a:xfrm>
              <a:off x="2461128" y="3486999"/>
              <a:ext cx="12701" cy="1193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6968"/>
                    <a:pt x="21600" y="15329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5"/>
            <p:cNvSpPr/>
            <p:nvPr/>
          </p:nvSpPr>
          <p:spPr>
            <a:xfrm>
              <a:off x="2406481" y="3543873"/>
              <a:ext cx="115574" cy="12701"/>
            </a:xfrm>
            <a:custGeom>
              <a:avLst/>
              <a:gdLst/>
              <a:ahLst/>
              <a:cxnLst/>
              <a:rect l="l" t="t" r="r" b="b"/>
              <a:pathLst>
                <a:path w="21600" h="9600" extrusionOk="0">
                  <a:moveTo>
                    <a:pt x="0" y="0"/>
                  </a:moveTo>
                  <a:cubicBezTo>
                    <a:pt x="6968" y="0"/>
                    <a:pt x="14632" y="216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3260435" y="1297180"/>
              <a:ext cx="489259" cy="1883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8409" y="21600"/>
                  </a:moveTo>
                  <a:cubicBezTo>
                    <a:pt x="12861" y="14547"/>
                    <a:pt x="17148" y="7053"/>
                    <a:pt x="21600" y="0"/>
                  </a:cubicBezTo>
                  <a:cubicBezTo>
                    <a:pt x="14180" y="2204"/>
                    <a:pt x="7090" y="6612"/>
                    <a:pt x="0" y="11461"/>
                  </a:cubicBezTo>
                  <a:cubicBezTo>
                    <a:pt x="2803" y="14547"/>
                    <a:pt x="5606" y="18073"/>
                    <a:pt x="8409" y="2160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3499286" y="1301158"/>
              <a:ext cx="246556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5055" y="4205"/>
                    <a:pt x="7855" y="8028"/>
                    <a:pt x="0" y="11278"/>
                  </a:cubicBezTo>
                  <a:cubicBezTo>
                    <a:pt x="1964" y="14719"/>
                    <a:pt x="3600" y="18159"/>
                    <a:pt x="5564" y="21600"/>
                  </a:cubicBezTo>
                  <a:cubicBezTo>
                    <a:pt x="11455" y="14336"/>
                    <a:pt x="17673" y="6499"/>
                    <a:pt x="21600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3383713" y="1485523"/>
              <a:ext cx="115574" cy="11141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2542" y="0"/>
                  </a:moveTo>
                  <a:cubicBezTo>
                    <a:pt x="8361" y="7448"/>
                    <a:pt x="3484" y="14152"/>
                    <a:pt x="0" y="21600"/>
                  </a:cubicBezTo>
                  <a:cubicBezTo>
                    <a:pt x="6968" y="17876"/>
                    <a:pt x="15329" y="14152"/>
                    <a:pt x="21600" y="8193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3" name="Google Shape;1023;p25"/>
            <p:cNvCxnSpPr/>
            <p:nvPr/>
          </p:nvCxnSpPr>
          <p:spPr>
            <a:xfrm>
              <a:off x="3369588" y="1212293"/>
              <a:ext cx="331309" cy="22549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24" name="Google Shape;1024;p25"/>
            <p:cNvSpPr/>
            <p:nvPr/>
          </p:nvSpPr>
          <p:spPr>
            <a:xfrm>
              <a:off x="2230553" y="1535925"/>
              <a:ext cx="481555" cy="4960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716"/>
                  </a:moveTo>
                  <a:cubicBezTo>
                    <a:pt x="21600" y="16744"/>
                    <a:pt x="16744" y="21600"/>
                    <a:pt x="10716" y="21600"/>
                  </a:cubicBezTo>
                  <a:cubicBezTo>
                    <a:pt x="4688" y="21600"/>
                    <a:pt x="0" y="16744"/>
                    <a:pt x="0" y="10716"/>
                  </a:cubicBezTo>
                  <a:cubicBezTo>
                    <a:pt x="0" y="4856"/>
                    <a:pt x="4688" y="0"/>
                    <a:pt x="10716" y="0"/>
                  </a:cubicBezTo>
                  <a:cubicBezTo>
                    <a:pt x="16744" y="0"/>
                    <a:pt x="21600" y="4856"/>
                    <a:pt x="21600" y="10716"/>
                  </a:cubicBezTo>
                  <a:close/>
                  <a:moveTo>
                    <a:pt x="21600" y="10716"/>
                  </a:moveTo>
                  <a:cubicBezTo>
                    <a:pt x="21600" y="10716"/>
                    <a:pt x="21600" y="10716"/>
                    <a:pt x="21600" y="10716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2339286" y="1604895"/>
              <a:ext cx="276060" cy="354139"/>
            </a:xfrm>
            <a:custGeom>
              <a:avLst/>
              <a:gdLst/>
              <a:ahLst/>
              <a:cxnLst/>
              <a:rect l="l" t="t" r="r" b="b"/>
              <a:pathLst>
                <a:path w="21107" h="21600" extrusionOk="0">
                  <a:moveTo>
                    <a:pt x="10822" y="1409"/>
                  </a:moveTo>
                  <a:cubicBezTo>
                    <a:pt x="15085" y="1409"/>
                    <a:pt x="18780" y="3287"/>
                    <a:pt x="19349" y="6574"/>
                  </a:cubicBezTo>
                  <a:cubicBezTo>
                    <a:pt x="19917" y="10800"/>
                    <a:pt x="17359" y="15026"/>
                    <a:pt x="12527" y="15026"/>
                  </a:cubicBezTo>
                  <a:cubicBezTo>
                    <a:pt x="12243" y="15026"/>
                    <a:pt x="12243" y="15026"/>
                    <a:pt x="11959" y="15026"/>
                  </a:cubicBezTo>
                  <a:cubicBezTo>
                    <a:pt x="10538" y="15026"/>
                    <a:pt x="9970" y="14322"/>
                    <a:pt x="8833" y="13852"/>
                  </a:cubicBezTo>
                  <a:cubicBezTo>
                    <a:pt x="8264" y="16200"/>
                    <a:pt x="7980" y="20191"/>
                    <a:pt x="5991" y="20191"/>
                  </a:cubicBezTo>
                  <a:cubicBezTo>
                    <a:pt x="5706" y="20191"/>
                    <a:pt x="5706" y="20191"/>
                    <a:pt x="5422" y="20191"/>
                  </a:cubicBezTo>
                  <a:cubicBezTo>
                    <a:pt x="3433" y="19017"/>
                    <a:pt x="6559" y="13383"/>
                    <a:pt x="7127" y="10330"/>
                  </a:cubicBezTo>
                  <a:cubicBezTo>
                    <a:pt x="5991" y="8687"/>
                    <a:pt x="7127" y="5635"/>
                    <a:pt x="9401" y="5635"/>
                  </a:cubicBezTo>
                  <a:cubicBezTo>
                    <a:pt x="9401" y="5635"/>
                    <a:pt x="9685" y="5635"/>
                    <a:pt x="10254" y="5635"/>
                  </a:cubicBezTo>
                  <a:cubicBezTo>
                    <a:pt x="13380" y="6809"/>
                    <a:pt x="7127" y="12443"/>
                    <a:pt x="11391" y="13148"/>
                  </a:cubicBezTo>
                  <a:cubicBezTo>
                    <a:pt x="11675" y="13148"/>
                    <a:pt x="11959" y="13148"/>
                    <a:pt x="11959" y="13148"/>
                  </a:cubicBezTo>
                  <a:cubicBezTo>
                    <a:pt x="15938" y="13148"/>
                    <a:pt x="17643" y="6574"/>
                    <a:pt x="14801" y="4461"/>
                  </a:cubicBezTo>
                  <a:cubicBezTo>
                    <a:pt x="13664" y="3522"/>
                    <a:pt x="12243" y="3052"/>
                    <a:pt x="10822" y="3052"/>
                  </a:cubicBezTo>
                  <a:cubicBezTo>
                    <a:pt x="7412" y="3052"/>
                    <a:pt x="3717" y="5870"/>
                    <a:pt x="4285" y="9157"/>
                  </a:cubicBezTo>
                  <a:cubicBezTo>
                    <a:pt x="4570" y="10330"/>
                    <a:pt x="5991" y="10565"/>
                    <a:pt x="4854" y="12209"/>
                  </a:cubicBezTo>
                  <a:cubicBezTo>
                    <a:pt x="2296" y="11739"/>
                    <a:pt x="1727" y="10096"/>
                    <a:pt x="1727" y="7983"/>
                  </a:cubicBezTo>
                  <a:cubicBezTo>
                    <a:pt x="1727" y="4461"/>
                    <a:pt x="5706" y="1878"/>
                    <a:pt x="9401" y="1409"/>
                  </a:cubicBezTo>
                  <a:cubicBezTo>
                    <a:pt x="9970" y="1409"/>
                    <a:pt x="10254" y="1409"/>
                    <a:pt x="10822" y="1409"/>
                  </a:cubicBezTo>
                  <a:moveTo>
                    <a:pt x="10822" y="0"/>
                  </a:moveTo>
                  <a:cubicBezTo>
                    <a:pt x="10254" y="0"/>
                    <a:pt x="9685" y="0"/>
                    <a:pt x="9117" y="0"/>
                  </a:cubicBezTo>
                  <a:cubicBezTo>
                    <a:pt x="4854" y="470"/>
                    <a:pt x="306" y="3287"/>
                    <a:pt x="22" y="7983"/>
                  </a:cubicBezTo>
                  <a:cubicBezTo>
                    <a:pt x="-262" y="11739"/>
                    <a:pt x="2296" y="13148"/>
                    <a:pt x="4285" y="13617"/>
                  </a:cubicBezTo>
                  <a:cubicBezTo>
                    <a:pt x="3149" y="17139"/>
                    <a:pt x="2012" y="20191"/>
                    <a:pt x="4570" y="21365"/>
                  </a:cubicBezTo>
                  <a:cubicBezTo>
                    <a:pt x="4570" y="21365"/>
                    <a:pt x="4854" y="21365"/>
                    <a:pt x="4854" y="21600"/>
                  </a:cubicBezTo>
                  <a:cubicBezTo>
                    <a:pt x="5138" y="21600"/>
                    <a:pt x="5706" y="21600"/>
                    <a:pt x="5991" y="21600"/>
                  </a:cubicBezTo>
                  <a:cubicBezTo>
                    <a:pt x="8833" y="21600"/>
                    <a:pt x="9685" y="19017"/>
                    <a:pt x="10254" y="16200"/>
                  </a:cubicBezTo>
                  <a:cubicBezTo>
                    <a:pt x="10538" y="16200"/>
                    <a:pt x="11106" y="16435"/>
                    <a:pt x="11959" y="16435"/>
                  </a:cubicBezTo>
                  <a:cubicBezTo>
                    <a:pt x="11959" y="16435"/>
                    <a:pt x="12243" y="16435"/>
                    <a:pt x="12527" y="16435"/>
                  </a:cubicBezTo>
                  <a:cubicBezTo>
                    <a:pt x="14801" y="16435"/>
                    <a:pt x="16791" y="15730"/>
                    <a:pt x="18496" y="14322"/>
                  </a:cubicBezTo>
                  <a:cubicBezTo>
                    <a:pt x="20485" y="12209"/>
                    <a:pt x="21338" y="9391"/>
                    <a:pt x="21054" y="6339"/>
                  </a:cubicBezTo>
                  <a:cubicBezTo>
                    <a:pt x="20201" y="2583"/>
                    <a:pt x="16222" y="0"/>
                    <a:pt x="10822" y="0"/>
                  </a:cubicBezTo>
                  <a:close/>
                  <a:moveTo>
                    <a:pt x="11675" y="11739"/>
                  </a:moveTo>
                  <a:cubicBezTo>
                    <a:pt x="11675" y="11270"/>
                    <a:pt x="11959" y="10330"/>
                    <a:pt x="12243" y="9861"/>
                  </a:cubicBezTo>
                  <a:cubicBezTo>
                    <a:pt x="12812" y="8217"/>
                    <a:pt x="13664" y="5635"/>
                    <a:pt x="11106" y="4461"/>
                  </a:cubicBezTo>
                  <a:cubicBezTo>
                    <a:pt x="11959" y="4696"/>
                    <a:pt x="12812" y="4696"/>
                    <a:pt x="13664" y="5400"/>
                  </a:cubicBezTo>
                  <a:cubicBezTo>
                    <a:pt x="14801" y="6339"/>
                    <a:pt x="14801" y="8452"/>
                    <a:pt x="13949" y="10330"/>
                  </a:cubicBezTo>
                  <a:cubicBezTo>
                    <a:pt x="13664" y="10800"/>
                    <a:pt x="13096" y="11739"/>
                    <a:pt x="11959" y="11739"/>
                  </a:cubicBezTo>
                  <a:cubicBezTo>
                    <a:pt x="11959" y="11739"/>
                    <a:pt x="11959" y="11739"/>
                    <a:pt x="11675" y="11739"/>
                  </a:cubicBezTo>
                  <a:cubicBezTo>
                    <a:pt x="11675" y="11739"/>
                    <a:pt x="11675" y="11739"/>
                    <a:pt x="11675" y="11739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1641133" y="1112453"/>
              <a:ext cx="410927" cy="446021"/>
            </a:xfrm>
            <a:custGeom>
              <a:avLst/>
              <a:gdLst/>
              <a:ahLst/>
              <a:cxnLst/>
              <a:rect l="l" t="t" r="r" b="b"/>
              <a:pathLst>
                <a:path w="21600" h="21553" extrusionOk="0">
                  <a:moveTo>
                    <a:pt x="20029" y="8332"/>
                  </a:moveTo>
                  <a:cubicBezTo>
                    <a:pt x="11193" y="139"/>
                    <a:pt x="11193" y="139"/>
                    <a:pt x="11193" y="139"/>
                  </a:cubicBezTo>
                  <a:cubicBezTo>
                    <a:pt x="10996" y="-47"/>
                    <a:pt x="10604" y="-47"/>
                    <a:pt x="10211" y="139"/>
                  </a:cubicBezTo>
                  <a:cubicBezTo>
                    <a:pt x="1178" y="8705"/>
                    <a:pt x="1178" y="8705"/>
                    <a:pt x="1178" y="8705"/>
                  </a:cubicBezTo>
                  <a:cubicBezTo>
                    <a:pt x="393" y="9450"/>
                    <a:pt x="0" y="10381"/>
                    <a:pt x="0" y="11312"/>
                  </a:cubicBezTo>
                  <a:cubicBezTo>
                    <a:pt x="0" y="20994"/>
                    <a:pt x="0" y="20994"/>
                    <a:pt x="0" y="20994"/>
                  </a:cubicBezTo>
                  <a:cubicBezTo>
                    <a:pt x="0" y="21367"/>
                    <a:pt x="196" y="21553"/>
                    <a:pt x="589" y="21553"/>
                  </a:cubicBezTo>
                  <a:cubicBezTo>
                    <a:pt x="5498" y="21553"/>
                    <a:pt x="5498" y="21553"/>
                    <a:pt x="5498" y="21553"/>
                  </a:cubicBezTo>
                  <a:cubicBezTo>
                    <a:pt x="6873" y="21553"/>
                    <a:pt x="8051" y="20436"/>
                    <a:pt x="8051" y="19132"/>
                  </a:cubicBezTo>
                  <a:cubicBezTo>
                    <a:pt x="8051" y="13546"/>
                    <a:pt x="8051" y="13546"/>
                    <a:pt x="8051" y="13546"/>
                  </a:cubicBezTo>
                  <a:cubicBezTo>
                    <a:pt x="8051" y="12429"/>
                    <a:pt x="9033" y="11498"/>
                    <a:pt x="10211" y="11498"/>
                  </a:cubicBezTo>
                  <a:cubicBezTo>
                    <a:pt x="11389" y="11498"/>
                    <a:pt x="11389" y="11498"/>
                    <a:pt x="11389" y="11498"/>
                  </a:cubicBezTo>
                  <a:cubicBezTo>
                    <a:pt x="12567" y="11498"/>
                    <a:pt x="13549" y="12429"/>
                    <a:pt x="13549" y="13546"/>
                  </a:cubicBezTo>
                  <a:cubicBezTo>
                    <a:pt x="13549" y="19319"/>
                    <a:pt x="13549" y="19319"/>
                    <a:pt x="13549" y="19319"/>
                  </a:cubicBezTo>
                  <a:cubicBezTo>
                    <a:pt x="13549" y="20622"/>
                    <a:pt x="14531" y="21553"/>
                    <a:pt x="15709" y="21553"/>
                  </a:cubicBezTo>
                  <a:cubicBezTo>
                    <a:pt x="20815" y="21553"/>
                    <a:pt x="20815" y="21553"/>
                    <a:pt x="20815" y="21553"/>
                  </a:cubicBezTo>
                  <a:cubicBezTo>
                    <a:pt x="21207" y="21553"/>
                    <a:pt x="21600" y="21367"/>
                    <a:pt x="21600" y="20994"/>
                  </a:cubicBezTo>
                  <a:cubicBezTo>
                    <a:pt x="21600" y="11684"/>
                    <a:pt x="21600" y="11684"/>
                    <a:pt x="21600" y="11684"/>
                  </a:cubicBezTo>
                  <a:cubicBezTo>
                    <a:pt x="21600" y="10567"/>
                    <a:pt x="21011" y="9263"/>
                    <a:pt x="20029" y="833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1555095" y="957631"/>
              <a:ext cx="579148" cy="3050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8319"/>
                  </a:moveTo>
                  <a:cubicBezTo>
                    <a:pt x="10870" y="0"/>
                    <a:pt x="10870" y="0"/>
                    <a:pt x="10870" y="0"/>
                  </a:cubicBezTo>
                  <a:cubicBezTo>
                    <a:pt x="21600" y="18319"/>
                    <a:pt x="21600" y="18319"/>
                    <a:pt x="21600" y="18319"/>
                  </a:cubicBezTo>
                  <a:cubicBezTo>
                    <a:pt x="19510" y="21327"/>
                    <a:pt x="19510" y="21327"/>
                    <a:pt x="19510" y="21327"/>
                  </a:cubicBezTo>
                  <a:cubicBezTo>
                    <a:pt x="17001" y="16132"/>
                    <a:pt x="13935" y="10390"/>
                    <a:pt x="10870" y="5742"/>
                  </a:cubicBezTo>
                  <a:cubicBezTo>
                    <a:pt x="7804" y="10390"/>
                    <a:pt x="4738" y="16132"/>
                    <a:pt x="1951" y="21600"/>
                  </a:cubicBezTo>
                  <a:lnTo>
                    <a:pt x="0" y="18319"/>
                  </a:ln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1566653" y="2725668"/>
              <a:ext cx="440461" cy="36873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4827" y="2475"/>
                  </a:moveTo>
                  <a:cubicBezTo>
                    <a:pt x="14461" y="1350"/>
                    <a:pt x="14461" y="1350"/>
                    <a:pt x="14461" y="1350"/>
                  </a:cubicBezTo>
                  <a:cubicBezTo>
                    <a:pt x="14095" y="450"/>
                    <a:pt x="13363" y="0"/>
                    <a:pt x="12631" y="0"/>
                  </a:cubicBezTo>
                  <a:cubicBezTo>
                    <a:pt x="8969" y="0"/>
                    <a:pt x="8969" y="0"/>
                    <a:pt x="8969" y="0"/>
                  </a:cubicBezTo>
                  <a:cubicBezTo>
                    <a:pt x="8054" y="0"/>
                    <a:pt x="7322" y="450"/>
                    <a:pt x="7139" y="1350"/>
                  </a:cubicBezTo>
                  <a:cubicBezTo>
                    <a:pt x="6773" y="2475"/>
                    <a:pt x="6773" y="2475"/>
                    <a:pt x="6773" y="2475"/>
                  </a:cubicBezTo>
                  <a:cubicBezTo>
                    <a:pt x="6407" y="3150"/>
                    <a:pt x="5858" y="3600"/>
                    <a:pt x="5125" y="3600"/>
                  </a:cubicBezTo>
                  <a:cubicBezTo>
                    <a:pt x="1831" y="3600"/>
                    <a:pt x="1831" y="3600"/>
                    <a:pt x="1831" y="3600"/>
                  </a:cubicBezTo>
                  <a:cubicBezTo>
                    <a:pt x="732" y="3600"/>
                    <a:pt x="0" y="4725"/>
                    <a:pt x="0" y="6075"/>
                  </a:cubicBezTo>
                  <a:cubicBezTo>
                    <a:pt x="0" y="19125"/>
                    <a:pt x="0" y="19125"/>
                    <a:pt x="0" y="19125"/>
                  </a:cubicBezTo>
                  <a:cubicBezTo>
                    <a:pt x="0" y="20475"/>
                    <a:pt x="732" y="21600"/>
                    <a:pt x="1831" y="21600"/>
                  </a:cubicBezTo>
                  <a:cubicBezTo>
                    <a:pt x="19769" y="21600"/>
                    <a:pt x="19769" y="21600"/>
                    <a:pt x="19769" y="21600"/>
                  </a:cubicBezTo>
                  <a:cubicBezTo>
                    <a:pt x="20685" y="21600"/>
                    <a:pt x="21600" y="20475"/>
                    <a:pt x="21600" y="19125"/>
                  </a:cubicBezTo>
                  <a:cubicBezTo>
                    <a:pt x="21600" y="6075"/>
                    <a:pt x="21600" y="6075"/>
                    <a:pt x="21600" y="6075"/>
                  </a:cubicBezTo>
                  <a:cubicBezTo>
                    <a:pt x="21600" y="4725"/>
                    <a:pt x="20685" y="3600"/>
                    <a:pt x="19769" y="3600"/>
                  </a:cubicBezTo>
                  <a:cubicBezTo>
                    <a:pt x="16292" y="3600"/>
                    <a:pt x="16292" y="3600"/>
                    <a:pt x="16292" y="3600"/>
                  </a:cubicBezTo>
                  <a:cubicBezTo>
                    <a:pt x="15742" y="3600"/>
                    <a:pt x="15193" y="3150"/>
                    <a:pt x="14827" y="247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1682226" y="2841063"/>
              <a:ext cx="205463" cy="210893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1633428" y="2780331"/>
              <a:ext cx="283796" cy="12701"/>
            </a:xfrm>
            <a:custGeom>
              <a:avLst/>
              <a:gdLst/>
              <a:ahLst/>
              <a:cxnLst/>
              <a:rect l="l" t="t" r="r" b="b"/>
              <a:pathLst>
                <a:path w="21600" h="6235" extrusionOk="0">
                  <a:moveTo>
                    <a:pt x="0" y="3118"/>
                  </a:moveTo>
                  <a:cubicBezTo>
                    <a:pt x="7105" y="-7682"/>
                    <a:pt x="14495" y="13918"/>
                    <a:pt x="21600" y="311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1612536" y="2744780"/>
              <a:ext cx="44258" cy="37925"/>
            </a:xfrm>
            <a:custGeom>
              <a:avLst/>
              <a:gdLst/>
              <a:ahLst/>
              <a:cxnLst/>
              <a:rect l="l" t="t" r="r" b="b"/>
              <a:pathLst>
                <a:path w="19590" h="19299" extrusionOk="0">
                  <a:moveTo>
                    <a:pt x="1247" y="19299"/>
                  </a:moveTo>
                  <a:cubicBezTo>
                    <a:pt x="-415" y="15372"/>
                    <a:pt x="-415" y="9481"/>
                    <a:pt x="1247" y="5554"/>
                  </a:cubicBezTo>
                  <a:cubicBezTo>
                    <a:pt x="2908" y="1626"/>
                    <a:pt x="9554" y="-2301"/>
                    <a:pt x="14539" y="1626"/>
                  </a:cubicBezTo>
                  <a:cubicBezTo>
                    <a:pt x="19523" y="3590"/>
                    <a:pt x="21185" y="11444"/>
                    <a:pt x="17862" y="17335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1734175" y="2894282"/>
              <a:ext cx="107740" cy="110576"/>
            </a:xfrm>
            <a:custGeom>
              <a:avLst/>
              <a:gdLst/>
              <a:ahLst/>
              <a:cxnLst/>
              <a:rect l="l" t="t" r="r" b="b"/>
              <a:pathLst>
                <a:path w="20136" h="17829" extrusionOk="0">
                  <a:moveTo>
                    <a:pt x="18921" y="4385"/>
                  </a:moveTo>
                  <a:cubicBezTo>
                    <a:pt x="21011" y="7470"/>
                    <a:pt x="20314" y="11790"/>
                    <a:pt x="17527" y="14876"/>
                  </a:cubicBezTo>
                  <a:cubicBezTo>
                    <a:pt x="14740" y="17345"/>
                    <a:pt x="9863" y="18579"/>
                    <a:pt x="5682" y="17345"/>
                  </a:cubicBezTo>
                  <a:cubicBezTo>
                    <a:pt x="2198" y="15493"/>
                    <a:pt x="-589" y="11790"/>
                    <a:pt x="108" y="8088"/>
                  </a:cubicBezTo>
                  <a:cubicBezTo>
                    <a:pt x="805" y="-552"/>
                    <a:pt x="14043" y="-3021"/>
                    <a:pt x="18921" y="438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1629005" y="2794639"/>
              <a:ext cx="12701" cy="28516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21600" y="7589"/>
                    <a:pt x="0" y="14303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1932061" y="2790661"/>
              <a:ext cx="12701" cy="29312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0" y="7389"/>
                    <a:pt x="0" y="14211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1137750" y="1115467"/>
              <a:ext cx="59071" cy="62339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1051711" y="1023950"/>
              <a:ext cx="373687" cy="3846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656" y="0"/>
                  </a:moveTo>
                  <a:cubicBezTo>
                    <a:pt x="1728" y="0"/>
                    <a:pt x="1728" y="0"/>
                    <a:pt x="1728" y="0"/>
                  </a:cubicBezTo>
                  <a:cubicBezTo>
                    <a:pt x="864" y="0"/>
                    <a:pt x="0" y="864"/>
                    <a:pt x="0" y="1728"/>
                  </a:cubicBezTo>
                  <a:cubicBezTo>
                    <a:pt x="0" y="19656"/>
                    <a:pt x="0" y="19656"/>
                    <a:pt x="0" y="19656"/>
                  </a:cubicBezTo>
                  <a:cubicBezTo>
                    <a:pt x="0" y="20736"/>
                    <a:pt x="864" y="21600"/>
                    <a:pt x="1728" y="21600"/>
                  </a:cubicBezTo>
                  <a:cubicBezTo>
                    <a:pt x="19656" y="21600"/>
                    <a:pt x="19656" y="21600"/>
                    <a:pt x="19656" y="21600"/>
                  </a:cubicBezTo>
                  <a:cubicBezTo>
                    <a:pt x="20736" y="21600"/>
                    <a:pt x="21600" y="20736"/>
                    <a:pt x="21600" y="19656"/>
                  </a:cubicBezTo>
                  <a:cubicBezTo>
                    <a:pt x="21600" y="1728"/>
                    <a:pt x="21600" y="1728"/>
                    <a:pt x="21600" y="1728"/>
                  </a:cubicBezTo>
                  <a:cubicBezTo>
                    <a:pt x="21600" y="864"/>
                    <a:pt x="20736" y="0"/>
                    <a:pt x="19656" y="0"/>
                  </a:cubicBezTo>
                  <a:close/>
                  <a:moveTo>
                    <a:pt x="17928" y="4320"/>
                  </a:moveTo>
                  <a:cubicBezTo>
                    <a:pt x="17928" y="9504"/>
                    <a:pt x="17928" y="9504"/>
                    <a:pt x="17928" y="9504"/>
                  </a:cubicBezTo>
                  <a:cubicBezTo>
                    <a:pt x="16632" y="8208"/>
                    <a:pt x="16632" y="8208"/>
                    <a:pt x="16632" y="8208"/>
                  </a:cubicBezTo>
                  <a:cubicBezTo>
                    <a:pt x="16200" y="7776"/>
                    <a:pt x="15768" y="7776"/>
                    <a:pt x="15336" y="8208"/>
                  </a:cubicBezTo>
                  <a:cubicBezTo>
                    <a:pt x="11880" y="11664"/>
                    <a:pt x="11880" y="11664"/>
                    <a:pt x="11880" y="11664"/>
                  </a:cubicBezTo>
                  <a:cubicBezTo>
                    <a:pt x="11880" y="11664"/>
                    <a:pt x="11664" y="11664"/>
                    <a:pt x="11664" y="11664"/>
                  </a:cubicBezTo>
                  <a:cubicBezTo>
                    <a:pt x="10368" y="10152"/>
                    <a:pt x="10368" y="10152"/>
                    <a:pt x="10368" y="10152"/>
                  </a:cubicBezTo>
                  <a:cubicBezTo>
                    <a:pt x="9936" y="9936"/>
                    <a:pt x="9504" y="9936"/>
                    <a:pt x="9072" y="10152"/>
                  </a:cubicBezTo>
                  <a:cubicBezTo>
                    <a:pt x="3024" y="17064"/>
                    <a:pt x="3024" y="17064"/>
                    <a:pt x="3024" y="17064"/>
                  </a:cubicBezTo>
                  <a:cubicBezTo>
                    <a:pt x="3024" y="4104"/>
                    <a:pt x="3024" y="4104"/>
                    <a:pt x="3024" y="4104"/>
                  </a:cubicBezTo>
                  <a:cubicBezTo>
                    <a:pt x="3024" y="3672"/>
                    <a:pt x="3456" y="3024"/>
                    <a:pt x="4104" y="3024"/>
                  </a:cubicBezTo>
                  <a:cubicBezTo>
                    <a:pt x="16632" y="3024"/>
                    <a:pt x="16632" y="3024"/>
                    <a:pt x="16632" y="3024"/>
                  </a:cubicBezTo>
                  <a:cubicBezTo>
                    <a:pt x="17280" y="3024"/>
                    <a:pt x="17928" y="3672"/>
                    <a:pt x="17928" y="432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1286710" y="1273305"/>
              <a:ext cx="48798" cy="702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4985" y="6000"/>
                    <a:pt x="16615" y="15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793599" y="1100878"/>
              <a:ext cx="399369" cy="4350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929" y="956"/>
                  </a:moveTo>
                  <a:cubicBezTo>
                    <a:pt x="13323" y="573"/>
                    <a:pt x="12920" y="382"/>
                    <a:pt x="12314" y="0"/>
                  </a:cubicBezTo>
                  <a:cubicBezTo>
                    <a:pt x="9690" y="1912"/>
                    <a:pt x="2624" y="7837"/>
                    <a:pt x="0" y="9940"/>
                  </a:cubicBezTo>
                  <a:cubicBezTo>
                    <a:pt x="4037" y="14336"/>
                    <a:pt x="9084" y="17968"/>
                    <a:pt x="14131" y="21600"/>
                  </a:cubicBezTo>
                  <a:cubicBezTo>
                    <a:pt x="16957" y="19880"/>
                    <a:pt x="19379" y="17777"/>
                    <a:pt x="21600" y="15292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875785" y="1161891"/>
              <a:ext cx="238851" cy="3010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910" y="1713"/>
                  </a:moveTo>
                  <a:lnTo>
                    <a:pt x="13587" y="0"/>
                  </a:lnTo>
                  <a:lnTo>
                    <a:pt x="0" y="9420"/>
                  </a:lnTo>
                  <a:lnTo>
                    <a:pt x="15910" y="21600"/>
                  </a:lnTo>
                  <a:lnTo>
                    <a:pt x="21600" y="17699"/>
                  </a:ln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1081247" y="2998899"/>
              <a:ext cx="283795" cy="291801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1167284" y="3067870"/>
              <a:ext cx="108474" cy="160495"/>
            </a:xfrm>
            <a:custGeom>
              <a:avLst/>
              <a:gdLst/>
              <a:ahLst/>
              <a:cxnLst/>
              <a:rect l="l" t="t" r="r" b="b"/>
              <a:pathLst>
                <a:path w="20972" h="21424" extrusionOk="0">
                  <a:moveTo>
                    <a:pt x="20160" y="514"/>
                  </a:moveTo>
                  <a:cubicBezTo>
                    <a:pt x="13680" y="514"/>
                    <a:pt x="7920" y="0"/>
                    <a:pt x="1440" y="0"/>
                  </a:cubicBezTo>
                  <a:cubicBezTo>
                    <a:pt x="1440" y="2571"/>
                    <a:pt x="720" y="5657"/>
                    <a:pt x="720" y="8229"/>
                  </a:cubicBezTo>
                  <a:cubicBezTo>
                    <a:pt x="5040" y="7714"/>
                    <a:pt x="9360" y="7200"/>
                    <a:pt x="13680" y="8743"/>
                  </a:cubicBezTo>
                  <a:cubicBezTo>
                    <a:pt x="18000" y="9771"/>
                    <a:pt x="21600" y="12343"/>
                    <a:pt x="20880" y="15429"/>
                  </a:cubicBezTo>
                  <a:cubicBezTo>
                    <a:pt x="20880" y="18000"/>
                    <a:pt x="18720" y="19543"/>
                    <a:pt x="15840" y="20571"/>
                  </a:cubicBezTo>
                  <a:cubicBezTo>
                    <a:pt x="12960" y="21600"/>
                    <a:pt x="10080" y="21600"/>
                    <a:pt x="7200" y="21086"/>
                  </a:cubicBezTo>
                  <a:cubicBezTo>
                    <a:pt x="3600" y="20571"/>
                    <a:pt x="720" y="19029"/>
                    <a:pt x="0" y="1697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951548" y="1612853"/>
              <a:ext cx="432757" cy="47351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869" y="21600"/>
                  </a:moveTo>
                  <a:cubicBezTo>
                    <a:pt x="9683" y="21600"/>
                    <a:pt x="9310" y="21424"/>
                    <a:pt x="9124" y="21424"/>
                  </a:cubicBezTo>
                  <a:cubicBezTo>
                    <a:pt x="8193" y="21073"/>
                    <a:pt x="7821" y="20371"/>
                    <a:pt x="7821" y="19493"/>
                  </a:cubicBezTo>
                  <a:cubicBezTo>
                    <a:pt x="7821" y="19493"/>
                    <a:pt x="7821" y="18088"/>
                    <a:pt x="7821" y="17034"/>
                  </a:cubicBezTo>
                  <a:cubicBezTo>
                    <a:pt x="7821" y="16683"/>
                    <a:pt x="7448" y="16507"/>
                    <a:pt x="7076" y="16507"/>
                  </a:cubicBezTo>
                  <a:cubicBezTo>
                    <a:pt x="6517" y="16332"/>
                    <a:pt x="5959" y="16332"/>
                    <a:pt x="5772" y="16156"/>
                  </a:cubicBezTo>
                  <a:cubicBezTo>
                    <a:pt x="5028" y="15980"/>
                    <a:pt x="4097" y="15805"/>
                    <a:pt x="3352" y="15278"/>
                  </a:cubicBezTo>
                  <a:cubicBezTo>
                    <a:pt x="1862" y="14400"/>
                    <a:pt x="745" y="12995"/>
                    <a:pt x="372" y="11415"/>
                  </a:cubicBezTo>
                  <a:cubicBezTo>
                    <a:pt x="0" y="10712"/>
                    <a:pt x="0" y="10010"/>
                    <a:pt x="0" y="9307"/>
                  </a:cubicBezTo>
                  <a:cubicBezTo>
                    <a:pt x="0" y="7024"/>
                    <a:pt x="0" y="7024"/>
                    <a:pt x="0" y="7024"/>
                  </a:cubicBezTo>
                  <a:cubicBezTo>
                    <a:pt x="0" y="3161"/>
                    <a:pt x="3352" y="0"/>
                    <a:pt x="7448" y="0"/>
                  </a:cubicBezTo>
                  <a:cubicBezTo>
                    <a:pt x="14152" y="0"/>
                    <a:pt x="14152" y="0"/>
                    <a:pt x="14152" y="0"/>
                  </a:cubicBezTo>
                  <a:cubicBezTo>
                    <a:pt x="18248" y="0"/>
                    <a:pt x="21600" y="3161"/>
                    <a:pt x="21600" y="7024"/>
                  </a:cubicBezTo>
                  <a:cubicBezTo>
                    <a:pt x="21600" y="9307"/>
                    <a:pt x="21600" y="9307"/>
                    <a:pt x="21600" y="9307"/>
                  </a:cubicBezTo>
                  <a:cubicBezTo>
                    <a:pt x="21228" y="15805"/>
                    <a:pt x="12476" y="20371"/>
                    <a:pt x="11172" y="21073"/>
                  </a:cubicBezTo>
                  <a:cubicBezTo>
                    <a:pt x="10800" y="21424"/>
                    <a:pt x="10428" y="21600"/>
                    <a:pt x="9869" y="216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1006767" y="1673866"/>
              <a:ext cx="317184" cy="3435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911" y="17474"/>
                  </a:moveTo>
                  <a:cubicBezTo>
                    <a:pt x="9911" y="16503"/>
                    <a:pt x="9148" y="15533"/>
                    <a:pt x="8132" y="15290"/>
                  </a:cubicBezTo>
                  <a:cubicBezTo>
                    <a:pt x="7115" y="15047"/>
                    <a:pt x="5845" y="14804"/>
                    <a:pt x="5336" y="14804"/>
                  </a:cubicBezTo>
                  <a:cubicBezTo>
                    <a:pt x="3049" y="14076"/>
                    <a:pt x="1271" y="12620"/>
                    <a:pt x="508" y="10436"/>
                  </a:cubicBezTo>
                  <a:cubicBezTo>
                    <a:pt x="254" y="9951"/>
                    <a:pt x="0" y="9222"/>
                    <a:pt x="0" y="8494"/>
                  </a:cubicBezTo>
                  <a:cubicBezTo>
                    <a:pt x="0" y="6553"/>
                    <a:pt x="0" y="6553"/>
                    <a:pt x="0" y="6553"/>
                  </a:cubicBezTo>
                  <a:cubicBezTo>
                    <a:pt x="0" y="2912"/>
                    <a:pt x="3304" y="0"/>
                    <a:pt x="7624" y="0"/>
                  </a:cubicBezTo>
                  <a:cubicBezTo>
                    <a:pt x="14231" y="0"/>
                    <a:pt x="14231" y="0"/>
                    <a:pt x="14231" y="0"/>
                  </a:cubicBezTo>
                  <a:cubicBezTo>
                    <a:pt x="18296" y="0"/>
                    <a:pt x="21600" y="2912"/>
                    <a:pt x="21600" y="6553"/>
                  </a:cubicBezTo>
                  <a:cubicBezTo>
                    <a:pt x="21600" y="8494"/>
                    <a:pt x="21600" y="8494"/>
                    <a:pt x="21600" y="8494"/>
                  </a:cubicBezTo>
                  <a:cubicBezTo>
                    <a:pt x="21346" y="12620"/>
                    <a:pt x="18551" y="16261"/>
                    <a:pt x="15501" y="18688"/>
                  </a:cubicBezTo>
                  <a:cubicBezTo>
                    <a:pt x="14231" y="19658"/>
                    <a:pt x="11435" y="21357"/>
                    <a:pt x="10419" y="21600"/>
                  </a:cubicBezTo>
                  <a:cubicBezTo>
                    <a:pt x="10165" y="21600"/>
                    <a:pt x="10165" y="19416"/>
                    <a:pt x="9911" y="1747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1092804" y="1756381"/>
              <a:ext cx="145109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200" y="10800"/>
                    <a:pt x="14400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1096657" y="1825352"/>
              <a:ext cx="137404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005" y="10800"/>
                    <a:pt x="14595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2179189" y="2305213"/>
              <a:ext cx="364697" cy="42708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7714" y="1168"/>
                  </a:moveTo>
                  <a:cubicBezTo>
                    <a:pt x="8155" y="1168"/>
                    <a:pt x="8596" y="1362"/>
                    <a:pt x="9037" y="1557"/>
                  </a:cubicBezTo>
                  <a:cubicBezTo>
                    <a:pt x="9037" y="1557"/>
                    <a:pt x="11682" y="3892"/>
                    <a:pt x="13224" y="5254"/>
                  </a:cubicBezTo>
                  <a:cubicBezTo>
                    <a:pt x="14106" y="6227"/>
                    <a:pt x="14988" y="7395"/>
                    <a:pt x="13665" y="8173"/>
                  </a:cubicBezTo>
                  <a:cubicBezTo>
                    <a:pt x="13445" y="8368"/>
                    <a:pt x="13224" y="8562"/>
                    <a:pt x="12784" y="8562"/>
                  </a:cubicBezTo>
                  <a:cubicBezTo>
                    <a:pt x="11902" y="8562"/>
                    <a:pt x="11241" y="7978"/>
                    <a:pt x="10580" y="7589"/>
                  </a:cubicBezTo>
                  <a:cubicBezTo>
                    <a:pt x="10580" y="7395"/>
                    <a:pt x="10359" y="7395"/>
                    <a:pt x="10139" y="7395"/>
                  </a:cubicBezTo>
                  <a:cubicBezTo>
                    <a:pt x="9918" y="7395"/>
                    <a:pt x="9478" y="7589"/>
                    <a:pt x="9478" y="7978"/>
                  </a:cubicBezTo>
                  <a:cubicBezTo>
                    <a:pt x="9478" y="14789"/>
                    <a:pt x="9478" y="14789"/>
                    <a:pt x="9478" y="14789"/>
                  </a:cubicBezTo>
                  <a:cubicBezTo>
                    <a:pt x="9478" y="16151"/>
                    <a:pt x="10800" y="17319"/>
                    <a:pt x="12343" y="17319"/>
                  </a:cubicBezTo>
                  <a:cubicBezTo>
                    <a:pt x="18955" y="17319"/>
                    <a:pt x="18955" y="17319"/>
                    <a:pt x="18955" y="17319"/>
                  </a:cubicBezTo>
                  <a:cubicBezTo>
                    <a:pt x="19616" y="17319"/>
                    <a:pt x="20278" y="17708"/>
                    <a:pt x="20278" y="18292"/>
                  </a:cubicBezTo>
                  <a:cubicBezTo>
                    <a:pt x="20278" y="19459"/>
                    <a:pt x="20278" y="19459"/>
                    <a:pt x="20278" y="19459"/>
                  </a:cubicBezTo>
                  <a:cubicBezTo>
                    <a:pt x="20278" y="19849"/>
                    <a:pt x="19616" y="20432"/>
                    <a:pt x="19176" y="20432"/>
                  </a:cubicBezTo>
                  <a:cubicBezTo>
                    <a:pt x="11241" y="20432"/>
                    <a:pt x="11241" y="20432"/>
                    <a:pt x="11241" y="20432"/>
                  </a:cubicBezTo>
                  <a:cubicBezTo>
                    <a:pt x="8376" y="20432"/>
                    <a:pt x="6171" y="18292"/>
                    <a:pt x="6171" y="15957"/>
                  </a:cubicBezTo>
                  <a:cubicBezTo>
                    <a:pt x="6171" y="7589"/>
                    <a:pt x="6171" y="7589"/>
                    <a:pt x="6171" y="7589"/>
                  </a:cubicBezTo>
                  <a:cubicBezTo>
                    <a:pt x="6171" y="7200"/>
                    <a:pt x="5731" y="7005"/>
                    <a:pt x="5510" y="7005"/>
                  </a:cubicBezTo>
                  <a:cubicBezTo>
                    <a:pt x="5290" y="7005"/>
                    <a:pt x="5069" y="7200"/>
                    <a:pt x="5069" y="7200"/>
                  </a:cubicBezTo>
                  <a:cubicBezTo>
                    <a:pt x="4188" y="7978"/>
                    <a:pt x="4188" y="7978"/>
                    <a:pt x="4188" y="7978"/>
                  </a:cubicBezTo>
                  <a:cubicBezTo>
                    <a:pt x="3747" y="8173"/>
                    <a:pt x="3306" y="8368"/>
                    <a:pt x="2865" y="8368"/>
                  </a:cubicBezTo>
                  <a:cubicBezTo>
                    <a:pt x="2645" y="8368"/>
                    <a:pt x="2204" y="8173"/>
                    <a:pt x="1763" y="7978"/>
                  </a:cubicBezTo>
                  <a:cubicBezTo>
                    <a:pt x="1763" y="7978"/>
                    <a:pt x="1763" y="7978"/>
                    <a:pt x="1763" y="7978"/>
                  </a:cubicBezTo>
                  <a:cubicBezTo>
                    <a:pt x="1102" y="7395"/>
                    <a:pt x="1102" y="6422"/>
                    <a:pt x="1763" y="5838"/>
                  </a:cubicBezTo>
                  <a:cubicBezTo>
                    <a:pt x="6612" y="1557"/>
                    <a:pt x="6612" y="1557"/>
                    <a:pt x="6612" y="1557"/>
                  </a:cubicBezTo>
                  <a:cubicBezTo>
                    <a:pt x="6833" y="1362"/>
                    <a:pt x="7273" y="1168"/>
                    <a:pt x="7714" y="1168"/>
                  </a:cubicBezTo>
                  <a:moveTo>
                    <a:pt x="7714" y="0"/>
                  </a:moveTo>
                  <a:cubicBezTo>
                    <a:pt x="6833" y="0"/>
                    <a:pt x="6171" y="195"/>
                    <a:pt x="5510" y="778"/>
                  </a:cubicBezTo>
                  <a:cubicBezTo>
                    <a:pt x="882" y="5059"/>
                    <a:pt x="882" y="5059"/>
                    <a:pt x="882" y="5059"/>
                  </a:cubicBezTo>
                  <a:cubicBezTo>
                    <a:pt x="220" y="5449"/>
                    <a:pt x="0" y="6227"/>
                    <a:pt x="0" y="7005"/>
                  </a:cubicBezTo>
                  <a:cubicBezTo>
                    <a:pt x="0" y="7589"/>
                    <a:pt x="220" y="8368"/>
                    <a:pt x="882" y="8757"/>
                  </a:cubicBezTo>
                  <a:cubicBezTo>
                    <a:pt x="882" y="8757"/>
                    <a:pt x="882" y="8757"/>
                    <a:pt x="882" y="8757"/>
                  </a:cubicBezTo>
                  <a:cubicBezTo>
                    <a:pt x="882" y="8951"/>
                    <a:pt x="882" y="8951"/>
                    <a:pt x="882" y="8951"/>
                  </a:cubicBezTo>
                  <a:cubicBezTo>
                    <a:pt x="1543" y="9341"/>
                    <a:pt x="2204" y="9535"/>
                    <a:pt x="2865" y="9535"/>
                  </a:cubicBezTo>
                  <a:cubicBezTo>
                    <a:pt x="3747" y="9535"/>
                    <a:pt x="4188" y="9341"/>
                    <a:pt x="4849" y="8951"/>
                  </a:cubicBezTo>
                  <a:cubicBezTo>
                    <a:pt x="4849" y="15957"/>
                    <a:pt x="4849" y="15957"/>
                    <a:pt x="4849" y="15957"/>
                  </a:cubicBezTo>
                  <a:cubicBezTo>
                    <a:pt x="4849" y="19070"/>
                    <a:pt x="7714" y="21600"/>
                    <a:pt x="11241" y="21600"/>
                  </a:cubicBezTo>
                  <a:cubicBezTo>
                    <a:pt x="19176" y="21600"/>
                    <a:pt x="19176" y="21600"/>
                    <a:pt x="19176" y="21600"/>
                  </a:cubicBezTo>
                  <a:cubicBezTo>
                    <a:pt x="20498" y="21600"/>
                    <a:pt x="21600" y="20627"/>
                    <a:pt x="21600" y="19459"/>
                  </a:cubicBezTo>
                  <a:cubicBezTo>
                    <a:pt x="21600" y="18292"/>
                    <a:pt x="21600" y="18292"/>
                    <a:pt x="21600" y="18292"/>
                  </a:cubicBezTo>
                  <a:cubicBezTo>
                    <a:pt x="21600" y="17124"/>
                    <a:pt x="20498" y="16151"/>
                    <a:pt x="18955" y="16151"/>
                  </a:cubicBezTo>
                  <a:cubicBezTo>
                    <a:pt x="12343" y="16151"/>
                    <a:pt x="12343" y="16151"/>
                    <a:pt x="12343" y="16151"/>
                  </a:cubicBezTo>
                  <a:cubicBezTo>
                    <a:pt x="11461" y="16151"/>
                    <a:pt x="10800" y="15568"/>
                    <a:pt x="10800" y="14789"/>
                  </a:cubicBezTo>
                  <a:cubicBezTo>
                    <a:pt x="10800" y="9146"/>
                    <a:pt x="10800" y="9146"/>
                    <a:pt x="10800" y="9146"/>
                  </a:cubicBezTo>
                  <a:cubicBezTo>
                    <a:pt x="11461" y="9535"/>
                    <a:pt x="12122" y="9730"/>
                    <a:pt x="12784" y="9730"/>
                  </a:cubicBezTo>
                  <a:cubicBezTo>
                    <a:pt x="13445" y="9730"/>
                    <a:pt x="14106" y="9535"/>
                    <a:pt x="14547" y="9146"/>
                  </a:cubicBezTo>
                  <a:cubicBezTo>
                    <a:pt x="15429" y="8562"/>
                    <a:pt x="15649" y="7784"/>
                    <a:pt x="15649" y="7395"/>
                  </a:cubicBezTo>
                  <a:cubicBezTo>
                    <a:pt x="15869" y="6227"/>
                    <a:pt x="14988" y="5254"/>
                    <a:pt x="14106" y="4476"/>
                  </a:cubicBezTo>
                  <a:cubicBezTo>
                    <a:pt x="12563" y="3114"/>
                    <a:pt x="9918" y="778"/>
                    <a:pt x="9918" y="778"/>
                  </a:cubicBezTo>
                  <a:cubicBezTo>
                    <a:pt x="9257" y="195"/>
                    <a:pt x="8596" y="0"/>
                    <a:pt x="771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2402629" y="2232263"/>
              <a:ext cx="365981" cy="42708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359" y="1168"/>
                  </a:moveTo>
                  <a:cubicBezTo>
                    <a:pt x="13004" y="1168"/>
                    <a:pt x="15429" y="3114"/>
                    <a:pt x="15429" y="5643"/>
                  </a:cubicBezTo>
                  <a:cubicBezTo>
                    <a:pt x="15429" y="13816"/>
                    <a:pt x="15429" y="13816"/>
                    <a:pt x="15429" y="13816"/>
                  </a:cubicBezTo>
                  <a:cubicBezTo>
                    <a:pt x="15429" y="14205"/>
                    <a:pt x="15649" y="14400"/>
                    <a:pt x="16090" y="14400"/>
                  </a:cubicBezTo>
                  <a:cubicBezTo>
                    <a:pt x="16090" y="14400"/>
                    <a:pt x="16310" y="14400"/>
                    <a:pt x="16531" y="14205"/>
                  </a:cubicBezTo>
                  <a:cubicBezTo>
                    <a:pt x="17192" y="13622"/>
                    <a:pt x="17192" y="13622"/>
                    <a:pt x="17192" y="13622"/>
                  </a:cubicBezTo>
                  <a:cubicBezTo>
                    <a:pt x="17633" y="13232"/>
                    <a:pt x="18073" y="13038"/>
                    <a:pt x="18514" y="13038"/>
                  </a:cubicBezTo>
                  <a:cubicBezTo>
                    <a:pt x="18955" y="13038"/>
                    <a:pt x="19396" y="13232"/>
                    <a:pt x="19616" y="13427"/>
                  </a:cubicBezTo>
                  <a:cubicBezTo>
                    <a:pt x="19616" y="13427"/>
                    <a:pt x="19616" y="13427"/>
                    <a:pt x="19616" y="13427"/>
                  </a:cubicBezTo>
                  <a:cubicBezTo>
                    <a:pt x="20278" y="14011"/>
                    <a:pt x="20278" y="15178"/>
                    <a:pt x="19616" y="15762"/>
                  </a:cubicBezTo>
                  <a:cubicBezTo>
                    <a:pt x="14988" y="19849"/>
                    <a:pt x="14988" y="19849"/>
                    <a:pt x="14988" y="19849"/>
                  </a:cubicBezTo>
                  <a:cubicBezTo>
                    <a:pt x="14547" y="20238"/>
                    <a:pt x="14106" y="20432"/>
                    <a:pt x="13665" y="20432"/>
                  </a:cubicBezTo>
                  <a:cubicBezTo>
                    <a:pt x="13224" y="20432"/>
                    <a:pt x="12784" y="20238"/>
                    <a:pt x="12563" y="19849"/>
                  </a:cubicBezTo>
                  <a:cubicBezTo>
                    <a:pt x="12563" y="19849"/>
                    <a:pt x="9698" y="17708"/>
                    <a:pt x="8155" y="16151"/>
                  </a:cubicBezTo>
                  <a:cubicBezTo>
                    <a:pt x="7273" y="15373"/>
                    <a:pt x="6392" y="14205"/>
                    <a:pt x="7714" y="13232"/>
                  </a:cubicBezTo>
                  <a:cubicBezTo>
                    <a:pt x="7935" y="13038"/>
                    <a:pt x="8376" y="13038"/>
                    <a:pt x="8596" y="13038"/>
                  </a:cubicBezTo>
                  <a:cubicBezTo>
                    <a:pt x="9478" y="13038"/>
                    <a:pt x="10359" y="13427"/>
                    <a:pt x="10800" y="14011"/>
                  </a:cubicBezTo>
                  <a:cubicBezTo>
                    <a:pt x="11020" y="14205"/>
                    <a:pt x="11020" y="14205"/>
                    <a:pt x="11241" y="14205"/>
                  </a:cubicBezTo>
                  <a:cubicBezTo>
                    <a:pt x="11682" y="14205"/>
                    <a:pt x="11902" y="14011"/>
                    <a:pt x="11902" y="13622"/>
                  </a:cubicBezTo>
                  <a:cubicBezTo>
                    <a:pt x="11902" y="6616"/>
                    <a:pt x="11902" y="6616"/>
                    <a:pt x="11902" y="6616"/>
                  </a:cubicBezTo>
                  <a:cubicBezTo>
                    <a:pt x="11902" y="5254"/>
                    <a:pt x="10580" y="4086"/>
                    <a:pt x="9037" y="4086"/>
                  </a:cubicBezTo>
                  <a:cubicBezTo>
                    <a:pt x="2424" y="4086"/>
                    <a:pt x="2424" y="4086"/>
                    <a:pt x="2424" y="4086"/>
                  </a:cubicBezTo>
                  <a:cubicBezTo>
                    <a:pt x="1763" y="4086"/>
                    <a:pt x="1322" y="3697"/>
                    <a:pt x="1322" y="3114"/>
                  </a:cubicBezTo>
                  <a:cubicBezTo>
                    <a:pt x="1322" y="2141"/>
                    <a:pt x="1322" y="2141"/>
                    <a:pt x="1322" y="2141"/>
                  </a:cubicBezTo>
                  <a:cubicBezTo>
                    <a:pt x="1322" y="1557"/>
                    <a:pt x="1763" y="1168"/>
                    <a:pt x="2424" y="1168"/>
                  </a:cubicBezTo>
                  <a:cubicBezTo>
                    <a:pt x="10359" y="1168"/>
                    <a:pt x="10359" y="1168"/>
                    <a:pt x="10359" y="1168"/>
                  </a:cubicBezTo>
                  <a:moveTo>
                    <a:pt x="10359" y="0"/>
                  </a:moveTo>
                  <a:cubicBezTo>
                    <a:pt x="2424" y="0"/>
                    <a:pt x="2424" y="0"/>
                    <a:pt x="2424" y="0"/>
                  </a:cubicBezTo>
                  <a:cubicBezTo>
                    <a:pt x="1102" y="0"/>
                    <a:pt x="0" y="973"/>
                    <a:pt x="0" y="2141"/>
                  </a:cubicBezTo>
                  <a:cubicBezTo>
                    <a:pt x="0" y="3114"/>
                    <a:pt x="0" y="3114"/>
                    <a:pt x="0" y="3114"/>
                  </a:cubicBezTo>
                  <a:cubicBezTo>
                    <a:pt x="0" y="4281"/>
                    <a:pt x="1102" y="5254"/>
                    <a:pt x="2424" y="5254"/>
                  </a:cubicBezTo>
                  <a:cubicBezTo>
                    <a:pt x="9037" y="5254"/>
                    <a:pt x="9037" y="5254"/>
                    <a:pt x="9037" y="5254"/>
                  </a:cubicBezTo>
                  <a:cubicBezTo>
                    <a:pt x="9918" y="5254"/>
                    <a:pt x="10580" y="5838"/>
                    <a:pt x="10580" y="6616"/>
                  </a:cubicBezTo>
                  <a:cubicBezTo>
                    <a:pt x="10580" y="12259"/>
                    <a:pt x="10580" y="12259"/>
                    <a:pt x="10580" y="12259"/>
                  </a:cubicBezTo>
                  <a:cubicBezTo>
                    <a:pt x="10139" y="12065"/>
                    <a:pt x="9478" y="11870"/>
                    <a:pt x="8596" y="11870"/>
                  </a:cubicBezTo>
                  <a:cubicBezTo>
                    <a:pt x="7935" y="11870"/>
                    <a:pt x="7273" y="12065"/>
                    <a:pt x="6833" y="12454"/>
                  </a:cubicBezTo>
                  <a:cubicBezTo>
                    <a:pt x="5951" y="13038"/>
                    <a:pt x="5731" y="13622"/>
                    <a:pt x="5731" y="14205"/>
                  </a:cubicBezTo>
                  <a:cubicBezTo>
                    <a:pt x="5731" y="15373"/>
                    <a:pt x="6612" y="16346"/>
                    <a:pt x="7273" y="16930"/>
                  </a:cubicBezTo>
                  <a:cubicBezTo>
                    <a:pt x="8816" y="18486"/>
                    <a:pt x="11461" y="20627"/>
                    <a:pt x="11461" y="20822"/>
                  </a:cubicBezTo>
                  <a:cubicBezTo>
                    <a:pt x="12122" y="21211"/>
                    <a:pt x="12784" y="21600"/>
                    <a:pt x="13665" y="21600"/>
                  </a:cubicBezTo>
                  <a:cubicBezTo>
                    <a:pt x="14547" y="21600"/>
                    <a:pt x="15208" y="21211"/>
                    <a:pt x="15869" y="20822"/>
                  </a:cubicBezTo>
                  <a:cubicBezTo>
                    <a:pt x="20718" y="16541"/>
                    <a:pt x="20718" y="16541"/>
                    <a:pt x="20718" y="16541"/>
                  </a:cubicBezTo>
                  <a:cubicBezTo>
                    <a:pt x="21159" y="15957"/>
                    <a:pt x="21600" y="15373"/>
                    <a:pt x="21600" y="14595"/>
                  </a:cubicBezTo>
                  <a:cubicBezTo>
                    <a:pt x="21600" y="13816"/>
                    <a:pt x="21159" y="13232"/>
                    <a:pt x="20498" y="12649"/>
                  </a:cubicBezTo>
                  <a:cubicBezTo>
                    <a:pt x="19837" y="12259"/>
                    <a:pt x="19176" y="11870"/>
                    <a:pt x="18514" y="11870"/>
                  </a:cubicBezTo>
                  <a:cubicBezTo>
                    <a:pt x="17853" y="11870"/>
                    <a:pt x="17192" y="12065"/>
                    <a:pt x="16751" y="12454"/>
                  </a:cubicBezTo>
                  <a:cubicBezTo>
                    <a:pt x="16751" y="5643"/>
                    <a:pt x="16751" y="5643"/>
                    <a:pt x="16751" y="5643"/>
                  </a:cubicBezTo>
                  <a:cubicBezTo>
                    <a:pt x="16751" y="2530"/>
                    <a:pt x="13886" y="0"/>
                    <a:pt x="103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5"/>
            <p:cNvSpPr/>
            <p:nvPr/>
          </p:nvSpPr>
          <p:spPr>
            <a:xfrm>
              <a:off x="965674" y="2347657"/>
              <a:ext cx="418632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1237912" y="2390101"/>
              <a:ext cx="105301" cy="1074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0" y="4629"/>
                  </a:moveTo>
                  <a:cubicBezTo>
                    <a:pt x="14657" y="4629"/>
                    <a:pt x="16971" y="7714"/>
                    <a:pt x="16971" y="10800"/>
                  </a:cubicBezTo>
                  <a:cubicBezTo>
                    <a:pt x="16971" y="14657"/>
                    <a:pt x="14657" y="16971"/>
                    <a:pt x="10800" y="16971"/>
                  </a:cubicBezTo>
                  <a:cubicBezTo>
                    <a:pt x="7714" y="16971"/>
                    <a:pt x="4629" y="14657"/>
                    <a:pt x="4629" y="10800"/>
                  </a:cubicBezTo>
                  <a:cubicBezTo>
                    <a:pt x="4629" y="7714"/>
                    <a:pt x="7714" y="4629"/>
                    <a:pt x="10800" y="4629"/>
                  </a:cubicBezTo>
                  <a:moveTo>
                    <a:pt x="10800" y="0"/>
                  </a:moveTo>
                  <a:cubicBezTo>
                    <a:pt x="5400" y="0"/>
                    <a:pt x="0" y="4629"/>
                    <a:pt x="0" y="10800"/>
                  </a:cubicBezTo>
                  <a:cubicBezTo>
                    <a:pt x="0" y="16971"/>
                    <a:pt x="5400" y="21600"/>
                    <a:pt x="10800" y="21600"/>
                  </a:cubicBezTo>
                  <a:cubicBezTo>
                    <a:pt x="16971" y="21600"/>
                    <a:pt x="21600" y="16971"/>
                    <a:pt x="21600" y="10800"/>
                  </a:cubicBezTo>
                  <a:cubicBezTo>
                    <a:pt x="21600" y="4629"/>
                    <a:pt x="16971" y="0"/>
                    <a:pt x="10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965674" y="2347657"/>
              <a:ext cx="418632" cy="43504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1085100" y="2486924"/>
              <a:ext cx="172077" cy="176407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1022177" y="2409995"/>
              <a:ext cx="305626" cy="31567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649" y="527"/>
                  </a:moveTo>
                  <a:cubicBezTo>
                    <a:pt x="16859" y="0"/>
                    <a:pt x="16068" y="0"/>
                    <a:pt x="15278" y="0"/>
                  </a:cubicBezTo>
                  <a:cubicBezTo>
                    <a:pt x="6585" y="0"/>
                    <a:pt x="6585" y="0"/>
                    <a:pt x="6585" y="0"/>
                  </a:cubicBezTo>
                  <a:cubicBezTo>
                    <a:pt x="2898" y="0"/>
                    <a:pt x="0" y="2898"/>
                    <a:pt x="0" y="6322"/>
                  </a:cubicBezTo>
                  <a:cubicBezTo>
                    <a:pt x="0" y="15015"/>
                    <a:pt x="0" y="15015"/>
                    <a:pt x="0" y="15015"/>
                  </a:cubicBezTo>
                  <a:cubicBezTo>
                    <a:pt x="0" y="18702"/>
                    <a:pt x="2898" y="21600"/>
                    <a:pt x="6585" y="21600"/>
                  </a:cubicBezTo>
                  <a:cubicBezTo>
                    <a:pt x="15278" y="21600"/>
                    <a:pt x="15278" y="21600"/>
                    <a:pt x="15278" y="21600"/>
                  </a:cubicBezTo>
                  <a:cubicBezTo>
                    <a:pt x="18702" y="21600"/>
                    <a:pt x="21600" y="18702"/>
                    <a:pt x="21600" y="15015"/>
                  </a:cubicBezTo>
                  <a:cubicBezTo>
                    <a:pt x="21600" y="6322"/>
                    <a:pt x="21600" y="6322"/>
                    <a:pt x="21600" y="6322"/>
                  </a:cubicBezTo>
                  <a:cubicBezTo>
                    <a:pt x="21600" y="5532"/>
                    <a:pt x="21337" y="4741"/>
                    <a:pt x="21073" y="3951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368548" y="3363648"/>
              <a:ext cx="283795" cy="293127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462291" y="3424841"/>
              <a:ext cx="95040" cy="82056"/>
            </a:xfrm>
            <a:custGeom>
              <a:avLst/>
              <a:gdLst/>
              <a:ahLst/>
              <a:cxnLst/>
              <a:rect l="l" t="t" r="r" b="b"/>
              <a:pathLst>
                <a:path w="21315" h="20879" extrusionOk="0">
                  <a:moveTo>
                    <a:pt x="0" y="3206"/>
                  </a:moveTo>
                  <a:cubicBezTo>
                    <a:pt x="4154" y="1243"/>
                    <a:pt x="8308" y="-721"/>
                    <a:pt x="13292" y="261"/>
                  </a:cubicBezTo>
                  <a:cubicBezTo>
                    <a:pt x="15785" y="1243"/>
                    <a:pt x="19108" y="2224"/>
                    <a:pt x="20769" y="6152"/>
                  </a:cubicBezTo>
                  <a:cubicBezTo>
                    <a:pt x="21600" y="8115"/>
                    <a:pt x="21600" y="12043"/>
                    <a:pt x="19938" y="14988"/>
                  </a:cubicBezTo>
                  <a:cubicBezTo>
                    <a:pt x="18277" y="16952"/>
                    <a:pt x="15785" y="18915"/>
                    <a:pt x="13292" y="19897"/>
                  </a:cubicBezTo>
                  <a:cubicBezTo>
                    <a:pt x="10800" y="20879"/>
                    <a:pt x="7477" y="20879"/>
                    <a:pt x="4985" y="20879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469996" y="3503884"/>
              <a:ext cx="106427" cy="92718"/>
            </a:xfrm>
            <a:custGeom>
              <a:avLst/>
              <a:gdLst/>
              <a:ahLst/>
              <a:cxnLst/>
              <a:rect l="l" t="t" r="r" b="b"/>
              <a:pathLst>
                <a:path w="18267" h="20684" extrusionOk="0">
                  <a:moveTo>
                    <a:pt x="3812" y="648"/>
                  </a:moveTo>
                  <a:cubicBezTo>
                    <a:pt x="5718" y="-216"/>
                    <a:pt x="7624" y="-216"/>
                    <a:pt x="10165" y="648"/>
                  </a:cubicBezTo>
                  <a:cubicBezTo>
                    <a:pt x="12071" y="648"/>
                    <a:pt x="14612" y="1512"/>
                    <a:pt x="15882" y="3240"/>
                  </a:cubicBezTo>
                  <a:cubicBezTo>
                    <a:pt x="21600" y="9288"/>
                    <a:pt x="15882" y="18792"/>
                    <a:pt x="10800" y="20520"/>
                  </a:cubicBezTo>
                  <a:cubicBezTo>
                    <a:pt x="6353" y="21384"/>
                    <a:pt x="1906" y="18792"/>
                    <a:pt x="0" y="1360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443028" y="2028004"/>
              <a:ext cx="385595" cy="716236"/>
            </a:xfrm>
            <a:custGeom>
              <a:avLst/>
              <a:gdLst/>
              <a:ahLst/>
              <a:cxnLst/>
              <a:rect l="l" t="t" r="r" b="b"/>
              <a:pathLst>
                <a:path w="21406" h="21600" extrusionOk="0">
                  <a:moveTo>
                    <a:pt x="19315" y="0"/>
                  </a:moveTo>
                  <a:cubicBezTo>
                    <a:pt x="2700" y="0"/>
                    <a:pt x="2700" y="0"/>
                    <a:pt x="2700" y="0"/>
                  </a:cubicBezTo>
                  <a:cubicBezTo>
                    <a:pt x="1246" y="0"/>
                    <a:pt x="0" y="697"/>
                    <a:pt x="0" y="1510"/>
                  </a:cubicBezTo>
                  <a:cubicBezTo>
                    <a:pt x="0" y="19974"/>
                    <a:pt x="0" y="19974"/>
                    <a:pt x="0" y="19974"/>
                  </a:cubicBezTo>
                  <a:cubicBezTo>
                    <a:pt x="0" y="20903"/>
                    <a:pt x="1246" y="21600"/>
                    <a:pt x="2700" y="21600"/>
                  </a:cubicBezTo>
                  <a:cubicBezTo>
                    <a:pt x="18692" y="21600"/>
                    <a:pt x="18692" y="21600"/>
                    <a:pt x="18692" y="21600"/>
                  </a:cubicBezTo>
                  <a:cubicBezTo>
                    <a:pt x="20146" y="21600"/>
                    <a:pt x="21392" y="20903"/>
                    <a:pt x="21392" y="19974"/>
                  </a:cubicBezTo>
                  <a:cubicBezTo>
                    <a:pt x="21392" y="1510"/>
                    <a:pt x="21392" y="1510"/>
                    <a:pt x="21392" y="1510"/>
                  </a:cubicBezTo>
                  <a:cubicBezTo>
                    <a:pt x="21600" y="116"/>
                    <a:pt x="19315" y="0"/>
                    <a:pt x="19315" y="0"/>
                  </a:cubicBezTo>
                  <a:close/>
                  <a:moveTo>
                    <a:pt x="10800" y="20090"/>
                  </a:moveTo>
                  <a:cubicBezTo>
                    <a:pt x="9762" y="20090"/>
                    <a:pt x="8931" y="19626"/>
                    <a:pt x="8931" y="19045"/>
                  </a:cubicBezTo>
                  <a:cubicBezTo>
                    <a:pt x="8931" y="18581"/>
                    <a:pt x="9762" y="18116"/>
                    <a:pt x="10800" y="18116"/>
                  </a:cubicBezTo>
                  <a:cubicBezTo>
                    <a:pt x="11631" y="18116"/>
                    <a:pt x="12462" y="18581"/>
                    <a:pt x="12462" y="19045"/>
                  </a:cubicBezTo>
                  <a:cubicBezTo>
                    <a:pt x="12462" y="19626"/>
                    <a:pt x="11631" y="20090"/>
                    <a:pt x="10800" y="20090"/>
                  </a:cubicBezTo>
                  <a:close/>
                  <a:moveTo>
                    <a:pt x="16823" y="16723"/>
                  </a:moveTo>
                  <a:cubicBezTo>
                    <a:pt x="4362" y="16723"/>
                    <a:pt x="4362" y="16723"/>
                    <a:pt x="4362" y="16723"/>
                  </a:cubicBezTo>
                  <a:cubicBezTo>
                    <a:pt x="3323" y="16723"/>
                    <a:pt x="2700" y="16258"/>
                    <a:pt x="2700" y="15794"/>
                  </a:cubicBezTo>
                  <a:cubicBezTo>
                    <a:pt x="2700" y="4065"/>
                    <a:pt x="2700" y="4065"/>
                    <a:pt x="2700" y="4065"/>
                  </a:cubicBezTo>
                  <a:cubicBezTo>
                    <a:pt x="2700" y="3600"/>
                    <a:pt x="3531" y="3135"/>
                    <a:pt x="4362" y="3135"/>
                  </a:cubicBezTo>
                  <a:cubicBezTo>
                    <a:pt x="17031" y="3135"/>
                    <a:pt x="17031" y="3135"/>
                    <a:pt x="17031" y="3135"/>
                  </a:cubicBezTo>
                  <a:cubicBezTo>
                    <a:pt x="17862" y="3135"/>
                    <a:pt x="18692" y="3600"/>
                    <a:pt x="18692" y="4065"/>
                  </a:cubicBezTo>
                  <a:cubicBezTo>
                    <a:pt x="18485" y="15910"/>
                    <a:pt x="18485" y="15910"/>
                    <a:pt x="18485" y="15910"/>
                  </a:cubicBezTo>
                  <a:cubicBezTo>
                    <a:pt x="18485" y="16374"/>
                    <a:pt x="17654" y="16723"/>
                    <a:pt x="16823" y="16723"/>
                  </a:cubicBezTo>
                  <a:close/>
                  <a:moveTo>
                    <a:pt x="19315" y="16723"/>
                  </a:moveTo>
                  <a:cubicBezTo>
                    <a:pt x="19315" y="16723"/>
                    <a:pt x="19315" y="16723"/>
                    <a:pt x="19315" y="167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7" name="Google Shape;1057;p25"/>
            <p:cNvCxnSpPr/>
            <p:nvPr/>
          </p:nvCxnSpPr>
          <p:spPr>
            <a:xfrm flipH="1">
              <a:off x="529067" y="2181861"/>
              <a:ext cx="197758" cy="250682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8" name="Google Shape;1058;p25"/>
            <p:cNvCxnSpPr/>
            <p:nvPr/>
          </p:nvCxnSpPr>
          <p:spPr>
            <a:xfrm flipH="1">
              <a:off x="595842" y="2274706"/>
              <a:ext cx="134835" cy="161816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9" name="Google Shape;1059;p25"/>
            <p:cNvCxnSpPr/>
            <p:nvPr/>
          </p:nvCxnSpPr>
          <p:spPr>
            <a:xfrm>
              <a:off x="566306" y="2078406"/>
              <a:ext cx="134835" cy="1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60" name="Google Shape;1060;p25"/>
            <p:cNvSpPr/>
            <p:nvPr/>
          </p:nvSpPr>
          <p:spPr>
            <a:xfrm>
              <a:off x="476416" y="1882104"/>
              <a:ext cx="75765" cy="9284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7560" y="7200"/>
                    <a:pt x="14040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626089" y="1809155"/>
              <a:ext cx="12701" cy="1538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21600" y="7020"/>
                    <a:pt x="0" y="1458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708846" y="1894041"/>
              <a:ext cx="84754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574" y="13371"/>
                    <a:pt x="14087" y="6171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5"/>
            <p:cNvSpPr/>
            <p:nvPr/>
          </p:nvSpPr>
          <p:spPr>
            <a:xfrm>
              <a:off x="-1" y="1050477"/>
              <a:ext cx="282513" cy="29312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5"/>
            <p:cNvSpPr/>
            <p:nvPr/>
          </p:nvSpPr>
          <p:spPr>
            <a:xfrm>
              <a:off x="92458" y="1149953"/>
              <a:ext cx="93743" cy="12733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655"/>
                  </a:moveTo>
                  <a:cubicBezTo>
                    <a:pt x="6912" y="655"/>
                    <a:pt x="13824" y="0"/>
                    <a:pt x="21600" y="0"/>
                  </a:cubicBezTo>
                  <a:cubicBezTo>
                    <a:pt x="12960" y="4582"/>
                    <a:pt x="7776" y="13091"/>
                    <a:pt x="9504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5"/>
            <p:cNvSpPr/>
            <p:nvPr/>
          </p:nvSpPr>
          <p:spPr>
            <a:xfrm>
              <a:off x="100163" y="1215890"/>
              <a:ext cx="70629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958" y="21600"/>
                    <a:pt x="14779" y="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5"/>
            <p:cNvSpPr/>
            <p:nvPr/>
          </p:nvSpPr>
          <p:spPr>
            <a:xfrm>
              <a:off x="399156" y="627238"/>
              <a:ext cx="466574" cy="481600"/>
            </a:xfrm>
            <a:custGeom>
              <a:avLst/>
              <a:gdLst/>
              <a:ahLst/>
              <a:cxnLst/>
              <a:rect l="l" t="t" r="r" b="b"/>
              <a:pathLst>
                <a:path w="21268" h="21429" extrusionOk="0">
                  <a:moveTo>
                    <a:pt x="21264" y="10629"/>
                  </a:moveTo>
                  <a:cubicBezTo>
                    <a:pt x="21264" y="4629"/>
                    <a:pt x="16502" y="0"/>
                    <a:pt x="10549" y="0"/>
                  </a:cubicBezTo>
                  <a:cubicBezTo>
                    <a:pt x="10549" y="0"/>
                    <a:pt x="344" y="-171"/>
                    <a:pt x="4" y="10800"/>
                  </a:cubicBezTo>
                  <a:cubicBezTo>
                    <a:pt x="-166" y="16800"/>
                    <a:pt x="4936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6672" y="21429"/>
                    <a:pt x="21434" y="16458"/>
                    <a:pt x="21264" y="1062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5"/>
            <p:cNvSpPr/>
            <p:nvPr/>
          </p:nvSpPr>
          <p:spPr>
            <a:xfrm>
              <a:off x="548328" y="635326"/>
              <a:ext cx="174645" cy="47351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537"/>
                  </a:moveTo>
                  <a:cubicBezTo>
                    <a:pt x="21600" y="16683"/>
                    <a:pt x="18383" y="21600"/>
                    <a:pt x="11030" y="21600"/>
                  </a:cubicBezTo>
                  <a:cubicBezTo>
                    <a:pt x="3677" y="21600"/>
                    <a:pt x="0" y="16507"/>
                    <a:pt x="0" y="10361"/>
                  </a:cubicBezTo>
                  <a:cubicBezTo>
                    <a:pt x="0" y="4390"/>
                    <a:pt x="3677" y="0"/>
                    <a:pt x="11030" y="0"/>
                  </a:cubicBezTo>
                  <a:cubicBezTo>
                    <a:pt x="18843" y="0"/>
                    <a:pt x="21600" y="4390"/>
                    <a:pt x="21600" y="1053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5"/>
            <p:cNvSpPr/>
            <p:nvPr/>
          </p:nvSpPr>
          <p:spPr>
            <a:xfrm>
              <a:off x="405789" y="761331"/>
              <a:ext cx="467429" cy="1963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541" y="0"/>
                  </a:moveTo>
                  <a:cubicBezTo>
                    <a:pt x="16589" y="0"/>
                    <a:pt x="21600" y="4659"/>
                    <a:pt x="21600" y="11435"/>
                  </a:cubicBezTo>
                  <a:cubicBezTo>
                    <a:pt x="21600" y="18212"/>
                    <a:pt x="16762" y="21600"/>
                    <a:pt x="10714" y="21600"/>
                  </a:cubicBezTo>
                  <a:cubicBezTo>
                    <a:pt x="4666" y="21600"/>
                    <a:pt x="0" y="18212"/>
                    <a:pt x="0" y="11435"/>
                  </a:cubicBezTo>
                  <a:cubicBezTo>
                    <a:pt x="0" y="4659"/>
                    <a:pt x="4666" y="0"/>
                    <a:pt x="1054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5"/>
            <p:cNvSpPr/>
            <p:nvPr/>
          </p:nvSpPr>
          <p:spPr>
            <a:xfrm>
              <a:off x="499530" y="1238820"/>
              <a:ext cx="242703" cy="250683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5"/>
            <p:cNvSpPr/>
            <p:nvPr/>
          </p:nvSpPr>
          <p:spPr>
            <a:xfrm>
              <a:off x="544476" y="1604895"/>
              <a:ext cx="148961" cy="1193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8361"/>
                    <a:pt x="21600" y="8361"/>
                    <a:pt x="21600" y="8361"/>
                  </a:cubicBezTo>
                  <a:cubicBezTo>
                    <a:pt x="21600" y="3484"/>
                    <a:pt x="18900" y="0"/>
                    <a:pt x="15120" y="0"/>
                  </a:cubicBezTo>
                  <a:cubicBezTo>
                    <a:pt x="5940" y="0"/>
                    <a:pt x="5940" y="0"/>
                    <a:pt x="5940" y="0"/>
                  </a:cubicBezTo>
                  <a:cubicBezTo>
                    <a:pt x="2700" y="0"/>
                    <a:pt x="0" y="3484"/>
                    <a:pt x="0" y="8361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5"/>
            <p:cNvSpPr/>
            <p:nvPr/>
          </p:nvSpPr>
          <p:spPr>
            <a:xfrm>
              <a:off x="480269" y="1539903"/>
              <a:ext cx="276091" cy="1883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12784"/>
                    <a:pt x="0" y="12784"/>
                    <a:pt x="0" y="12784"/>
                  </a:cubicBezTo>
                  <a:cubicBezTo>
                    <a:pt x="0" y="5731"/>
                    <a:pt x="3795" y="0"/>
                    <a:pt x="8173" y="0"/>
                  </a:cubicBezTo>
                  <a:cubicBezTo>
                    <a:pt x="13135" y="0"/>
                    <a:pt x="13135" y="0"/>
                    <a:pt x="13135" y="0"/>
                  </a:cubicBezTo>
                  <a:cubicBezTo>
                    <a:pt x="17805" y="0"/>
                    <a:pt x="21600" y="5731"/>
                    <a:pt x="21600" y="12784"/>
                  </a:cubicBezTo>
                  <a:cubicBezTo>
                    <a:pt x="21600" y="20718"/>
                    <a:pt x="21600" y="20718"/>
                    <a:pt x="21600" y="20718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5"/>
            <p:cNvSpPr/>
            <p:nvPr/>
          </p:nvSpPr>
          <p:spPr>
            <a:xfrm>
              <a:off x="405789" y="1439099"/>
              <a:ext cx="1271" cy="88867"/>
            </a:xfrm>
            <a:prstGeom prst="ellipse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3" name="Google Shape;1073;p25"/>
            <p:cNvCxnSpPr/>
            <p:nvPr/>
          </p:nvCxnSpPr>
          <p:spPr>
            <a:xfrm>
              <a:off x="368548" y="1481543"/>
              <a:ext cx="78333" cy="1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74" name="Google Shape;1074;p25"/>
            <p:cNvSpPr/>
            <p:nvPr/>
          </p:nvSpPr>
          <p:spPr>
            <a:xfrm>
              <a:off x="562453" y="1305138"/>
              <a:ext cx="115573" cy="122025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5"/>
            <p:cNvSpPr/>
            <p:nvPr/>
          </p:nvSpPr>
          <p:spPr>
            <a:xfrm>
              <a:off x="1789521" y="2452439"/>
              <a:ext cx="12701" cy="14192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0" y="19265"/>
                    <a:pt x="21600" y="216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5"/>
            <p:cNvSpPr/>
            <p:nvPr/>
          </p:nvSpPr>
          <p:spPr>
            <a:xfrm>
              <a:off x="1537117" y="2359594"/>
              <a:ext cx="51367" cy="809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5"/>
            <p:cNvSpPr/>
            <p:nvPr/>
          </p:nvSpPr>
          <p:spPr>
            <a:xfrm>
              <a:off x="1983998" y="2355615"/>
              <a:ext cx="52650" cy="809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7714" y="7200"/>
                    <a:pt x="13886" y="14400"/>
                    <a:pt x="2160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5"/>
            <p:cNvSpPr/>
            <p:nvPr/>
          </p:nvSpPr>
          <p:spPr>
            <a:xfrm>
              <a:off x="1789521" y="1712330"/>
              <a:ext cx="12701" cy="1432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14595"/>
                    <a:pt x="0" y="7005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5"/>
            <p:cNvSpPr/>
            <p:nvPr/>
          </p:nvSpPr>
          <p:spPr>
            <a:xfrm>
              <a:off x="1507582" y="1793238"/>
              <a:ext cx="51367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3886" y="14400"/>
                    <a:pt x="7714" y="720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5"/>
            <p:cNvSpPr/>
            <p:nvPr/>
          </p:nvSpPr>
          <p:spPr>
            <a:xfrm>
              <a:off x="2014818" y="1793238"/>
              <a:ext cx="51367" cy="809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7714" y="14400"/>
                    <a:pt x="13886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5"/>
            <p:cNvSpPr/>
            <p:nvPr/>
          </p:nvSpPr>
          <p:spPr>
            <a:xfrm>
              <a:off x="1353485" y="2143016"/>
              <a:ext cx="101447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2800" y="0"/>
                    <a:pt x="8000" y="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5"/>
            <p:cNvSpPr/>
            <p:nvPr/>
          </p:nvSpPr>
          <p:spPr>
            <a:xfrm>
              <a:off x="2103423" y="2143016"/>
              <a:ext cx="119427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4175" y="0"/>
                    <a:pt x="7425" y="0"/>
                    <a:pt x="0" y="2160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5"/>
            <p:cNvSpPr/>
            <p:nvPr/>
          </p:nvSpPr>
          <p:spPr>
            <a:xfrm>
              <a:off x="1532223" y="1911494"/>
              <a:ext cx="520829" cy="460038"/>
            </a:xfrm>
            <a:custGeom>
              <a:avLst/>
              <a:gdLst/>
              <a:ahLst/>
              <a:cxnLst/>
              <a:rect l="l" t="t" r="r" b="b"/>
              <a:pathLst>
                <a:path w="21059" h="20985" extrusionOk="0">
                  <a:moveTo>
                    <a:pt x="21029" y="6058"/>
                  </a:moveTo>
                  <a:cubicBezTo>
                    <a:pt x="20727" y="3951"/>
                    <a:pt x="19821" y="2546"/>
                    <a:pt x="19216" y="1844"/>
                  </a:cubicBezTo>
                  <a:cubicBezTo>
                    <a:pt x="19216" y="1844"/>
                    <a:pt x="19216" y="1844"/>
                    <a:pt x="19216" y="1844"/>
                  </a:cubicBezTo>
                  <a:cubicBezTo>
                    <a:pt x="17253" y="-615"/>
                    <a:pt x="13930" y="-615"/>
                    <a:pt x="11966" y="1844"/>
                  </a:cubicBezTo>
                  <a:cubicBezTo>
                    <a:pt x="10455" y="3600"/>
                    <a:pt x="10455" y="3600"/>
                    <a:pt x="10455" y="3600"/>
                  </a:cubicBezTo>
                  <a:cubicBezTo>
                    <a:pt x="9096" y="1844"/>
                    <a:pt x="9096" y="1844"/>
                    <a:pt x="9096" y="1844"/>
                  </a:cubicBezTo>
                  <a:cubicBezTo>
                    <a:pt x="7132" y="-615"/>
                    <a:pt x="3809" y="-615"/>
                    <a:pt x="1846" y="1844"/>
                  </a:cubicBezTo>
                  <a:cubicBezTo>
                    <a:pt x="1846" y="1844"/>
                    <a:pt x="1846" y="1844"/>
                    <a:pt x="1846" y="1844"/>
                  </a:cubicBezTo>
                  <a:cubicBezTo>
                    <a:pt x="1241" y="2546"/>
                    <a:pt x="335" y="3951"/>
                    <a:pt x="33" y="6058"/>
                  </a:cubicBezTo>
                  <a:cubicBezTo>
                    <a:pt x="-269" y="9922"/>
                    <a:pt x="1393" y="15014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9518" y="15014"/>
                    <a:pt x="21331" y="9922"/>
                    <a:pt x="21029" y="605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5"/>
            <p:cNvSpPr/>
            <p:nvPr/>
          </p:nvSpPr>
          <p:spPr>
            <a:xfrm>
              <a:off x="1537117" y="2009435"/>
              <a:ext cx="59072" cy="4642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5400" y="14400"/>
                    <a:pt x="13500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1544822" y="2078406"/>
              <a:ext cx="70629" cy="543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821" y="13886"/>
                    <a:pt x="14779" y="7714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6" name="Google Shape;1086;p25"/>
            <p:cNvCxnSpPr/>
            <p:nvPr/>
          </p:nvCxnSpPr>
          <p:spPr>
            <a:xfrm rot="10800000" flipH="1">
              <a:off x="1585915" y="2147376"/>
              <a:ext cx="62924" cy="50403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87" name="Google Shape;1087;p25"/>
            <p:cNvSpPr/>
            <p:nvPr/>
          </p:nvSpPr>
          <p:spPr>
            <a:xfrm>
              <a:off x="1625724" y="2205736"/>
              <a:ext cx="56503" cy="424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4320" y="15709"/>
                    <a:pt x="17280" y="3927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5"/>
            <p:cNvSpPr/>
            <p:nvPr/>
          </p:nvSpPr>
          <p:spPr>
            <a:xfrm>
              <a:off x="1682226" y="2262770"/>
              <a:ext cx="48798" cy="344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308" y="12000"/>
                    <a:pt x="13292" y="720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1752854" y="2317150"/>
              <a:ext cx="37240" cy="265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640" y="12343"/>
                    <a:pt x="12960" y="9257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1890064" y="1958487"/>
              <a:ext cx="97788" cy="125068"/>
            </a:xfrm>
            <a:custGeom>
              <a:avLst/>
              <a:gdLst/>
              <a:ahLst/>
              <a:cxnLst/>
              <a:rect l="l" t="t" r="r" b="b"/>
              <a:pathLst>
                <a:path w="18906" h="20573" extrusionOk="0">
                  <a:moveTo>
                    <a:pt x="3786" y="8329"/>
                  </a:moveTo>
                  <a:cubicBezTo>
                    <a:pt x="6666" y="9600"/>
                    <a:pt x="8826" y="12141"/>
                    <a:pt x="9546" y="14682"/>
                  </a:cubicBezTo>
                  <a:cubicBezTo>
                    <a:pt x="10266" y="15953"/>
                    <a:pt x="10986" y="17859"/>
                    <a:pt x="11706" y="19129"/>
                  </a:cubicBezTo>
                  <a:cubicBezTo>
                    <a:pt x="12426" y="19764"/>
                    <a:pt x="13866" y="21035"/>
                    <a:pt x="15306" y="20400"/>
                  </a:cubicBezTo>
                  <a:cubicBezTo>
                    <a:pt x="18186" y="20400"/>
                    <a:pt x="18906" y="17859"/>
                    <a:pt x="18906" y="15953"/>
                  </a:cubicBezTo>
                  <a:cubicBezTo>
                    <a:pt x="18906" y="12141"/>
                    <a:pt x="17466" y="8329"/>
                    <a:pt x="14586" y="5153"/>
                  </a:cubicBezTo>
                  <a:cubicBezTo>
                    <a:pt x="12426" y="3247"/>
                    <a:pt x="6666" y="-565"/>
                    <a:pt x="3066" y="70"/>
                  </a:cubicBezTo>
                  <a:cubicBezTo>
                    <a:pt x="-2694" y="1976"/>
                    <a:pt x="906" y="6423"/>
                    <a:pt x="3786" y="8329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1944663" y="2123975"/>
              <a:ext cx="39337" cy="44160"/>
            </a:xfrm>
            <a:custGeom>
              <a:avLst/>
              <a:gdLst/>
              <a:ahLst/>
              <a:cxnLst/>
              <a:rect l="l" t="t" r="r" b="b"/>
              <a:pathLst>
                <a:path w="19460" h="18925" extrusionOk="0">
                  <a:moveTo>
                    <a:pt x="5060" y="322"/>
                  </a:moveTo>
                  <a:cubicBezTo>
                    <a:pt x="12260" y="-1340"/>
                    <a:pt x="19460" y="3645"/>
                    <a:pt x="19460" y="10291"/>
                  </a:cubicBezTo>
                  <a:cubicBezTo>
                    <a:pt x="19460" y="15275"/>
                    <a:pt x="12260" y="20260"/>
                    <a:pt x="5060" y="18598"/>
                  </a:cubicBezTo>
                  <a:cubicBezTo>
                    <a:pt x="-340" y="15275"/>
                    <a:pt x="-2140" y="6968"/>
                    <a:pt x="3260" y="1983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1596188" y="354138"/>
              <a:ext cx="504668" cy="5345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720" y="0"/>
                  </a:moveTo>
                  <a:cubicBezTo>
                    <a:pt x="4800" y="0"/>
                    <a:pt x="0" y="4351"/>
                    <a:pt x="0" y="9635"/>
                  </a:cubicBezTo>
                  <a:cubicBezTo>
                    <a:pt x="0" y="12121"/>
                    <a:pt x="960" y="14296"/>
                    <a:pt x="2720" y="16006"/>
                  </a:cubicBezTo>
                  <a:cubicBezTo>
                    <a:pt x="3520" y="16783"/>
                    <a:pt x="4000" y="17871"/>
                    <a:pt x="4000" y="18958"/>
                  </a:cubicBezTo>
                  <a:cubicBezTo>
                    <a:pt x="4000" y="21600"/>
                    <a:pt x="4000" y="21600"/>
                    <a:pt x="4000" y="21600"/>
                  </a:cubicBezTo>
                  <a:cubicBezTo>
                    <a:pt x="7040" y="19580"/>
                    <a:pt x="7040" y="19580"/>
                    <a:pt x="7040" y="19580"/>
                  </a:cubicBezTo>
                  <a:cubicBezTo>
                    <a:pt x="7520" y="19114"/>
                    <a:pt x="8320" y="18958"/>
                    <a:pt x="8960" y="19114"/>
                  </a:cubicBezTo>
                  <a:cubicBezTo>
                    <a:pt x="9600" y="19269"/>
                    <a:pt x="10240" y="19269"/>
                    <a:pt x="10720" y="19269"/>
                  </a:cubicBezTo>
                  <a:cubicBezTo>
                    <a:pt x="16800" y="19269"/>
                    <a:pt x="21600" y="14918"/>
                    <a:pt x="21600" y="9635"/>
                  </a:cubicBezTo>
                  <a:cubicBezTo>
                    <a:pt x="21600" y="4351"/>
                    <a:pt x="16800" y="0"/>
                    <a:pt x="10720" y="0"/>
                  </a:cubicBezTo>
                  <a:close/>
                  <a:moveTo>
                    <a:pt x="11360" y="11655"/>
                  </a:moveTo>
                  <a:cubicBezTo>
                    <a:pt x="9920" y="10101"/>
                    <a:pt x="9920" y="10101"/>
                    <a:pt x="9920" y="10101"/>
                  </a:cubicBezTo>
                  <a:cubicBezTo>
                    <a:pt x="9440" y="9790"/>
                    <a:pt x="8960" y="9635"/>
                    <a:pt x="8480" y="9945"/>
                  </a:cubicBezTo>
                  <a:cubicBezTo>
                    <a:pt x="4000" y="12432"/>
                    <a:pt x="4000" y="12432"/>
                    <a:pt x="4000" y="12432"/>
                  </a:cubicBezTo>
                  <a:cubicBezTo>
                    <a:pt x="8960" y="7148"/>
                    <a:pt x="8960" y="7148"/>
                    <a:pt x="8960" y="7148"/>
                  </a:cubicBezTo>
                  <a:cubicBezTo>
                    <a:pt x="9280" y="6837"/>
                    <a:pt x="9760" y="6837"/>
                    <a:pt x="10080" y="7148"/>
                  </a:cubicBezTo>
                  <a:cubicBezTo>
                    <a:pt x="11680" y="8858"/>
                    <a:pt x="11680" y="8858"/>
                    <a:pt x="11680" y="8858"/>
                  </a:cubicBezTo>
                  <a:cubicBezTo>
                    <a:pt x="12160" y="9168"/>
                    <a:pt x="12640" y="9324"/>
                    <a:pt x="13120" y="9013"/>
                  </a:cubicBezTo>
                  <a:cubicBezTo>
                    <a:pt x="17600" y="6527"/>
                    <a:pt x="17600" y="6527"/>
                    <a:pt x="17600" y="6527"/>
                  </a:cubicBezTo>
                  <a:cubicBezTo>
                    <a:pt x="12960" y="11655"/>
                    <a:pt x="12960" y="11655"/>
                    <a:pt x="12960" y="11655"/>
                  </a:cubicBezTo>
                  <a:cubicBezTo>
                    <a:pt x="12480" y="12121"/>
                    <a:pt x="11680" y="12121"/>
                    <a:pt x="11360" y="1165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1431817" y="200279"/>
              <a:ext cx="134836" cy="13794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3800" y="15000"/>
                    <a:pt x="6600" y="780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1607746" y="72949"/>
              <a:ext cx="115574" cy="17242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15329" y="14880"/>
                    <a:pt x="6271" y="6720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5" name="Google Shape;1095;p25"/>
            <p:cNvCxnSpPr/>
            <p:nvPr/>
          </p:nvCxnSpPr>
          <p:spPr>
            <a:xfrm rot="10800000" flipH="1">
              <a:off x="1864573" y="0"/>
              <a:ext cx="34672" cy="218850"/>
            </a:xfrm>
            <a:prstGeom prst="straightConnector1">
              <a:avLst/>
            </a:pr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6" name="Google Shape;1096;p25"/>
            <p:cNvSpPr/>
            <p:nvPr/>
          </p:nvSpPr>
          <p:spPr>
            <a:xfrm>
              <a:off x="2040501" y="122024"/>
              <a:ext cx="115573" cy="15120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8361" y="14954"/>
                    <a:pt x="16026" y="7754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2144516" y="319652"/>
              <a:ext cx="183634" cy="11539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6612" y="12960"/>
                    <a:pt x="14106" y="5760"/>
                    <a:pt x="21600" y="0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137119" y="2820255"/>
              <a:ext cx="670026" cy="401361"/>
            </a:xfrm>
            <a:custGeom>
              <a:avLst/>
              <a:gdLst/>
              <a:ahLst/>
              <a:cxnLst/>
              <a:rect l="l" t="t" r="r" b="b"/>
              <a:pathLst>
                <a:path w="20417" h="20050" extrusionOk="0">
                  <a:moveTo>
                    <a:pt x="19223" y="14878"/>
                  </a:moveTo>
                  <a:cubicBezTo>
                    <a:pt x="19110" y="14685"/>
                    <a:pt x="18996" y="14685"/>
                    <a:pt x="18882" y="14685"/>
                  </a:cubicBezTo>
                  <a:cubicBezTo>
                    <a:pt x="18314" y="14492"/>
                    <a:pt x="17746" y="14106"/>
                    <a:pt x="17177" y="13913"/>
                  </a:cubicBezTo>
                  <a:cubicBezTo>
                    <a:pt x="16040" y="13335"/>
                    <a:pt x="14903" y="12756"/>
                    <a:pt x="13653" y="12178"/>
                  </a:cubicBezTo>
                  <a:cubicBezTo>
                    <a:pt x="13653" y="11985"/>
                    <a:pt x="13085" y="11792"/>
                    <a:pt x="12630" y="11599"/>
                  </a:cubicBezTo>
                  <a:cubicBezTo>
                    <a:pt x="11720" y="11020"/>
                    <a:pt x="11834" y="9863"/>
                    <a:pt x="11720" y="9092"/>
                  </a:cubicBezTo>
                  <a:cubicBezTo>
                    <a:pt x="11493" y="6392"/>
                    <a:pt x="10925" y="3692"/>
                    <a:pt x="9219" y="1763"/>
                  </a:cubicBezTo>
                  <a:cubicBezTo>
                    <a:pt x="7514" y="-165"/>
                    <a:pt x="5354" y="-551"/>
                    <a:pt x="3535" y="799"/>
                  </a:cubicBezTo>
                  <a:cubicBezTo>
                    <a:pt x="-103" y="3499"/>
                    <a:pt x="-1126" y="11213"/>
                    <a:pt x="1375" y="16420"/>
                  </a:cubicBezTo>
                  <a:cubicBezTo>
                    <a:pt x="2967" y="19892"/>
                    <a:pt x="5922" y="21049"/>
                    <a:pt x="8310" y="19120"/>
                  </a:cubicBezTo>
                  <a:cubicBezTo>
                    <a:pt x="10583" y="17578"/>
                    <a:pt x="11266" y="14106"/>
                    <a:pt x="13198" y="15263"/>
                  </a:cubicBezTo>
                  <a:cubicBezTo>
                    <a:pt x="14449" y="15842"/>
                    <a:pt x="15699" y="16420"/>
                    <a:pt x="16836" y="16999"/>
                  </a:cubicBezTo>
                  <a:cubicBezTo>
                    <a:pt x="17291" y="17192"/>
                    <a:pt x="17632" y="17385"/>
                    <a:pt x="18087" y="17770"/>
                  </a:cubicBezTo>
                  <a:cubicBezTo>
                    <a:pt x="18541" y="17963"/>
                    <a:pt x="18996" y="18156"/>
                    <a:pt x="19451" y="18156"/>
                  </a:cubicBezTo>
                  <a:cubicBezTo>
                    <a:pt x="19792" y="18156"/>
                    <a:pt x="20019" y="18156"/>
                    <a:pt x="20247" y="17770"/>
                  </a:cubicBezTo>
                  <a:cubicBezTo>
                    <a:pt x="20474" y="17192"/>
                    <a:pt x="20474" y="16228"/>
                    <a:pt x="20247" y="15842"/>
                  </a:cubicBezTo>
                  <a:cubicBezTo>
                    <a:pt x="20019" y="15263"/>
                    <a:pt x="19678" y="15070"/>
                    <a:pt x="19223" y="14878"/>
                  </a:cubicBezTo>
                  <a:close/>
                  <a:moveTo>
                    <a:pt x="7969" y="15842"/>
                  </a:moveTo>
                  <a:cubicBezTo>
                    <a:pt x="6036" y="17770"/>
                    <a:pt x="3649" y="16613"/>
                    <a:pt x="2512" y="13528"/>
                  </a:cubicBezTo>
                  <a:cubicBezTo>
                    <a:pt x="1375" y="10249"/>
                    <a:pt x="1943" y="6199"/>
                    <a:pt x="3876" y="4270"/>
                  </a:cubicBezTo>
                  <a:cubicBezTo>
                    <a:pt x="5695" y="2342"/>
                    <a:pt x="8196" y="3306"/>
                    <a:pt x="9333" y="6585"/>
                  </a:cubicBezTo>
                  <a:cubicBezTo>
                    <a:pt x="10470" y="9670"/>
                    <a:pt x="9788" y="13913"/>
                    <a:pt x="7969" y="1584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267918" y="2929021"/>
              <a:ext cx="134357" cy="77111"/>
            </a:xfrm>
            <a:custGeom>
              <a:avLst/>
              <a:gdLst/>
              <a:ahLst/>
              <a:cxnLst/>
              <a:rect l="l" t="t" r="r" b="b"/>
              <a:pathLst>
                <a:path w="20000" h="19933" extrusionOk="0">
                  <a:moveTo>
                    <a:pt x="1158" y="7061"/>
                  </a:moveTo>
                  <a:cubicBezTo>
                    <a:pt x="50" y="9024"/>
                    <a:pt x="-504" y="11970"/>
                    <a:pt x="604" y="14915"/>
                  </a:cubicBezTo>
                  <a:cubicBezTo>
                    <a:pt x="1711" y="16879"/>
                    <a:pt x="3927" y="15897"/>
                    <a:pt x="5034" y="14915"/>
                  </a:cubicBezTo>
                  <a:cubicBezTo>
                    <a:pt x="6696" y="13933"/>
                    <a:pt x="8358" y="12951"/>
                    <a:pt x="9465" y="13933"/>
                  </a:cubicBezTo>
                  <a:cubicBezTo>
                    <a:pt x="11681" y="14915"/>
                    <a:pt x="13896" y="17861"/>
                    <a:pt x="15558" y="19824"/>
                  </a:cubicBezTo>
                  <a:cubicBezTo>
                    <a:pt x="18881" y="20806"/>
                    <a:pt x="21096" y="14915"/>
                    <a:pt x="19434" y="10006"/>
                  </a:cubicBezTo>
                  <a:cubicBezTo>
                    <a:pt x="17773" y="4115"/>
                    <a:pt x="13896" y="1170"/>
                    <a:pt x="11127" y="188"/>
                  </a:cubicBezTo>
                  <a:cubicBezTo>
                    <a:pt x="7250" y="-794"/>
                    <a:pt x="3373" y="2151"/>
                    <a:pt x="1158" y="706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0" name="Google Shape;1100;p25"/>
          <p:cNvSpPr txBox="1"/>
          <p:nvPr/>
        </p:nvSpPr>
        <p:spPr>
          <a:xfrm>
            <a:off x="5426920" y="2892420"/>
            <a:ext cx="6388101" cy="124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entury Gothic"/>
              <a:buNone/>
            </a:pPr>
            <a:r>
              <a:rPr lang="en-IN" sz="8000" b="1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1" name="Google Shape;1101;p2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9940" y="39953"/>
            <a:ext cx="1421641" cy="14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0A2F34"/>
      </a:accent5>
      <a:accent6>
        <a:srgbClr val="8E35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0A2F34"/>
      </a:accent5>
      <a:accent6>
        <a:srgbClr val="8E35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1052</Words>
  <Application>Microsoft Office PowerPoint</Application>
  <PresentationFormat>Custom</PresentationFormat>
  <Paragraphs>175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Quattrocento Sans</vt:lpstr>
      <vt:lpstr>Calibri</vt:lpstr>
      <vt:lpstr>Century Gothic</vt:lpstr>
      <vt:lpstr>Arial Rounded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BrainMine</dc:creator>
  <cp:lastModifiedBy>BrainMine</cp:lastModifiedBy>
  <cp:revision>9</cp:revision>
  <dcterms:modified xsi:type="dcterms:W3CDTF">2023-05-27T07:32:08Z</dcterms:modified>
</cp:coreProperties>
</file>