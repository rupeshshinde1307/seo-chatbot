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Quattrocento Sans"/>
      <p:regular r:id="rId23"/>
      <p:bold r:id="rId24"/>
      <p:italic r:id="rId25"/>
      <p:boldItalic r:id="rId26"/>
    </p:embeddedFont>
    <p:embeddedFont>
      <p:font typeface="Century Gothic"/>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31" roundtripDataSignature="AMtx7miyHK2ie2pdlVuos1bfOIr5B+yM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40D392-B5C5-49C3-B114-7B2D6DA775A4}">
  <a:tblStyle styleId="{9E40D392-B5C5-49C3-B114-7B2D6DA775A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QuattrocentoSans-bold.fntdata"/><Relationship Id="rId23" Type="http://schemas.openxmlformats.org/officeDocument/2006/relationships/font" Target="fonts/Quattrocento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QuattrocentoSans-boldItalic.fntdata"/><Relationship Id="rId25" Type="http://schemas.openxmlformats.org/officeDocument/2006/relationships/font" Target="fonts/QuattrocentoSans-italic.fntdata"/><Relationship Id="rId28" Type="http://schemas.openxmlformats.org/officeDocument/2006/relationships/font" Target="fonts/CenturyGothic-bold.fntdata"/><Relationship Id="rId27" Type="http://schemas.openxmlformats.org/officeDocument/2006/relationships/font" Target="fonts/CenturyGothic-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enturyGothic-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CenturyGothic-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ef68494f82_0_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2ef68494f82_0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1855f2f892_0_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31855f2f892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855f2f892_0_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g31855f2f892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1855f2f892_0_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1855f2f892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1855f2f892_0_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g31855f2f892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1855f2f892_0_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g31855f2f892_0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1855f2f892_0_1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g31855f2f892_0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1855f2f892_0_1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g31855f2f892_0_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ec6938249b_0_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g2ec6938249b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ec6938249b_0_9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g2ec6938249b_0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ec6938249b_0_1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g2ec6938249b_0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9" name="Shape 9"/>
        <p:cNvGrpSpPr/>
        <p:nvPr/>
      </p:nvGrpSpPr>
      <p:grpSpPr>
        <a:xfrm>
          <a:off x="0" y="0"/>
          <a:ext cx="0" cy="0"/>
          <a:chOff x="0" y="0"/>
          <a:chExt cx="0" cy="0"/>
        </a:xfrm>
      </p:grpSpPr>
      <p:sp>
        <p:nvSpPr>
          <p:cNvPr id="10" name="Google Shape;10;p27"/>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13" name="Shape 13"/>
        <p:cNvGrpSpPr/>
        <p:nvPr/>
      </p:nvGrpSpPr>
      <p:grpSpPr>
        <a:xfrm>
          <a:off x="0" y="0"/>
          <a:ext cx="0" cy="0"/>
          <a:chOff x="0" y="0"/>
          <a:chExt cx="0" cy="0"/>
        </a:xfrm>
      </p:grpSpPr>
      <p:sp>
        <p:nvSpPr>
          <p:cNvPr id="14" name="Google Shape;14;p30"/>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 name="Google Shape;15;p30"/>
          <p:cNvSpPr txBox="1"/>
          <p:nvPr>
            <p:ph idx="1" type="body"/>
          </p:nvPr>
        </p:nvSpPr>
        <p:spPr>
          <a:xfrm>
            <a:off x="838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6" name="Google Shape;16;p30"/>
          <p:cNvSpPr txBox="1"/>
          <p:nvPr>
            <p:ph idx="2" type="body"/>
          </p:nvPr>
        </p:nvSpPr>
        <p:spPr>
          <a:xfrm>
            <a:off x="6172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7" name="Google Shape;17;p30"/>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spTree>
      <p:nvGrpSpPr>
        <p:cNvPr id="18" name="Shape 18"/>
        <p:cNvGrpSpPr/>
        <p:nvPr/>
      </p:nvGrpSpPr>
      <p:grpSpPr>
        <a:xfrm>
          <a:off x="0" y="0"/>
          <a:ext cx="0" cy="0"/>
          <a:chOff x="0" y="0"/>
          <a:chExt cx="0" cy="0"/>
        </a:xfrm>
      </p:grpSpPr>
      <p:sp>
        <p:nvSpPr>
          <p:cNvPr id="19" name="Google Shape;19;p31"/>
          <p:cNvSpPr txBox="1"/>
          <p:nvPr>
            <p:ph type="title"/>
          </p:nvPr>
        </p:nvSpPr>
        <p:spPr>
          <a:xfrm>
            <a:off x="839787" y="365125"/>
            <a:ext cx="10515601"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0" name="Google Shape;20;p31"/>
          <p:cNvSpPr txBox="1"/>
          <p:nvPr>
            <p:ph idx="1" type="body"/>
          </p:nvPr>
        </p:nvSpPr>
        <p:spPr>
          <a:xfrm>
            <a:off x="839787" y="1681163"/>
            <a:ext cx="5157789" cy="823913"/>
          </a:xfrm>
          <a:prstGeom prst="rect">
            <a:avLst/>
          </a:prstGeom>
          <a:noFill/>
          <a:ln>
            <a:noFill/>
          </a:ln>
        </p:spPr>
        <p:txBody>
          <a:bodyPr anchorCtr="0" anchor="b"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2400"/>
              <a:buFont typeface="Quattrocento Sans"/>
              <a:buNone/>
              <a:defRPr b="1" sz="2400"/>
            </a:lvl1pPr>
            <a:lvl2pPr indent="-228600" lvl="1" marL="914400" algn="l">
              <a:lnSpc>
                <a:spcPct val="90000"/>
              </a:lnSpc>
              <a:spcBef>
                <a:spcPts val="1000"/>
              </a:spcBef>
              <a:spcAft>
                <a:spcPts val="0"/>
              </a:spcAft>
              <a:buClr>
                <a:srgbClr val="000000"/>
              </a:buClr>
              <a:buSzPts val="2400"/>
              <a:buFont typeface="Quattrocento Sans"/>
              <a:buNone/>
              <a:defRPr b="1" sz="2400"/>
            </a:lvl2pPr>
            <a:lvl3pPr indent="-228600" lvl="2" marL="1371600" algn="l">
              <a:lnSpc>
                <a:spcPct val="90000"/>
              </a:lnSpc>
              <a:spcBef>
                <a:spcPts val="1000"/>
              </a:spcBef>
              <a:spcAft>
                <a:spcPts val="0"/>
              </a:spcAft>
              <a:buClr>
                <a:srgbClr val="000000"/>
              </a:buClr>
              <a:buSzPts val="2400"/>
              <a:buFont typeface="Quattrocento Sans"/>
              <a:buNone/>
              <a:defRPr b="1" sz="2400"/>
            </a:lvl3pPr>
            <a:lvl4pPr indent="-228600" lvl="3" marL="1828800" algn="l">
              <a:lnSpc>
                <a:spcPct val="90000"/>
              </a:lnSpc>
              <a:spcBef>
                <a:spcPts val="1000"/>
              </a:spcBef>
              <a:spcAft>
                <a:spcPts val="0"/>
              </a:spcAft>
              <a:buClr>
                <a:srgbClr val="000000"/>
              </a:buClr>
              <a:buSzPts val="2400"/>
              <a:buFont typeface="Quattrocento Sans"/>
              <a:buNone/>
              <a:defRPr b="1" sz="2400"/>
            </a:lvl4pPr>
            <a:lvl5pPr indent="-228600" lvl="4" marL="2286000" algn="l">
              <a:lnSpc>
                <a:spcPct val="90000"/>
              </a:lnSpc>
              <a:spcBef>
                <a:spcPts val="1000"/>
              </a:spcBef>
              <a:spcAft>
                <a:spcPts val="0"/>
              </a:spcAft>
              <a:buClr>
                <a:srgbClr val="000000"/>
              </a:buClr>
              <a:buSzPts val="2400"/>
              <a:buFont typeface="Quattrocento Sans"/>
              <a:buNone/>
              <a:defRPr b="1" sz="24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1" name="Google Shape;21;p31"/>
          <p:cNvSpPr txBox="1"/>
          <p:nvPr>
            <p:ph idx="2" type="body"/>
          </p:nvPr>
        </p:nvSpPr>
        <p:spPr>
          <a:xfrm>
            <a:off x="839787" y="2505075"/>
            <a:ext cx="5157788"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2" name="Google Shape;22;p31"/>
          <p:cNvSpPr txBox="1"/>
          <p:nvPr>
            <p:ph idx="3" type="body"/>
          </p:nvPr>
        </p:nvSpPr>
        <p:spPr>
          <a:xfrm>
            <a:off x="6172200" y="1681163"/>
            <a:ext cx="5183188" cy="823913"/>
          </a:xfrm>
          <a:prstGeom prst="rect">
            <a:avLst/>
          </a:prstGeom>
          <a:noFill/>
          <a:ln>
            <a:noFill/>
          </a:ln>
        </p:spPr>
        <p:txBody>
          <a:bodyPr anchorCtr="0" anchor="b"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3" name="Google Shape;23;p31"/>
          <p:cNvSpPr txBox="1"/>
          <p:nvPr>
            <p:ph idx="4" type="body"/>
          </p:nvPr>
        </p:nvSpPr>
        <p:spPr>
          <a:xfrm>
            <a:off x="6172200" y="2505075"/>
            <a:ext cx="5183188"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4" name="Google Shape;24;p31"/>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5" name="Shape 25"/>
        <p:cNvGrpSpPr/>
        <p:nvPr/>
      </p:nvGrpSpPr>
      <p:grpSpPr>
        <a:xfrm>
          <a:off x="0" y="0"/>
          <a:ext cx="0" cy="0"/>
          <a:chOff x="0" y="0"/>
          <a:chExt cx="0" cy="0"/>
        </a:xfrm>
      </p:grpSpPr>
      <p:sp>
        <p:nvSpPr>
          <p:cNvPr id="26" name="Google Shape;26;p32"/>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32"/>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28" name="Shape 28"/>
        <p:cNvGrpSpPr/>
        <p:nvPr/>
      </p:nvGrpSpPr>
      <p:grpSpPr>
        <a:xfrm>
          <a:off x="0" y="0"/>
          <a:ext cx="0" cy="0"/>
          <a:chOff x="0" y="0"/>
          <a:chExt cx="0" cy="0"/>
        </a:xfrm>
      </p:grpSpPr>
      <p:sp>
        <p:nvSpPr>
          <p:cNvPr id="29" name="Google Shape;29;p33"/>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entury Gothic"/>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0" name="Google Shape;30;p33"/>
          <p:cNvSpPr txBox="1"/>
          <p:nvPr>
            <p:ph idx="1" type="body"/>
          </p:nvPr>
        </p:nvSpPr>
        <p:spPr>
          <a:xfrm>
            <a:off x="5183187" y="987425"/>
            <a:ext cx="6172201" cy="4873625"/>
          </a:xfrm>
          <a:prstGeom prst="rect">
            <a:avLst/>
          </a:prstGeom>
          <a:noFill/>
          <a:ln>
            <a:noFill/>
          </a:ln>
        </p:spPr>
        <p:txBody>
          <a:bodyPr anchorCtr="0" anchor="t" bIns="45675" lIns="45675" spcFirstLastPara="1" rIns="45675" wrap="square" tIns="45675">
            <a:normAutofit/>
          </a:bodyPr>
          <a:lstStyle>
            <a:lvl1pPr indent="-431800" lvl="0" marL="457200" algn="l">
              <a:lnSpc>
                <a:spcPct val="90000"/>
              </a:lnSpc>
              <a:spcBef>
                <a:spcPts val="1000"/>
              </a:spcBef>
              <a:spcAft>
                <a:spcPts val="0"/>
              </a:spcAft>
              <a:buSzPts val="3200"/>
              <a:buChar char="•"/>
              <a:defRPr sz="3200"/>
            </a:lvl1pPr>
            <a:lvl2pPr indent="-431800" lvl="1" marL="914400" algn="l">
              <a:lnSpc>
                <a:spcPct val="90000"/>
              </a:lnSpc>
              <a:spcBef>
                <a:spcPts val="1000"/>
              </a:spcBef>
              <a:spcAft>
                <a:spcPts val="0"/>
              </a:spcAft>
              <a:buSzPts val="3200"/>
              <a:buChar char="•"/>
              <a:defRPr sz="3200"/>
            </a:lvl2pPr>
            <a:lvl3pPr indent="-431800" lvl="2" marL="1371600" algn="l">
              <a:lnSpc>
                <a:spcPct val="90000"/>
              </a:lnSpc>
              <a:spcBef>
                <a:spcPts val="1000"/>
              </a:spcBef>
              <a:spcAft>
                <a:spcPts val="0"/>
              </a:spcAft>
              <a:buSzPts val="3200"/>
              <a:buChar char="•"/>
              <a:defRPr sz="3200"/>
            </a:lvl3pPr>
            <a:lvl4pPr indent="-431800" lvl="3" marL="1828800" algn="l">
              <a:lnSpc>
                <a:spcPct val="90000"/>
              </a:lnSpc>
              <a:spcBef>
                <a:spcPts val="1000"/>
              </a:spcBef>
              <a:spcAft>
                <a:spcPts val="0"/>
              </a:spcAft>
              <a:buSzPts val="3200"/>
              <a:buChar char="•"/>
              <a:defRPr sz="3200"/>
            </a:lvl4pPr>
            <a:lvl5pPr indent="-431800" lvl="4" marL="2286000" algn="l">
              <a:lnSpc>
                <a:spcPct val="90000"/>
              </a:lnSpc>
              <a:spcBef>
                <a:spcPts val="1000"/>
              </a:spcBef>
              <a:spcAft>
                <a:spcPts val="0"/>
              </a:spcAft>
              <a:buSzPts val="3200"/>
              <a:buChar char="•"/>
              <a:defRPr sz="32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1" name="Google Shape;31;p33"/>
          <p:cNvSpPr txBox="1"/>
          <p:nvPr>
            <p:ph idx="2" type="body"/>
          </p:nvPr>
        </p:nvSpPr>
        <p:spPr>
          <a:xfrm>
            <a:off x="839787" y="2057400"/>
            <a:ext cx="3932238" cy="3811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2" name="Google Shape;32;p33"/>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33" name="Shape 33"/>
        <p:cNvGrpSpPr/>
        <p:nvPr/>
      </p:nvGrpSpPr>
      <p:grpSpPr>
        <a:xfrm>
          <a:off x="0" y="0"/>
          <a:ext cx="0" cy="0"/>
          <a:chOff x="0" y="0"/>
          <a:chExt cx="0" cy="0"/>
        </a:xfrm>
      </p:grpSpPr>
      <p:sp>
        <p:nvSpPr>
          <p:cNvPr id="34" name="Google Shape;34;p34"/>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entury Gothic"/>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5" name="Google Shape;35;p34"/>
          <p:cNvSpPr/>
          <p:nvPr>
            <p:ph idx="2" type="pic"/>
          </p:nvPr>
        </p:nvSpPr>
        <p:spPr>
          <a:xfrm>
            <a:off x="5183187" y="987425"/>
            <a:ext cx="6172201" cy="4873625"/>
          </a:xfrm>
          <a:prstGeom prst="rect">
            <a:avLst/>
          </a:prstGeom>
          <a:noFill/>
          <a:ln>
            <a:noFill/>
          </a:ln>
        </p:spPr>
      </p:sp>
      <p:sp>
        <p:nvSpPr>
          <p:cNvPr id="36" name="Google Shape;36;p34"/>
          <p:cNvSpPr txBox="1"/>
          <p:nvPr>
            <p:ph idx="1" type="body"/>
          </p:nvPr>
        </p:nvSpPr>
        <p:spPr>
          <a:xfrm>
            <a:off x="839787" y="2057400"/>
            <a:ext cx="3932239" cy="38115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1600"/>
              <a:buFont typeface="Quattrocento Sans"/>
              <a:buNone/>
              <a:defRPr sz="1600"/>
            </a:lvl1pPr>
            <a:lvl2pPr indent="-228600" lvl="1" marL="914400" algn="l">
              <a:lnSpc>
                <a:spcPct val="90000"/>
              </a:lnSpc>
              <a:spcBef>
                <a:spcPts val="1000"/>
              </a:spcBef>
              <a:spcAft>
                <a:spcPts val="0"/>
              </a:spcAft>
              <a:buClr>
                <a:srgbClr val="000000"/>
              </a:buClr>
              <a:buSzPts val="1600"/>
              <a:buFont typeface="Quattrocento Sans"/>
              <a:buNone/>
              <a:defRPr sz="1600"/>
            </a:lvl2pPr>
            <a:lvl3pPr indent="-228600" lvl="2" marL="1371600" algn="l">
              <a:lnSpc>
                <a:spcPct val="90000"/>
              </a:lnSpc>
              <a:spcBef>
                <a:spcPts val="1000"/>
              </a:spcBef>
              <a:spcAft>
                <a:spcPts val="0"/>
              </a:spcAft>
              <a:buClr>
                <a:srgbClr val="000000"/>
              </a:buClr>
              <a:buSzPts val="1600"/>
              <a:buFont typeface="Quattrocento Sans"/>
              <a:buNone/>
              <a:defRPr sz="1600"/>
            </a:lvl3pPr>
            <a:lvl4pPr indent="-228600" lvl="3" marL="1828800" algn="l">
              <a:lnSpc>
                <a:spcPct val="90000"/>
              </a:lnSpc>
              <a:spcBef>
                <a:spcPts val="1000"/>
              </a:spcBef>
              <a:spcAft>
                <a:spcPts val="0"/>
              </a:spcAft>
              <a:buClr>
                <a:srgbClr val="000000"/>
              </a:buClr>
              <a:buSzPts val="1600"/>
              <a:buFont typeface="Quattrocento Sans"/>
              <a:buNone/>
              <a:defRPr sz="1600"/>
            </a:lvl4pPr>
            <a:lvl5pPr indent="-228600" lvl="4" marL="2286000" algn="l">
              <a:lnSpc>
                <a:spcPct val="90000"/>
              </a:lnSpc>
              <a:spcBef>
                <a:spcPts val="1000"/>
              </a:spcBef>
              <a:spcAft>
                <a:spcPts val="0"/>
              </a:spcAft>
              <a:buClr>
                <a:srgbClr val="000000"/>
              </a:buClr>
              <a:buSzPts val="1600"/>
              <a:buFont typeface="Quattrocento Sans"/>
              <a:buNone/>
              <a:defRPr sz="16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7" name="Google Shape;37;p34"/>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38" name="Shape 38"/>
        <p:cNvGrpSpPr/>
        <p:nvPr/>
      </p:nvGrpSpPr>
      <p:grpSpPr>
        <a:xfrm>
          <a:off x="0" y="0"/>
          <a:ext cx="0" cy="0"/>
          <a:chOff x="0" y="0"/>
          <a:chExt cx="0" cy="0"/>
        </a:xfrm>
      </p:grpSpPr>
      <p:sp>
        <p:nvSpPr>
          <p:cNvPr id="39" name="Google Shape;39;p35"/>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0" name="Google Shape;40;p35"/>
          <p:cNvSpPr txBox="1"/>
          <p:nvPr>
            <p:ph idx="1" type="body"/>
          </p:nvPr>
        </p:nvSpPr>
        <p:spPr>
          <a:xfrm rot="5400000">
            <a:off x="3920330" y="-1256506"/>
            <a:ext cx="4351339" cy="105156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1" name="Google Shape;41;p35"/>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42" name="Shape 42"/>
        <p:cNvGrpSpPr/>
        <p:nvPr/>
      </p:nvGrpSpPr>
      <p:grpSpPr>
        <a:xfrm>
          <a:off x="0" y="0"/>
          <a:ext cx="0" cy="0"/>
          <a:chOff x="0" y="0"/>
          <a:chExt cx="0" cy="0"/>
        </a:xfrm>
      </p:grpSpPr>
      <p:sp>
        <p:nvSpPr>
          <p:cNvPr id="43" name="Google Shape;43;p36"/>
          <p:cNvSpPr txBox="1"/>
          <p:nvPr>
            <p:ph type="title"/>
          </p:nvPr>
        </p:nvSpPr>
        <p:spPr>
          <a:xfrm rot="5400000">
            <a:off x="7133431" y="1956593"/>
            <a:ext cx="5811839" cy="2628901"/>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4" name="Google Shape;44;p36"/>
          <p:cNvSpPr txBox="1"/>
          <p:nvPr>
            <p:ph idx="1" type="body"/>
          </p:nvPr>
        </p:nvSpPr>
        <p:spPr>
          <a:xfrm rot="5400000">
            <a:off x="1799431" y="-596107"/>
            <a:ext cx="5811838" cy="77343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5" name="Google Shape;45;p36"/>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46" name="Shape 46"/>
        <p:cNvGrpSpPr/>
        <p:nvPr/>
      </p:nvGrpSpPr>
      <p:grpSpPr>
        <a:xfrm>
          <a:off x="0" y="0"/>
          <a:ext cx="0" cy="0"/>
          <a:chOff x="0" y="0"/>
          <a:chExt cx="0" cy="0"/>
        </a:xfrm>
      </p:grpSpPr>
      <p:sp>
        <p:nvSpPr>
          <p:cNvPr id="47" name="Google Shape;47;p37"/>
          <p:cNvSpPr txBox="1"/>
          <p:nvPr>
            <p:ph type="title"/>
          </p:nvPr>
        </p:nvSpPr>
        <p:spPr>
          <a:xfrm>
            <a:off x="1524000" y="1122362"/>
            <a:ext cx="9144000" cy="2387601"/>
          </a:xfrm>
          <a:prstGeom prst="rect">
            <a:avLst/>
          </a:prstGeom>
          <a:noFill/>
          <a:ln>
            <a:noFill/>
          </a:ln>
        </p:spPr>
        <p:txBody>
          <a:bodyPr anchorCtr="0" anchor="b" bIns="45675" lIns="45675" spcFirstLastPara="1" rIns="45675" wrap="square" tIns="45675">
            <a:normAutofit/>
          </a:bodyPr>
          <a:lstStyle>
            <a:lvl1pPr lvl="0" algn="ctr">
              <a:lnSpc>
                <a:spcPct val="90000"/>
              </a:lnSpc>
              <a:spcBef>
                <a:spcPts val="0"/>
              </a:spcBef>
              <a:spcAft>
                <a:spcPts val="0"/>
              </a:spcAft>
              <a:buClr>
                <a:srgbClr val="000000"/>
              </a:buClr>
              <a:buSzPts val="6000"/>
              <a:buFont typeface="Century Gothic"/>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8" name="Google Shape;48;p37"/>
          <p:cNvSpPr txBox="1"/>
          <p:nvPr>
            <p:ph idx="1" type="body"/>
          </p:nvPr>
        </p:nvSpPr>
        <p:spPr>
          <a:xfrm>
            <a:off x="1524000" y="3602037"/>
            <a:ext cx="9144000" cy="1655763"/>
          </a:xfrm>
          <a:prstGeom prst="rect">
            <a:avLst/>
          </a:prstGeom>
          <a:noFill/>
          <a:ln>
            <a:noFill/>
          </a:ln>
        </p:spPr>
        <p:txBody>
          <a:bodyPr anchorCtr="0" anchor="t" bIns="45675" lIns="45675" spcFirstLastPara="1" rIns="45675" wrap="square" tIns="45675">
            <a:normAutofit/>
          </a:bodyPr>
          <a:lstStyle>
            <a:lvl1pPr indent="-228600" lvl="0" marL="4572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1pPr>
            <a:lvl2pPr indent="-228600" lvl="1" marL="9144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2pPr>
            <a:lvl3pPr indent="-228600" lvl="2" marL="13716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3pPr>
            <a:lvl4pPr indent="-228600" lvl="3" marL="18288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4pPr>
            <a:lvl5pPr indent="-228600" lvl="4" marL="22860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9" name="Google Shape;49;p37"/>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50" name="Shape 50"/>
        <p:cNvGrpSpPr/>
        <p:nvPr/>
      </p:nvGrpSpPr>
      <p:grpSpPr>
        <a:xfrm>
          <a:off x="0" y="0"/>
          <a:ext cx="0" cy="0"/>
          <a:chOff x="0" y="0"/>
          <a:chExt cx="0" cy="0"/>
        </a:xfrm>
      </p:grpSpPr>
      <p:sp>
        <p:nvSpPr>
          <p:cNvPr id="51" name="Google Shape;51;p38"/>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2" name="Google Shape;52;p38"/>
          <p:cNvSpPr txBox="1"/>
          <p:nvPr>
            <p:ph idx="1" type="body"/>
          </p:nvPr>
        </p:nvSpPr>
        <p:spPr>
          <a:xfrm>
            <a:off x="838200" y="1825625"/>
            <a:ext cx="10515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atin typeface="Calibri"/>
                <a:ea typeface="Calibri"/>
                <a:cs typeface="Calibri"/>
                <a:sym typeface="Calibri"/>
              </a:defRPr>
            </a:lvl1pPr>
            <a:lvl2pPr indent="-406400" lvl="1" marL="914400" algn="l">
              <a:lnSpc>
                <a:spcPct val="90000"/>
              </a:lnSpc>
              <a:spcBef>
                <a:spcPts val="1000"/>
              </a:spcBef>
              <a:spcAft>
                <a:spcPts val="0"/>
              </a:spcAft>
              <a:buSzPts val="2800"/>
              <a:buChar char="•"/>
              <a:defRPr>
                <a:latin typeface="Calibri"/>
                <a:ea typeface="Calibri"/>
                <a:cs typeface="Calibri"/>
                <a:sym typeface="Calibri"/>
              </a:defRPr>
            </a:lvl2pPr>
            <a:lvl3pPr indent="-406400" lvl="2" marL="1371600" algn="l">
              <a:lnSpc>
                <a:spcPct val="90000"/>
              </a:lnSpc>
              <a:spcBef>
                <a:spcPts val="1000"/>
              </a:spcBef>
              <a:spcAft>
                <a:spcPts val="0"/>
              </a:spcAft>
              <a:buSzPts val="2800"/>
              <a:buChar char="•"/>
              <a:defRPr>
                <a:latin typeface="Calibri"/>
                <a:ea typeface="Calibri"/>
                <a:cs typeface="Calibri"/>
                <a:sym typeface="Calibri"/>
              </a:defRPr>
            </a:lvl3pPr>
            <a:lvl4pPr indent="-406400" lvl="3" marL="1828800" algn="l">
              <a:lnSpc>
                <a:spcPct val="90000"/>
              </a:lnSpc>
              <a:spcBef>
                <a:spcPts val="1000"/>
              </a:spcBef>
              <a:spcAft>
                <a:spcPts val="0"/>
              </a:spcAft>
              <a:buSzPts val="2800"/>
              <a:buChar char="•"/>
              <a:defRPr>
                <a:latin typeface="Calibri"/>
                <a:ea typeface="Calibri"/>
                <a:cs typeface="Calibri"/>
                <a:sym typeface="Calibri"/>
              </a:defRPr>
            </a:lvl4pPr>
            <a:lvl5pPr indent="-406400" lvl="4" marL="2286000" algn="l">
              <a:lnSpc>
                <a:spcPct val="90000"/>
              </a:lnSpc>
              <a:spcBef>
                <a:spcPts val="1000"/>
              </a:spcBef>
              <a:spcAft>
                <a:spcPts val="0"/>
              </a:spcAft>
              <a:buSzPts val="2800"/>
              <a:buChar char="•"/>
              <a:defRPr>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3" name="Google Shape;53;p38"/>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p:cSld name="SECTION_HEADER 2">
    <p:spTree>
      <p:nvGrpSpPr>
        <p:cNvPr id="54" name="Shape 54"/>
        <p:cNvGrpSpPr/>
        <p:nvPr/>
      </p:nvGrpSpPr>
      <p:grpSpPr>
        <a:xfrm>
          <a:off x="0" y="0"/>
          <a:ext cx="0" cy="0"/>
          <a:chOff x="0" y="0"/>
          <a:chExt cx="0" cy="0"/>
        </a:xfrm>
      </p:grpSpPr>
      <p:sp>
        <p:nvSpPr>
          <p:cNvPr id="55" name="Google Shape;55;p39"/>
          <p:cNvSpPr txBox="1"/>
          <p:nvPr>
            <p:ph type="title"/>
          </p:nvPr>
        </p:nvSpPr>
        <p:spPr>
          <a:xfrm>
            <a:off x="831850" y="1709738"/>
            <a:ext cx="10515600" cy="2852737"/>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6000"/>
              <a:buFont typeface="Century Gothic"/>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6" name="Google Shape;56;p39"/>
          <p:cNvSpPr txBox="1"/>
          <p:nvPr>
            <p:ph idx="1" type="body"/>
          </p:nvPr>
        </p:nvSpPr>
        <p:spPr>
          <a:xfrm>
            <a:off x="831850" y="4589462"/>
            <a:ext cx="10515600" cy="15001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7" name="Google Shape;57;p39"/>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p:cSld name="TWO_OBJECTS 2">
    <p:spTree>
      <p:nvGrpSpPr>
        <p:cNvPr id="58" name="Shape 58"/>
        <p:cNvGrpSpPr/>
        <p:nvPr/>
      </p:nvGrpSpPr>
      <p:grpSpPr>
        <a:xfrm>
          <a:off x="0" y="0"/>
          <a:ext cx="0" cy="0"/>
          <a:chOff x="0" y="0"/>
          <a:chExt cx="0" cy="0"/>
        </a:xfrm>
      </p:grpSpPr>
      <p:sp>
        <p:nvSpPr>
          <p:cNvPr id="59" name="Google Shape;59;p40"/>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0" name="Google Shape;60;p40"/>
          <p:cNvSpPr txBox="1"/>
          <p:nvPr>
            <p:ph idx="1" type="body"/>
          </p:nvPr>
        </p:nvSpPr>
        <p:spPr>
          <a:xfrm>
            <a:off x="838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atin typeface="Calibri"/>
                <a:ea typeface="Calibri"/>
                <a:cs typeface="Calibri"/>
                <a:sym typeface="Calibri"/>
              </a:defRPr>
            </a:lvl1pPr>
            <a:lvl2pPr indent="-406400" lvl="1" marL="914400" algn="l">
              <a:lnSpc>
                <a:spcPct val="90000"/>
              </a:lnSpc>
              <a:spcBef>
                <a:spcPts val="1000"/>
              </a:spcBef>
              <a:spcAft>
                <a:spcPts val="0"/>
              </a:spcAft>
              <a:buSzPts val="2800"/>
              <a:buChar char="•"/>
              <a:defRPr>
                <a:latin typeface="Calibri"/>
                <a:ea typeface="Calibri"/>
                <a:cs typeface="Calibri"/>
                <a:sym typeface="Calibri"/>
              </a:defRPr>
            </a:lvl2pPr>
            <a:lvl3pPr indent="-406400" lvl="2" marL="1371600" algn="l">
              <a:lnSpc>
                <a:spcPct val="90000"/>
              </a:lnSpc>
              <a:spcBef>
                <a:spcPts val="1000"/>
              </a:spcBef>
              <a:spcAft>
                <a:spcPts val="0"/>
              </a:spcAft>
              <a:buSzPts val="2800"/>
              <a:buChar char="•"/>
              <a:defRPr>
                <a:latin typeface="Calibri"/>
                <a:ea typeface="Calibri"/>
                <a:cs typeface="Calibri"/>
                <a:sym typeface="Calibri"/>
              </a:defRPr>
            </a:lvl3pPr>
            <a:lvl4pPr indent="-406400" lvl="3" marL="1828800" algn="l">
              <a:lnSpc>
                <a:spcPct val="90000"/>
              </a:lnSpc>
              <a:spcBef>
                <a:spcPts val="1000"/>
              </a:spcBef>
              <a:spcAft>
                <a:spcPts val="0"/>
              </a:spcAft>
              <a:buSzPts val="2800"/>
              <a:buChar char="•"/>
              <a:defRPr>
                <a:latin typeface="Calibri"/>
                <a:ea typeface="Calibri"/>
                <a:cs typeface="Calibri"/>
                <a:sym typeface="Calibri"/>
              </a:defRPr>
            </a:lvl4pPr>
            <a:lvl5pPr indent="-406400" lvl="4" marL="2286000" algn="l">
              <a:lnSpc>
                <a:spcPct val="90000"/>
              </a:lnSpc>
              <a:spcBef>
                <a:spcPts val="1000"/>
              </a:spcBef>
              <a:spcAft>
                <a:spcPts val="0"/>
              </a:spcAft>
              <a:buSzPts val="2800"/>
              <a:buChar char="•"/>
              <a:defRPr>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61" name="Google Shape;61;p40"/>
          <p:cNvSpPr txBox="1"/>
          <p:nvPr>
            <p:ph idx="2" type="body"/>
          </p:nvPr>
        </p:nvSpPr>
        <p:spPr>
          <a:xfrm>
            <a:off x="6172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62" name="Google Shape;62;p40"/>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p:cSld name="TWO_OBJECTS_WITH_TEXT 2">
    <p:spTree>
      <p:nvGrpSpPr>
        <p:cNvPr id="63" name="Shape 63"/>
        <p:cNvGrpSpPr/>
        <p:nvPr/>
      </p:nvGrpSpPr>
      <p:grpSpPr>
        <a:xfrm>
          <a:off x="0" y="0"/>
          <a:ext cx="0" cy="0"/>
          <a:chOff x="0" y="0"/>
          <a:chExt cx="0" cy="0"/>
        </a:xfrm>
      </p:grpSpPr>
      <p:sp>
        <p:nvSpPr>
          <p:cNvPr id="64" name="Google Shape;64;p41"/>
          <p:cNvSpPr txBox="1"/>
          <p:nvPr>
            <p:ph type="title"/>
          </p:nvPr>
        </p:nvSpPr>
        <p:spPr>
          <a:xfrm>
            <a:off x="839787" y="365125"/>
            <a:ext cx="10515601"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5" name="Google Shape;65;p41"/>
          <p:cNvSpPr txBox="1"/>
          <p:nvPr>
            <p:ph idx="1" type="body"/>
          </p:nvPr>
        </p:nvSpPr>
        <p:spPr>
          <a:xfrm>
            <a:off x="839787" y="1681163"/>
            <a:ext cx="5157789" cy="823913"/>
          </a:xfrm>
          <a:prstGeom prst="rect">
            <a:avLst/>
          </a:prstGeom>
          <a:noFill/>
          <a:ln>
            <a:noFill/>
          </a:ln>
        </p:spPr>
        <p:txBody>
          <a:bodyPr anchorCtr="0" anchor="b"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1pPr>
            <a:lvl2pPr indent="-228600" lvl="1" marL="9144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2pPr>
            <a:lvl3pPr indent="-228600" lvl="2" marL="13716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3pPr>
            <a:lvl4pPr indent="-228600" lvl="3" marL="18288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4pPr>
            <a:lvl5pPr indent="-228600" lvl="4" marL="22860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66" name="Google Shape;66;p41"/>
          <p:cNvSpPr txBox="1"/>
          <p:nvPr>
            <p:ph idx="2" type="body"/>
          </p:nvPr>
        </p:nvSpPr>
        <p:spPr>
          <a:xfrm>
            <a:off x="839787" y="2505075"/>
            <a:ext cx="5157788"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67" name="Google Shape;67;p41"/>
          <p:cNvSpPr txBox="1"/>
          <p:nvPr>
            <p:ph idx="3" type="body"/>
          </p:nvPr>
        </p:nvSpPr>
        <p:spPr>
          <a:xfrm>
            <a:off x="6172200" y="1681163"/>
            <a:ext cx="5183188" cy="823913"/>
          </a:xfrm>
          <a:prstGeom prst="rect">
            <a:avLst/>
          </a:prstGeom>
          <a:noFill/>
          <a:ln>
            <a:noFill/>
          </a:ln>
        </p:spPr>
        <p:txBody>
          <a:bodyPr anchorCtr="0" anchor="b"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68" name="Google Shape;68;p41"/>
          <p:cNvSpPr txBox="1"/>
          <p:nvPr>
            <p:ph idx="4" type="body"/>
          </p:nvPr>
        </p:nvSpPr>
        <p:spPr>
          <a:xfrm>
            <a:off x="6172200" y="2505075"/>
            <a:ext cx="5183188"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69" name="Google Shape;69;p41"/>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p:cSld name="TITLE_ONLY 2">
    <p:spTree>
      <p:nvGrpSpPr>
        <p:cNvPr id="70" name="Shape 70"/>
        <p:cNvGrpSpPr/>
        <p:nvPr/>
      </p:nvGrpSpPr>
      <p:grpSpPr>
        <a:xfrm>
          <a:off x="0" y="0"/>
          <a:ext cx="0" cy="0"/>
          <a:chOff x="0" y="0"/>
          <a:chExt cx="0" cy="0"/>
        </a:xfrm>
      </p:grpSpPr>
      <p:sp>
        <p:nvSpPr>
          <p:cNvPr id="71" name="Google Shape;71;p42"/>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2" name="Google Shape;72;p42"/>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p:cSld name="OBJECT_WITH_CAPTION_TEXT 2">
    <p:spTree>
      <p:nvGrpSpPr>
        <p:cNvPr id="73" name="Shape 73"/>
        <p:cNvGrpSpPr/>
        <p:nvPr/>
      </p:nvGrpSpPr>
      <p:grpSpPr>
        <a:xfrm>
          <a:off x="0" y="0"/>
          <a:ext cx="0" cy="0"/>
          <a:chOff x="0" y="0"/>
          <a:chExt cx="0" cy="0"/>
        </a:xfrm>
      </p:grpSpPr>
      <p:sp>
        <p:nvSpPr>
          <p:cNvPr id="74" name="Google Shape;74;p43"/>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entury Gothic"/>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5" name="Google Shape;75;p43"/>
          <p:cNvSpPr txBox="1"/>
          <p:nvPr>
            <p:ph idx="1" type="body"/>
          </p:nvPr>
        </p:nvSpPr>
        <p:spPr>
          <a:xfrm>
            <a:off x="5183187" y="987425"/>
            <a:ext cx="6172201" cy="4873625"/>
          </a:xfrm>
          <a:prstGeom prst="rect">
            <a:avLst/>
          </a:prstGeom>
          <a:noFill/>
          <a:ln>
            <a:noFill/>
          </a:ln>
        </p:spPr>
        <p:txBody>
          <a:bodyPr anchorCtr="0" anchor="t" bIns="45675" lIns="45675" spcFirstLastPara="1" rIns="45675" wrap="square" tIns="45675">
            <a:normAutofit/>
          </a:bodyPr>
          <a:lstStyle>
            <a:lvl1pPr indent="-431800" lvl="0" marL="457200" algn="l">
              <a:lnSpc>
                <a:spcPct val="90000"/>
              </a:lnSpc>
              <a:spcBef>
                <a:spcPts val="1000"/>
              </a:spcBef>
              <a:spcAft>
                <a:spcPts val="0"/>
              </a:spcAft>
              <a:buSzPts val="3200"/>
              <a:buChar char="•"/>
              <a:defRPr sz="3200">
                <a:latin typeface="Calibri"/>
                <a:ea typeface="Calibri"/>
                <a:cs typeface="Calibri"/>
                <a:sym typeface="Calibri"/>
              </a:defRPr>
            </a:lvl1pPr>
            <a:lvl2pPr indent="-431800" lvl="1" marL="914400" algn="l">
              <a:lnSpc>
                <a:spcPct val="90000"/>
              </a:lnSpc>
              <a:spcBef>
                <a:spcPts val="1000"/>
              </a:spcBef>
              <a:spcAft>
                <a:spcPts val="0"/>
              </a:spcAft>
              <a:buSzPts val="3200"/>
              <a:buChar char="•"/>
              <a:defRPr sz="3200">
                <a:latin typeface="Calibri"/>
                <a:ea typeface="Calibri"/>
                <a:cs typeface="Calibri"/>
                <a:sym typeface="Calibri"/>
              </a:defRPr>
            </a:lvl2pPr>
            <a:lvl3pPr indent="-431800" lvl="2" marL="1371600" algn="l">
              <a:lnSpc>
                <a:spcPct val="90000"/>
              </a:lnSpc>
              <a:spcBef>
                <a:spcPts val="1000"/>
              </a:spcBef>
              <a:spcAft>
                <a:spcPts val="0"/>
              </a:spcAft>
              <a:buSzPts val="3200"/>
              <a:buChar char="•"/>
              <a:defRPr sz="3200">
                <a:latin typeface="Calibri"/>
                <a:ea typeface="Calibri"/>
                <a:cs typeface="Calibri"/>
                <a:sym typeface="Calibri"/>
              </a:defRPr>
            </a:lvl3pPr>
            <a:lvl4pPr indent="-431800" lvl="3" marL="1828800" algn="l">
              <a:lnSpc>
                <a:spcPct val="90000"/>
              </a:lnSpc>
              <a:spcBef>
                <a:spcPts val="1000"/>
              </a:spcBef>
              <a:spcAft>
                <a:spcPts val="0"/>
              </a:spcAft>
              <a:buSzPts val="3200"/>
              <a:buChar char="•"/>
              <a:defRPr sz="3200">
                <a:latin typeface="Calibri"/>
                <a:ea typeface="Calibri"/>
                <a:cs typeface="Calibri"/>
                <a:sym typeface="Calibri"/>
              </a:defRPr>
            </a:lvl4pPr>
            <a:lvl5pPr indent="-431800" lvl="4" marL="2286000" algn="l">
              <a:lnSpc>
                <a:spcPct val="90000"/>
              </a:lnSpc>
              <a:spcBef>
                <a:spcPts val="1000"/>
              </a:spcBef>
              <a:spcAft>
                <a:spcPts val="0"/>
              </a:spcAft>
              <a:buSzPts val="3200"/>
              <a:buChar char="•"/>
              <a:defRPr sz="3200">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76" name="Google Shape;76;p43"/>
          <p:cNvSpPr txBox="1"/>
          <p:nvPr>
            <p:ph idx="2" type="body"/>
          </p:nvPr>
        </p:nvSpPr>
        <p:spPr>
          <a:xfrm>
            <a:off x="839787" y="2057400"/>
            <a:ext cx="3932238" cy="3811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77" name="Google Shape;77;p43"/>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p:cSld name="PICTURE_WITH_CAPTION_TEXT 2">
    <p:spTree>
      <p:nvGrpSpPr>
        <p:cNvPr id="78" name="Shape 78"/>
        <p:cNvGrpSpPr/>
        <p:nvPr/>
      </p:nvGrpSpPr>
      <p:grpSpPr>
        <a:xfrm>
          <a:off x="0" y="0"/>
          <a:ext cx="0" cy="0"/>
          <a:chOff x="0" y="0"/>
          <a:chExt cx="0" cy="0"/>
        </a:xfrm>
      </p:grpSpPr>
      <p:sp>
        <p:nvSpPr>
          <p:cNvPr id="79" name="Google Shape;79;p44"/>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entury Gothic"/>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0" name="Google Shape;80;p44"/>
          <p:cNvSpPr/>
          <p:nvPr>
            <p:ph idx="2" type="pic"/>
          </p:nvPr>
        </p:nvSpPr>
        <p:spPr>
          <a:xfrm>
            <a:off x="5183187" y="987425"/>
            <a:ext cx="6172201" cy="4873625"/>
          </a:xfrm>
          <a:prstGeom prst="rect">
            <a:avLst/>
          </a:prstGeom>
          <a:noFill/>
          <a:ln>
            <a:noFill/>
          </a:ln>
        </p:spPr>
      </p:sp>
      <p:sp>
        <p:nvSpPr>
          <p:cNvPr id="81" name="Google Shape;81;p44"/>
          <p:cNvSpPr txBox="1"/>
          <p:nvPr>
            <p:ph idx="1" type="body"/>
          </p:nvPr>
        </p:nvSpPr>
        <p:spPr>
          <a:xfrm>
            <a:off x="839787" y="2057400"/>
            <a:ext cx="3932239" cy="38115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1pPr>
            <a:lvl2pPr indent="-228600" lvl="1" marL="9144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2pPr>
            <a:lvl3pPr indent="-228600" lvl="2" marL="13716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3pPr>
            <a:lvl4pPr indent="-228600" lvl="3" marL="18288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4pPr>
            <a:lvl5pPr indent="-228600" lvl="4" marL="22860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82" name="Google Shape;82;p44"/>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p:cSld name="VERTICAL_TEXT 2">
    <p:spTree>
      <p:nvGrpSpPr>
        <p:cNvPr id="83" name="Shape 83"/>
        <p:cNvGrpSpPr/>
        <p:nvPr/>
      </p:nvGrpSpPr>
      <p:grpSpPr>
        <a:xfrm>
          <a:off x="0" y="0"/>
          <a:ext cx="0" cy="0"/>
          <a:chOff x="0" y="0"/>
          <a:chExt cx="0" cy="0"/>
        </a:xfrm>
      </p:grpSpPr>
      <p:sp>
        <p:nvSpPr>
          <p:cNvPr id="84" name="Google Shape;84;p45"/>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5" name="Google Shape;85;p45"/>
          <p:cNvSpPr txBox="1"/>
          <p:nvPr>
            <p:ph idx="1" type="body"/>
          </p:nvPr>
        </p:nvSpPr>
        <p:spPr>
          <a:xfrm rot="5400000">
            <a:off x="3920330" y="-1256506"/>
            <a:ext cx="4351339" cy="105156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atin typeface="Calibri"/>
                <a:ea typeface="Calibri"/>
                <a:cs typeface="Calibri"/>
                <a:sym typeface="Calibri"/>
              </a:defRPr>
            </a:lvl1pPr>
            <a:lvl2pPr indent="-406400" lvl="1" marL="914400" algn="l">
              <a:lnSpc>
                <a:spcPct val="90000"/>
              </a:lnSpc>
              <a:spcBef>
                <a:spcPts val="1000"/>
              </a:spcBef>
              <a:spcAft>
                <a:spcPts val="0"/>
              </a:spcAft>
              <a:buSzPts val="2800"/>
              <a:buChar char="•"/>
              <a:defRPr>
                <a:latin typeface="Calibri"/>
                <a:ea typeface="Calibri"/>
                <a:cs typeface="Calibri"/>
                <a:sym typeface="Calibri"/>
              </a:defRPr>
            </a:lvl2pPr>
            <a:lvl3pPr indent="-406400" lvl="2" marL="1371600" algn="l">
              <a:lnSpc>
                <a:spcPct val="90000"/>
              </a:lnSpc>
              <a:spcBef>
                <a:spcPts val="1000"/>
              </a:spcBef>
              <a:spcAft>
                <a:spcPts val="0"/>
              </a:spcAft>
              <a:buSzPts val="2800"/>
              <a:buChar char="•"/>
              <a:defRPr>
                <a:latin typeface="Calibri"/>
                <a:ea typeface="Calibri"/>
                <a:cs typeface="Calibri"/>
                <a:sym typeface="Calibri"/>
              </a:defRPr>
            </a:lvl3pPr>
            <a:lvl4pPr indent="-406400" lvl="3" marL="1828800" algn="l">
              <a:lnSpc>
                <a:spcPct val="90000"/>
              </a:lnSpc>
              <a:spcBef>
                <a:spcPts val="1000"/>
              </a:spcBef>
              <a:spcAft>
                <a:spcPts val="0"/>
              </a:spcAft>
              <a:buSzPts val="2800"/>
              <a:buChar char="•"/>
              <a:defRPr>
                <a:latin typeface="Calibri"/>
                <a:ea typeface="Calibri"/>
                <a:cs typeface="Calibri"/>
                <a:sym typeface="Calibri"/>
              </a:defRPr>
            </a:lvl4pPr>
            <a:lvl5pPr indent="-406400" lvl="4" marL="2286000" algn="l">
              <a:lnSpc>
                <a:spcPct val="90000"/>
              </a:lnSpc>
              <a:spcBef>
                <a:spcPts val="1000"/>
              </a:spcBef>
              <a:spcAft>
                <a:spcPts val="0"/>
              </a:spcAft>
              <a:buSzPts val="2800"/>
              <a:buChar char="•"/>
              <a:defRPr>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86" name="Google Shape;86;p45"/>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p:cSld name="VERTICAL_TITLE_AND_VERTICAL_TEXT 2">
    <p:spTree>
      <p:nvGrpSpPr>
        <p:cNvPr id="87" name="Shape 87"/>
        <p:cNvGrpSpPr/>
        <p:nvPr/>
      </p:nvGrpSpPr>
      <p:grpSpPr>
        <a:xfrm>
          <a:off x="0" y="0"/>
          <a:ext cx="0" cy="0"/>
          <a:chOff x="0" y="0"/>
          <a:chExt cx="0" cy="0"/>
        </a:xfrm>
      </p:grpSpPr>
      <p:sp>
        <p:nvSpPr>
          <p:cNvPr id="88" name="Google Shape;88;p46"/>
          <p:cNvSpPr txBox="1"/>
          <p:nvPr>
            <p:ph type="title"/>
          </p:nvPr>
        </p:nvSpPr>
        <p:spPr>
          <a:xfrm rot="5400000">
            <a:off x="7133431" y="1956593"/>
            <a:ext cx="5811839" cy="2628901"/>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9" name="Google Shape;89;p46"/>
          <p:cNvSpPr txBox="1"/>
          <p:nvPr>
            <p:ph idx="1" type="body"/>
          </p:nvPr>
        </p:nvSpPr>
        <p:spPr>
          <a:xfrm rot="5400000">
            <a:off x="1799431" y="-596107"/>
            <a:ext cx="5811838" cy="77343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atin typeface="Calibri"/>
                <a:ea typeface="Calibri"/>
                <a:cs typeface="Calibri"/>
                <a:sym typeface="Calibri"/>
              </a:defRPr>
            </a:lvl1pPr>
            <a:lvl2pPr indent="-406400" lvl="1" marL="914400" algn="l">
              <a:lnSpc>
                <a:spcPct val="90000"/>
              </a:lnSpc>
              <a:spcBef>
                <a:spcPts val="1000"/>
              </a:spcBef>
              <a:spcAft>
                <a:spcPts val="0"/>
              </a:spcAft>
              <a:buSzPts val="2800"/>
              <a:buChar char="•"/>
              <a:defRPr>
                <a:latin typeface="Calibri"/>
                <a:ea typeface="Calibri"/>
                <a:cs typeface="Calibri"/>
                <a:sym typeface="Calibri"/>
              </a:defRPr>
            </a:lvl2pPr>
            <a:lvl3pPr indent="-406400" lvl="2" marL="1371600" algn="l">
              <a:lnSpc>
                <a:spcPct val="90000"/>
              </a:lnSpc>
              <a:spcBef>
                <a:spcPts val="1000"/>
              </a:spcBef>
              <a:spcAft>
                <a:spcPts val="0"/>
              </a:spcAft>
              <a:buSzPts val="2800"/>
              <a:buChar char="•"/>
              <a:defRPr>
                <a:latin typeface="Calibri"/>
                <a:ea typeface="Calibri"/>
                <a:cs typeface="Calibri"/>
                <a:sym typeface="Calibri"/>
              </a:defRPr>
            </a:lvl3pPr>
            <a:lvl4pPr indent="-406400" lvl="3" marL="1828800" algn="l">
              <a:lnSpc>
                <a:spcPct val="90000"/>
              </a:lnSpc>
              <a:spcBef>
                <a:spcPts val="1000"/>
              </a:spcBef>
              <a:spcAft>
                <a:spcPts val="0"/>
              </a:spcAft>
              <a:buSzPts val="2800"/>
              <a:buChar char="•"/>
              <a:defRPr>
                <a:latin typeface="Calibri"/>
                <a:ea typeface="Calibri"/>
                <a:cs typeface="Calibri"/>
                <a:sym typeface="Calibri"/>
              </a:defRPr>
            </a:lvl4pPr>
            <a:lvl5pPr indent="-406400" lvl="4" marL="2286000" algn="l">
              <a:lnSpc>
                <a:spcPct val="90000"/>
              </a:lnSpc>
              <a:spcBef>
                <a:spcPts val="1000"/>
              </a:spcBef>
              <a:spcAft>
                <a:spcPts val="0"/>
              </a:spcAft>
              <a:buSzPts val="2800"/>
              <a:buChar char="•"/>
              <a:defRPr>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90" name="Google Shape;90;p46"/>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spTree>
      <p:nvGrpSpPr>
        <p:cNvPr id="91" name="Shape 91"/>
        <p:cNvGrpSpPr/>
        <p:nvPr/>
      </p:nvGrpSpPr>
      <p:grpSpPr>
        <a:xfrm>
          <a:off x="0" y="0"/>
          <a:ext cx="0" cy="0"/>
          <a:chOff x="0" y="0"/>
          <a:chExt cx="0" cy="0"/>
        </a:xfrm>
      </p:grpSpPr>
      <p:sp>
        <p:nvSpPr>
          <p:cNvPr id="92" name="Google Shape;92;p47"/>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2">
    <p:spTree>
      <p:nvGrpSpPr>
        <p:cNvPr id="93" name="Shape 93"/>
        <p:cNvGrpSpPr/>
        <p:nvPr/>
      </p:nvGrpSpPr>
      <p:grpSpPr>
        <a:xfrm>
          <a:off x="0" y="0"/>
          <a:ext cx="0" cy="0"/>
          <a:chOff x="0" y="0"/>
          <a:chExt cx="0" cy="0"/>
        </a:xfrm>
      </p:grpSpPr>
      <p:sp>
        <p:nvSpPr>
          <p:cNvPr id="94" name="Google Shape;94;p48"/>
          <p:cNvSpPr txBox="1"/>
          <p:nvPr>
            <p:ph type="title"/>
          </p:nvPr>
        </p:nvSpPr>
        <p:spPr>
          <a:xfrm>
            <a:off x="1524000" y="1122362"/>
            <a:ext cx="9144000" cy="2387601"/>
          </a:xfrm>
          <a:prstGeom prst="rect">
            <a:avLst/>
          </a:prstGeom>
          <a:noFill/>
          <a:ln>
            <a:noFill/>
          </a:ln>
        </p:spPr>
        <p:txBody>
          <a:bodyPr anchorCtr="0" anchor="b" bIns="45675" lIns="45675" spcFirstLastPara="1" rIns="45675" wrap="square" tIns="45675">
            <a:normAutofit/>
          </a:bodyPr>
          <a:lstStyle>
            <a:lvl1pPr lvl="0" algn="ctr">
              <a:lnSpc>
                <a:spcPct val="90000"/>
              </a:lnSpc>
              <a:spcBef>
                <a:spcPts val="0"/>
              </a:spcBef>
              <a:spcAft>
                <a:spcPts val="0"/>
              </a:spcAft>
              <a:buClr>
                <a:srgbClr val="000000"/>
              </a:buClr>
              <a:buSzPts val="6000"/>
              <a:buFont typeface="Calibri"/>
              <a:buNone/>
              <a:defRPr sz="60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5" name="Google Shape;95;p48"/>
          <p:cNvSpPr txBox="1"/>
          <p:nvPr>
            <p:ph idx="1" type="body"/>
          </p:nvPr>
        </p:nvSpPr>
        <p:spPr>
          <a:xfrm>
            <a:off x="1524000" y="3602037"/>
            <a:ext cx="9144000" cy="1655763"/>
          </a:xfrm>
          <a:prstGeom prst="rect">
            <a:avLst/>
          </a:prstGeom>
          <a:noFill/>
          <a:ln>
            <a:noFill/>
          </a:ln>
        </p:spPr>
        <p:txBody>
          <a:bodyPr anchorCtr="0" anchor="t" bIns="45675" lIns="45675" spcFirstLastPara="1" rIns="45675" wrap="square" tIns="45675">
            <a:normAutofit/>
          </a:bodyPr>
          <a:lstStyle>
            <a:lvl1pPr indent="-228600" lvl="0" marL="4572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1pPr>
            <a:lvl2pPr indent="-228600" lvl="1" marL="9144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2pPr>
            <a:lvl3pPr indent="-228600" lvl="2" marL="13716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3pPr>
            <a:lvl4pPr indent="-228600" lvl="3" marL="18288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4pPr>
            <a:lvl5pPr indent="-228600" lvl="4" marL="2286000" algn="ctr">
              <a:lnSpc>
                <a:spcPct val="90000"/>
              </a:lnSpc>
              <a:spcBef>
                <a:spcPts val="1000"/>
              </a:spcBef>
              <a:spcAft>
                <a:spcPts val="0"/>
              </a:spcAft>
              <a:buClr>
                <a:srgbClr val="000000"/>
              </a:buClr>
              <a:buSzPts val="2400"/>
              <a:buFont typeface="Calibri"/>
              <a:buNone/>
              <a:defRPr sz="2400">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96" name="Google Shape;96;p48"/>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p:cSld name="OBJECT 2">
    <p:spTree>
      <p:nvGrpSpPr>
        <p:cNvPr id="97" name="Shape 97"/>
        <p:cNvGrpSpPr/>
        <p:nvPr/>
      </p:nvGrpSpPr>
      <p:grpSpPr>
        <a:xfrm>
          <a:off x="0" y="0"/>
          <a:ext cx="0" cy="0"/>
          <a:chOff x="0" y="0"/>
          <a:chExt cx="0" cy="0"/>
        </a:xfrm>
      </p:grpSpPr>
      <p:sp>
        <p:nvSpPr>
          <p:cNvPr id="98" name="Google Shape;98;p49"/>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4400"/>
              <a:buFont typeface="Calibri"/>
              <a:buNone/>
              <a:defRPr>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9" name="Google Shape;99;p49"/>
          <p:cNvSpPr txBox="1"/>
          <p:nvPr>
            <p:ph idx="1" type="body"/>
          </p:nvPr>
        </p:nvSpPr>
        <p:spPr>
          <a:xfrm>
            <a:off x="838200" y="1825625"/>
            <a:ext cx="10515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atin typeface="Calibri"/>
                <a:ea typeface="Calibri"/>
                <a:cs typeface="Calibri"/>
                <a:sym typeface="Calibri"/>
              </a:defRPr>
            </a:lvl1pPr>
            <a:lvl2pPr indent="-406400" lvl="1" marL="914400" algn="l">
              <a:lnSpc>
                <a:spcPct val="90000"/>
              </a:lnSpc>
              <a:spcBef>
                <a:spcPts val="1000"/>
              </a:spcBef>
              <a:spcAft>
                <a:spcPts val="0"/>
              </a:spcAft>
              <a:buSzPts val="2800"/>
              <a:buChar char="•"/>
              <a:defRPr>
                <a:latin typeface="Calibri"/>
                <a:ea typeface="Calibri"/>
                <a:cs typeface="Calibri"/>
                <a:sym typeface="Calibri"/>
              </a:defRPr>
            </a:lvl2pPr>
            <a:lvl3pPr indent="-406400" lvl="2" marL="1371600" algn="l">
              <a:lnSpc>
                <a:spcPct val="90000"/>
              </a:lnSpc>
              <a:spcBef>
                <a:spcPts val="1000"/>
              </a:spcBef>
              <a:spcAft>
                <a:spcPts val="0"/>
              </a:spcAft>
              <a:buSzPts val="2800"/>
              <a:buChar char="•"/>
              <a:defRPr>
                <a:latin typeface="Calibri"/>
                <a:ea typeface="Calibri"/>
                <a:cs typeface="Calibri"/>
                <a:sym typeface="Calibri"/>
              </a:defRPr>
            </a:lvl3pPr>
            <a:lvl4pPr indent="-406400" lvl="3" marL="1828800" algn="l">
              <a:lnSpc>
                <a:spcPct val="90000"/>
              </a:lnSpc>
              <a:spcBef>
                <a:spcPts val="1000"/>
              </a:spcBef>
              <a:spcAft>
                <a:spcPts val="0"/>
              </a:spcAft>
              <a:buSzPts val="2800"/>
              <a:buChar char="•"/>
              <a:defRPr>
                <a:latin typeface="Calibri"/>
                <a:ea typeface="Calibri"/>
                <a:cs typeface="Calibri"/>
                <a:sym typeface="Calibri"/>
              </a:defRPr>
            </a:lvl4pPr>
            <a:lvl5pPr indent="-406400" lvl="4" marL="2286000" algn="l">
              <a:lnSpc>
                <a:spcPct val="90000"/>
              </a:lnSpc>
              <a:spcBef>
                <a:spcPts val="1000"/>
              </a:spcBef>
              <a:spcAft>
                <a:spcPts val="0"/>
              </a:spcAft>
              <a:buSzPts val="2800"/>
              <a:buChar char="•"/>
              <a:defRPr>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00" name="Google Shape;100;p49"/>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p:cSld name="SECTION_HEADER 3">
    <p:spTree>
      <p:nvGrpSpPr>
        <p:cNvPr id="101" name="Shape 101"/>
        <p:cNvGrpSpPr/>
        <p:nvPr/>
      </p:nvGrpSpPr>
      <p:grpSpPr>
        <a:xfrm>
          <a:off x="0" y="0"/>
          <a:ext cx="0" cy="0"/>
          <a:chOff x="0" y="0"/>
          <a:chExt cx="0" cy="0"/>
        </a:xfrm>
      </p:grpSpPr>
      <p:sp>
        <p:nvSpPr>
          <p:cNvPr id="102" name="Google Shape;102;p50"/>
          <p:cNvSpPr txBox="1"/>
          <p:nvPr>
            <p:ph type="title"/>
          </p:nvPr>
        </p:nvSpPr>
        <p:spPr>
          <a:xfrm>
            <a:off x="831850" y="1709738"/>
            <a:ext cx="10515600" cy="2852737"/>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6000"/>
              <a:buFont typeface="Calibri"/>
              <a:buNone/>
              <a:defRPr sz="60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3" name="Google Shape;103;p50"/>
          <p:cNvSpPr txBox="1"/>
          <p:nvPr>
            <p:ph idx="1" type="body"/>
          </p:nvPr>
        </p:nvSpPr>
        <p:spPr>
          <a:xfrm>
            <a:off x="831850" y="4589462"/>
            <a:ext cx="10515600" cy="15001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04" name="Google Shape;104;p50"/>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p:cSld name="TWO_OBJECTS 3">
    <p:spTree>
      <p:nvGrpSpPr>
        <p:cNvPr id="105" name="Shape 105"/>
        <p:cNvGrpSpPr/>
        <p:nvPr/>
      </p:nvGrpSpPr>
      <p:grpSpPr>
        <a:xfrm>
          <a:off x="0" y="0"/>
          <a:ext cx="0" cy="0"/>
          <a:chOff x="0" y="0"/>
          <a:chExt cx="0" cy="0"/>
        </a:xfrm>
      </p:grpSpPr>
      <p:sp>
        <p:nvSpPr>
          <p:cNvPr id="106" name="Google Shape;106;p51"/>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4400"/>
              <a:buFont typeface="Calibri"/>
              <a:buNone/>
              <a:defRPr>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7" name="Google Shape;107;p51"/>
          <p:cNvSpPr txBox="1"/>
          <p:nvPr>
            <p:ph idx="1" type="body"/>
          </p:nvPr>
        </p:nvSpPr>
        <p:spPr>
          <a:xfrm>
            <a:off x="838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atin typeface="Calibri"/>
                <a:ea typeface="Calibri"/>
                <a:cs typeface="Calibri"/>
                <a:sym typeface="Calibri"/>
              </a:defRPr>
            </a:lvl1pPr>
            <a:lvl2pPr indent="-406400" lvl="1" marL="914400" algn="l">
              <a:lnSpc>
                <a:spcPct val="90000"/>
              </a:lnSpc>
              <a:spcBef>
                <a:spcPts val="1000"/>
              </a:spcBef>
              <a:spcAft>
                <a:spcPts val="0"/>
              </a:spcAft>
              <a:buSzPts val="2800"/>
              <a:buChar char="•"/>
              <a:defRPr>
                <a:latin typeface="Calibri"/>
                <a:ea typeface="Calibri"/>
                <a:cs typeface="Calibri"/>
                <a:sym typeface="Calibri"/>
              </a:defRPr>
            </a:lvl2pPr>
            <a:lvl3pPr indent="-406400" lvl="2" marL="1371600" algn="l">
              <a:lnSpc>
                <a:spcPct val="90000"/>
              </a:lnSpc>
              <a:spcBef>
                <a:spcPts val="1000"/>
              </a:spcBef>
              <a:spcAft>
                <a:spcPts val="0"/>
              </a:spcAft>
              <a:buSzPts val="2800"/>
              <a:buChar char="•"/>
              <a:defRPr>
                <a:latin typeface="Calibri"/>
                <a:ea typeface="Calibri"/>
                <a:cs typeface="Calibri"/>
                <a:sym typeface="Calibri"/>
              </a:defRPr>
            </a:lvl3pPr>
            <a:lvl4pPr indent="-406400" lvl="3" marL="1828800" algn="l">
              <a:lnSpc>
                <a:spcPct val="90000"/>
              </a:lnSpc>
              <a:spcBef>
                <a:spcPts val="1000"/>
              </a:spcBef>
              <a:spcAft>
                <a:spcPts val="0"/>
              </a:spcAft>
              <a:buSzPts val="2800"/>
              <a:buChar char="•"/>
              <a:defRPr>
                <a:latin typeface="Calibri"/>
                <a:ea typeface="Calibri"/>
                <a:cs typeface="Calibri"/>
                <a:sym typeface="Calibri"/>
              </a:defRPr>
            </a:lvl4pPr>
            <a:lvl5pPr indent="-406400" lvl="4" marL="2286000" algn="l">
              <a:lnSpc>
                <a:spcPct val="90000"/>
              </a:lnSpc>
              <a:spcBef>
                <a:spcPts val="1000"/>
              </a:spcBef>
              <a:spcAft>
                <a:spcPts val="0"/>
              </a:spcAft>
              <a:buSzPts val="2800"/>
              <a:buChar char="•"/>
              <a:defRPr>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08" name="Google Shape;108;p51"/>
          <p:cNvSpPr txBox="1"/>
          <p:nvPr>
            <p:ph idx="2" type="body"/>
          </p:nvPr>
        </p:nvSpPr>
        <p:spPr>
          <a:xfrm>
            <a:off x="6172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09" name="Google Shape;109;p51"/>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p:cSld name="TWO_OBJECTS_WITH_TEXT 3">
    <p:spTree>
      <p:nvGrpSpPr>
        <p:cNvPr id="110" name="Shape 110"/>
        <p:cNvGrpSpPr/>
        <p:nvPr/>
      </p:nvGrpSpPr>
      <p:grpSpPr>
        <a:xfrm>
          <a:off x="0" y="0"/>
          <a:ext cx="0" cy="0"/>
          <a:chOff x="0" y="0"/>
          <a:chExt cx="0" cy="0"/>
        </a:xfrm>
      </p:grpSpPr>
      <p:sp>
        <p:nvSpPr>
          <p:cNvPr id="111" name="Google Shape;111;p52"/>
          <p:cNvSpPr txBox="1"/>
          <p:nvPr>
            <p:ph type="title"/>
          </p:nvPr>
        </p:nvSpPr>
        <p:spPr>
          <a:xfrm>
            <a:off x="839787" y="365125"/>
            <a:ext cx="10515601"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4400"/>
              <a:buFont typeface="Calibri"/>
              <a:buNone/>
              <a:defRPr>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2" name="Google Shape;112;p52"/>
          <p:cNvSpPr txBox="1"/>
          <p:nvPr>
            <p:ph idx="1" type="body"/>
          </p:nvPr>
        </p:nvSpPr>
        <p:spPr>
          <a:xfrm>
            <a:off x="839787" y="1681163"/>
            <a:ext cx="5157789" cy="823913"/>
          </a:xfrm>
          <a:prstGeom prst="rect">
            <a:avLst/>
          </a:prstGeom>
          <a:noFill/>
          <a:ln>
            <a:noFill/>
          </a:ln>
        </p:spPr>
        <p:txBody>
          <a:bodyPr anchorCtr="0" anchor="b"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1pPr>
            <a:lvl2pPr indent="-228600" lvl="1" marL="9144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2pPr>
            <a:lvl3pPr indent="-228600" lvl="2" marL="13716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3pPr>
            <a:lvl4pPr indent="-228600" lvl="3" marL="18288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4pPr>
            <a:lvl5pPr indent="-228600" lvl="4" marL="2286000" algn="l">
              <a:lnSpc>
                <a:spcPct val="90000"/>
              </a:lnSpc>
              <a:spcBef>
                <a:spcPts val="1000"/>
              </a:spcBef>
              <a:spcAft>
                <a:spcPts val="0"/>
              </a:spcAft>
              <a:buClr>
                <a:srgbClr val="000000"/>
              </a:buClr>
              <a:buSzPts val="2400"/>
              <a:buFont typeface="Calibri"/>
              <a:buNone/>
              <a:defRPr b="1" sz="2400">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13" name="Google Shape;113;p52"/>
          <p:cNvSpPr txBox="1"/>
          <p:nvPr>
            <p:ph idx="2" type="body"/>
          </p:nvPr>
        </p:nvSpPr>
        <p:spPr>
          <a:xfrm>
            <a:off x="839787" y="2505075"/>
            <a:ext cx="5157788"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14" name="Google Shape;114;p52"/>
          <p:cNvSpPr txBox="1"/>
          <p:nvPr>
            <p:ph idx="3" type="body"/>
          </p:nvPr>
        </p:nvSpPr>
        <p:spPr>
          <a:xfrm>
            <a:off x="6172200" y="1681163"/>
            <a:ext cx="5183188" cy="823913"/>
          </a:xfrm>
          <a:prstGeom prst="rect">
            <a:avLst/>
          </a:prstGeom>
          <a:noFill/>
          <a:ln>
            <a:noFill/>
          </a:ln>
        </p:spPr>
        <p:txBody>
          <a:bodyPr anchorCtr="0" anchor="b"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15" name="Google Shape;115;p52"/>
          <p:cNvSpPr txBox="1"/>
          <p:nvPr>
            <p:ph idx="4" type="body"/>
          </p:nvPr>
        </p:nvSpPr>
        <p:spPr>
          <a:xfrm>
            <a:off x="6172200" y="2505075"/>
            <a:ext cx="5183188"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16" name="Google Shape;116;p52"/>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p:cSld name="TITLE_ONLY 3">
    <p:spTree>
      <p:nvGrpSpPr>
        <p:cNvPr id="117" name="Shape 117"/>
        <p:cNvGrpSpPr/>
        <p:nvPr/>
      </p:nvGrpSpPr>
      <p:grpSpPr>
        <a:xfrm>
          <a:off x="0" y="0"/>
          <a:ext cx="0" cy="0"/>
          <a:chOff x="0" y="0"/>
          <a:chExt cx="0" cy="0"/>
        </a:xfrm>
      </p:grpSpPr>
      <p:sp>
        <p:nvSpPr>
          <p:cNvPr id="118" name="Google Shape;118;p53"/>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4400"/>
              <a:buFont typeface="Calibri"/>
              <a:buNone/>
              <a:defRPr>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9" name="Google Shape;119;p53"/>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p:cSld name="OBJECT_WITH_CAPTION_TEXT 3">
    <p:spTree>
      <p:nvGrpSpPr>
        <p:cNvPr id="120" name="Shape 120"/>
        <p:cNvGrpSpPr/>
        <p:nvPr/>
      </p:nvGrpSpPr>
      <p:grpSpPr>
        <a:xfrm>
          <a:off x="0" y="0"/>
          <a:ext cx="0" cy="0"/>
          <a:chOff x="0" y="0"/>
          <a:chExt cx="0" cy="0"/>
        </a:xfrm>
      </p:grpSpPr>
      <p:sp>
        <p:nvSpPr>
          <p:cNvPr id="121" name="Google Shape;121;p54"/>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alibri"/>
              <a:buNone/>
              <a:defRPr sz="32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22" name="Google Shape;122;p54"/>
          <p:cNvSpPr txBox="1"/>
          <p:nvPr>
            <p:ph idx="1" type="body"/>
          </p:nvPr>
        </p:nvSpPr>
        <p:spPr>
          <a:xfrm>
            <a:off x="5183187" y="987425"/>
            <a:ext cx="6172201" cy="4873625"/>
          </a:xfrm>
          <a:prstGeom prst="rect">
            <a:avLst/>
          </a:prstGeom>
          <a:noFill/>
          <a:ln>
            <a:noFill/>
          </a:ln>
        </p:spPr>
        <p:txBody>
          <a:bodyPr anchorCtr="0" anchor="t" bIns="45675" lIns="45675" spcFirstLastPara="1" rIns="45675" wrap="square" tIns="45675">
            <a:normAutofit/>
          </a:bodyPr>
          <a:lstStyle>
            <a:lvl1pPr indent="-431800" lvl="0" marL="457200" algn="l">
              <a:lnSpc>
                <a:spcPct val="90000"/>
              </a:lnSpc>
              <a:spcBef>
                <a:spcPts val="1000"/>
              </a:spcBef>
              <a:spcAft>
                <a:spcPts val="0"/>
              </a:spcAft>
              <a:buSzPts val="3200"/>
              <a:buChar char="•"/>
              <a:defRPr sz="3200">
                <a:latin typeface="Calibri"/>
                <a:ea typeface="Calibri"/>
                <a:cs typeface="Calibri"/>
                <a:sym typeface="Calibri"/>
              </a:defRPr>
            </a:lvl1pPr>
            <a:lvl2pPr indent="-431800" lvl="1" marL="914400" algn="l">
              <a:lnSpc>
                <a:spcPct val="90000"/>
              </a:lnSpc>
              <a:spcBef>
                <a:spcPts val="1000"/>
              </a:spcBef>
              <a:spcAft>
                <a:spcPts val="0"/>
              </a:spcAft>
              <a:buSzPts val="3200"/>
              <a:buChar char="•"/>
              <a:defRPr sz="3200">
                <a:latin typeface="Calibri"/>
                <a:ea typeface="Calibri"/>
                <a:cs typeface="Calibri"/>
                <a:sym typeface="Calibri"/>
              </a:defRPr>
            </a:lvl2pPr>
            <a:lvl3pPr indent="-431800" lvl="2" marL="1371600" algn="l">
              <a:lnSpc>
                <a:spcPct val="90000"/>
              </a:lnSpc>
              <a:spcBef>
                <a:spcPts val="1000"/>
              </a:spcBef>
              <a:spcAft>
                <a:spcPts val="0"/>
              </a:spcAft>
              <a:buSzPts val="3200"/>
              <a:buChar char="•"/>
              <a:defRPr sz="3200">
                <a:latin typeface="Calibri"/>
                <a:ea typeface="Calibri"/>
                <a:cs typeface="Calibri"/>
                <a:sym typeface="Calibri"/>
              </a:defRPr>
            </a:lvl3pPr>
            <a:lvl4pPr indent="-431800" lvl="3" marL="1828800" algn="l">
              <a:lnSpc>
                <a:spcPct val="90000"/>
              </a:lnSpc>
              <a:spcBef>
                <a:spcPts val="1000"/>
              </a:spcBef>
              <a:spcAft>
                <a:spcPts val="0"/>
              </a:spcAft>
              <a:buSzPts val="3200"/>
              <a:buChar char="•"/>
              <a:defRPr sz="3200">
                <a:latin typeface="Calibri"/>
                <a:ea typeface="Calibri"/>
                <a:cs typeface="Calibri"/>
                <a:sym typeface="Calibri"/>
              </a:defRPr>
            </a:lvl4pPr>
            <a:lvl5pPr indent="-431800" lvl="4" marL="2286000" algn="l">
              <a:lnSpc>
                <a:spcPct val="90000"/>
              </a:lnSpc>
              <a:spcBef>
                <a:spcPts val="1000"/>
              </a:spcBef>
              <a:spcAft>
                <a:spcPts val="0"/>
              </a:spcAft>
              <a:buSzPts val="3200"/>
              <a:buChar char="•"/>
              <a:defRPr sz="3200">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23" name="Google Shape;123;p54"/>
          <p:cNvSpPr txBox="1"/>
          <p:nvPr>
            <p:ph idx="2" type="body"/>
          </p:nvPr>
        </p:nvSpPr>
        <p:spPr>
          <a:xfrm>
            <a:off x="839787" y="2057400"/>
            <a:ext cx="3932238" cy="3811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24" name="Google Shape;124;p54"/>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p:cSld name="PICTURE_WITH_CAPTION_TEXT 3">
    <p:spTree>
      <p:nvGrpSpPr>
        <p:cNvPr id="125" name="Shape 125"/>
        <p:cNvGrpSpPr/>
        <p:nvPr/>
      </p:nvGrpSpPr>
      <p:grpSpPr>
        <a:xfrm>
          <a:off x="0" y="0"/>
          <a:ext cx="0" cy="0"/>
          <a:chOff x="0" y="0"/>
          <a:chExt cx="0" cy="0"/>
        </a:xfrm>
      </p:grpSpPr>
      <p:sp>
        <p:nvSpPr>
          <p:cNvPr id="126" name="Google Shape;126;p55"/>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alibri"/>
              <a:buNone/>
              <a:defRPr sz="32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27" name="Google Shape;127;p55"/>
          <p:cNvSpPr/>
          <p:nvPr>
            <p:ph idx="2" type="pic"/>
          </p:nvPr>
        </p:nvSpPr>
        <p:spPr>
          <a:xfrm>
            <a:off x="5183187" y="987425"/>
            <a:ext cx="6172201" cy="4873625"/>
          </a:xfrm>
          <a:prstGeom prst="rect">
            <a:avLst/>
          </a:prstGeom>
          <a:noFill/>
          <a:ln>
            <a:noFill/>
          </a:ln>
        </p:spPr>
      </p:sp>
      <p:sp>
        <p:nvSpPr>
          <p:cNvPr id="128" name="Google Shape;128;p55"/>
          <p:cNvSpPr txBox="1"/>
          <p:nvPr>
            <p:ph idx="1" type="body"/>
          </p:nvPr>
        </p:nvSpPr>
        <p:spPr>
          <a:xfrm>
            <a:off x="839787" y="2057400"/>
            <a:ext cx="3932239" cy="38115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1pPr>
            <a:lvl2pPr indent="-228600" lvl="1" marL="9144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2pPr>
            <a:lvl3pPr indent="-228600" lvl="2" marL="13716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3pPr>
            <a:lvl4pPr indent="-228600" lvl="3" marL="18288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4pPr>
            <a:lvl5pPr indent="-228600" lvl="4" marL="2286000" algn="l">
              <a:lnSpc>
                <a:spcPct val="90000"/>
              </a:lnSpc>
              <a:spcBef>
                <a:spcPts val="1000"/>
              </a:spcBef>
              <a:spcAft>
                <a:spcPts val="0"/>
              </a:spcAft>
              <a:buClr>
                <a:srgbClr val="000000"/>
              </a:buClr>
              <a:buSzPts val="1600"/>
              <a:buFont typeface="Calibri"/>
              <a:buNone/>
              <a:defRPr sz="1600">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29" name="Google Shape;129;p55"/>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p:cSld name="VERTICAL_TEXT 3">
    <p:spTree>
      <p:nvGrpSpPr>
        <p:cNvPr id="130" name="Shape 130"/>
        <p:cNvGrpSpPr/>
        <p:nvPr/>
      </p:nvGrpSpPr>
      <p:grpSpPr>
        <a:xfrm>
          <a:off x="0" y="0"/>
          <a:ext cx="0" cy="0"/>
          <a:chOff x="0" y="0"/>
          <a:chExt cx="0" cy="0"/>
        </a:xfrm>
      </p:grpSpPr>
      <p:sp>
        <p:nvSpPr>
          <p:cNvPr id="131" name="Google Shape;131;p56"/>
          <p:cNvSpPr txBox="1"/>
          <p:nvPr>
            <p:ph type="title"/>
          </p:nvPr>
        </p:nvSpPr>
        <p:spPr>
          <a:xfrm>
            <a:off x="838200" y="365125"/>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4400"/>
              <a:buFont typeface="Calibri"/>
              <a:buNone/>
              <a:defRPr>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32" name="Google Shape;132;p56"/>
          <p:cNvSpPr txBox="1"/>
          <p:nvPr>
            <p:ph idx="1" type="body"/>
          </p:nvPr>
        </p:nvSpPr>
        <p:spPr>
          <a:xfrm rot="5400000">
            <a:off x="3920330" y="-1256506"/>
            <a:ext cx="4351339" cy="105156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atin typeface="Calibri"/>
                <a:ea typeface="Calibri"/>
                <a:cs typeface="Calibri"/>
                <a:sym typeface="Calibri"/>
              </a:defRPr>
            </a:lvl1pPr>
            <a:lvl2pPr indent="-406400" lvl="1" marL="914400" algn="l">
              <a:lnSpc>
                <a:spcPct val="90000"/>
              </a:lnSpc>
              <a:spcBef>
                <a:spcPts val="1000"/>
              </a:spcBef>
              <a:spcAft>
                <a:spcPts val="0"/>
              </a:spcAft>
              <a:buSzPts val="2800"/>
              <a:buChar char="•"/>
              <a:defRPr>
                <a:latin typeface="Calibri"/>
                <a:ea typeface="Calibri"/>
                <a:cs typeface="Calibri"/>
                <a:sym typeface="Calibri"/>
              </a:defRPr>
            </a:lvl2pPr>
            <a:lvl3pPr indent="-406400" lvl="2" marL="1371600" algn="l">
              <a:lnSpc>
                <a:spcPct val="90000"/>
              </a:lnSpc>
              <a:spcBef>
                <a:spcPts val="1000"/>
              </a:spcBef>
              <a:spcAft>
                <a:spcPts val="0"/>
              </a:spcAft>
              <a:buSzPts val="2800"/>
              <a:buChar char="•"/>
              <a:defRPr>
                <a:latin typeface="Calibri"/>
                <a:ea typeface="Calibri"/>
                <a:cs typeface="Calibri"/>
                <a:sym typeface="Calibri"/>
              </a:defRPr>
            </a:lvl3pPr>
            <a:lvl4pPr indent="-406400" lvl="3" marL="1828800" algn="l">
              <a:lnSpc>
                <a:spcPct val="90000"/>
              </a:lnSpc>
              <a:spcBef>
                <a:spcPts val="1000"/>
              </a:spcBef>
              <a:spcAft>
                <a:spcPts val="0"/>
              </a:spcAft>
              <a:buSzPts val="2800"/>
              <a:buChar char="•"/>
              <a:defRPr>
                <a:latin typeface="Calibri"/>
                <a:ea typeface="Calibri"/>
                <a:cs typeface="Calibri"/>
                <a:sym typeface="Calibri"/>
              </a:defRPr>
            </a:lvl4pPr>
            <a:lvl5pPr indent="-406400" lvl="4" marL="2286000" algn="l">
              <a:lnSpc>
                <a:spcPct val="90000"/>
              </a:lnSpc>
              <a:spcBef>
                <a:spcPts val="1000"/>
              </a:spcBef>
              <a:spcAft>
                <a:spcPts val="0"/>
              </a:spcAft>
              <a:buSzPts val="2800"/>
              <a:buChar char="•"/>
              <a:defRPr>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33" name="Google Shape;133;p56"/>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p:cSld name="VERTICAL_TITLE_AND_VERTICAL_TEXT 3">
    <p:spTree>
      <p:nvGrpSpPr>
        <p:cNvPr id="134" name="Shape 134"/>
        <p:cNvGrpSpPr/>
        <p:nvPr/>
      </p:nvGrpSpPr>
      <p:grpSpPr>
        <a:xfrm>
          <a:off x="0" y="0"/>
          <a:ext cx="0" cy="0"/>
          <a:chOff x="0" y="0"/>
          <a:chExt cx="0" cy="0"/>
        </a:xfrm>
      </p:grpSpPr>
      <p:sp>
        <p:nvSpPr>
          <p:cNvPr id="135" name="Google Shape;135;p57"/>
          <p:cNvSpPr txBox="1"/>
          <p:nvPr>
            <p:ph type="title"/>
          </p:nvPr>
        </p:nvSpPr>
        <p:spPr>
          <a:xfrm rot="5400000">
            <a:off x="7133431" y="1956593"/>
            <a:ext cx="5811839" cy="2628901"/>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4400"/>
              <a:buFont typeface="Calibri"/>
              <a:buNone/>
              <a:defRPr>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36" name="Google Shape;136;p57"/>
          <p:cNvSpPr txBox="1"/>
          <p:nvPr>
            <p:ph idx="1" type="body"/>
          </p:nvPr>
        </p:nvSpPr>
        <p:spPr>
          <a:xfrm rot="5400000">
            <a:off x="1799431" y="-596107"/>
            <a:ext cx="5811838" cy="77343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atin typeface="Calibri"/>
                <a:ea typeface="Calibri"/>
                <a:cs typeface="Calibri"/>
                <a:sym typeface="Calibri"/>
              </a:defRPr>
            </a:lvl1pPr>
            <a:lvl2pPr indent="-406400" lvl="1" marL="914400" algn="l">
              <a:lnSpc>
                <a:spcPct val="90000"/>
              </a:lnSpc>
              <a:spcBef>
                <a:spcPts val="1000"/>
              </a:spcBef>
              <a:spcAft>
                <a:spcPts val="0"/>
              </a:spcAft>
              <a:buSzPts val="2800"/>
              <a:buChar char="•"/>
              <a:defRPr>
                <a:latin typeface="Calibri"/>
                <a:ea typeface="Calibri"/>
                <a:cs typeface="Calibri"/>
                <a:sym typeface="Calibri"/>
              </a:defRPr>
            </a:lvl2pPr>
            <a:lvl3pPr indent="-406400" lvl="2" marL="1371600" algn="l">
              <a:lnSpc>
                <a:spcPct val="90000"/>
              </a:lnSpc>
              <a:spcBef>
                <a:spcPts val="1000"/>
              </a:spcBef>
              <a:spcAft>
                <a:spcPts val="0"/>
              </a:spcAft>
              <a:buSzPts val="2800"/>
              <a:buChar char="•"/>
              <a:defRPr>
                <a:latin typeface="Calibri"/>
                <a:ea typeface="Calibri"/>
                <a:cs typeface="Calibri"/>
                <a:sym typeface="Calibri"/>
              </a:defRPr>
            </a:lvl3pPr>
            <a:lvl4pPr indent="-406400" lvl="3" marL="1828800" algn="l">
              <a:lnSpc>
                <a:spcPct val="90000"/>
              </a:lnSpc>
              <a:spcBef>
                <a:spcPts val="1000"/>
              </a:spcBef>
              <a:spcAft>
                <a:spcPts val="0"/>
              </a:spcAft>
              <a:buSzPts val="2800"/>
              <a:buChar char="•"/>
              <a:defRPr>
                <a:latin typeface="Calibri"/>
                <a:ea typeface="Calibri"/>
                <a:cs typeface="Calibri"/>
                <a:sym typeface="Calibri"/>
              </a:defRPr>
            </a:lvl4pPr>
            <a:lvl5pPr indent="-406400" lvl="4" marL="2286000" algn="l">
              <a:lnSpc>
                <a:spcPct val="90000"/>
              </a:lnSpc>
              <a:spcBef>
                <a:spcPts val="1000"/>
              </a:spcBef>
              <a:spcAft>
                <a:spcPts val="0"/>
              </a:spcAft>
              <a:buSzPts val="2800"/>
              <a:buChar char="•"/>
              <a:defRPr>
                <a:latin typeface="Calibri"/>
                <a:ea typeface="Calibri"/>
                <a:cs typeface="Calibri"/>
                <a:sym typeface="Calibri"/>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37" name="Google Shape;137;p57"/>
          <p:cNvSpPr txBox="1"/>
          <p:nvPr>
            <p:ph idx="12" type="sldNum"/>
          </p:nvPr>
        </p:nvSpPr>
        <p:spPr>
          <a:xfrm>
            <a:off x="11095216" y="6414780"/>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609600" y="92074"/>
            <a:ext cx="10972800" cy="1508126"/>
          </a:xfrm>
          <a:prstGeom prst="rect">
            <a:avLst/>
          </a:prstGeom>
          <a:noFill/>
          <a:ln>
            <a:noFill/>
          </a:ln>
        </p:spPr>
        <p:txBody>
          <a:bodyPr anchorCtr="0" anchor="ctr" bIns="45675" lIns="45675" spcFirstLastPara="1" rIns="45675" wrap="square" tIns="45675">
            <a:normAutofit/>
          </a:bodyPr>
          <a:lstStyle>
            <a:lvl1pPr lvl="0"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1pPr>
            <a:lvl2pPr lvl="1"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2pPr>
            <a:lvl3pPr lvl="2"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3pPr>
            <a:lvl4pPr lvl="3"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4pPr>
            <a:lvl5pPr lvl="4"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5pPr>
            <a:lvl6pPr lvl="5"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6pPr>
            <a:lvl7pPr lvl="6"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7pPr>
            <a:lvl8pPr lvl="7"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8pPr>
            <a:lvl9pPr lvl="8" marR="0" rtl="0" algn="l">
              <a:lnSpc>
                <a:spcPct val="90000"/>
              </a:lnSpc>
              <a:spcBef>
                <a:spcPts val="0"/>
              </a:spcBef>
              <a:spcAft>
                <a:spcPts val="0"/>
              </a:spcAft>
              <a:buClr>
                <a:srgbClr val="000000"/>
              </a:buClr>
              <a:buSzPts val="4400"/>
              <a:buFont typeface="Century Gothic"/>
              <a:buNone/>
              <a:defRPr b="0" i="0" sz="4400" u="none" cap="none" strike="noStrike">
                <a:solidFill>
                  <a:srgbClr val="000000"/>
                </a:solidFill>
                <a:latin typeface="Century Gothic"/>
                <a:ea typeface="Century Gothic"/>
                <a:cs typeface="Century Gothic"/>
                <a:sym typeface="Century Gothic"/>
              </a:defRPr>
            </a:lvl9pPr>
          </a:lstStyle>
          <a:p/>
        </p:txBody>
      </p:sp>
      <p:sp>
        <p:nvSpPr>
          <p:cNvPr id="7" name="Google Shape;7;p26"/>
          <p:cNvSpPr txBox="1"/>
          <p:nvPr>
            <p:ph idx="1" type="body"/>
          </p:nvPr>
        </p:nvSpPr>
        <p:spPr>
          <a:xfrm>
            <a:off x="609600" y="1600200"/>
            <a:ext cx="10972800" cy="5257800"/>
          </a:xfrm>
          <a:prstGeom prst="rect">
            <a:avLst/>
          </a:prstGeom>
          <a:noFill/>
          <a:ln>
            <a:noFill/>
          </a:ln>
        </p:spPr>
        <p:txBody>
          <a:bodyPr anchorCtr="0" anchor="t" bIns="45675" lIns="45675" spcFirstLastPara="1" rIns="45675" wrap="square" tIns="45675">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Quattrocento Sans"/>
                <a:ea typeface="Quattrocento Sans"/>
                <a:cs typeface="Quattrocento Sans"/>
                <a:sym typeface="Quattrocento Sans"/>
              </a:defRPr>
            </a:lvl9pPr>
          </a:lstStyle>
          <a:p/>
        </p:txBody>
      </p:sp>
      <p:sp>
        <p:nvSpPr>
          <p:cNvPr id="8" name="Google Shape;8;p26"/>
          <p:cNvSpPr txBox="1"/>
          <p:nvPr>
            <p:ph idx="12" type="sldNum"/>
          </p:nvPr>
        </p:nvSpPr>
        <p:spPr>
          <a:xfrm>
            <a:off x="11080184" y="6404312"/>
            <a:ext cx="273616" cy="269201"/>
          </a:xfrm>
          <a:prstGeom prst="rect">
            <a:avLst/>
          </a:prstGeom>
          <a:noFill/>
          <a:ln>
            <a:noFill/>
          </a:ln>
        </p:spPr>
        <p:txBody>
          <a:bodyPr anchorCtr="0" anchor="ctr" bIns="45675" lIns="45675" spcFirstLastPara="1" rIns="45675" wrap="square" tIns="45675">
            <a:spAutoFit/>
          </a:bodyPr>
          <a:lstStyle>
            <a:lvl1pPr indent="0" lvl="0"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5"/>
          <p:cNvSpPr/>
          <p:nvPr/>
        </p:nvSpPr>
        <p:spPr>
          <a:xfrm>
            <a:off x="0" y="1471086"/>
            <a:ext cx="12192000" cy="3887100"/>
          </a:xfrm>
          <a:prstGeom prst="rect">
            <a:avLst/>
          </a:prstGeom>
          <a:blipFill rotWithShape="1">
            <a:blip r:embed="rId3">
              <a:alphaModFix/>
            </a:blip>
            <a:stretch>
              <a:fillRect b="0" l="0" r="0" t="0"/>
            </a:stretch>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43" name="Google Shape;143;p15"/>
          <p:cNvSpPr/>
          <p:nvPr/>
        </p:nvSpPr>
        <p:spPr>
          <a:xfrm>
            <a:off x="863600" y="1028491"/>
            <a:ext cx="3949700" cy="4800601"/>
          </a:xfrm>
          <a:prstGeom prst="rect">
            <a:avLst/>
          </a:prstGeom>
          <a:solidFill>
            <a:srgbClr val="92D05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5"/>
          <p:cNvSpPr/>
          <p:nvPr/>
        </p:nvSpPr>
        <p:spPr>
          <a:xfrm flipH="1" rot="10800000">
            <a:off x="4813300" y="5372308"/>
            <a:ext cx="228600" cy="457201"/>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45" name="Google Shape;145;p15"/>
          <p:cNvSpPr/>
          <p:nvPr/>
        </p:nvSpPr>
        <p:spPr>
          <a:xfrm>
            <a:off x="4813300" y="1028491"/>
            <a:ext cx="228600" cy="457201"/>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D050"/>
              </a:buClr>
              <a:buSzPts val="1800"/>
              <a:buFont typeface="Arial"/>
              <a:buNone/>
            </a:pPr>
            <a:r>
              <a:t/>
            </a:r>
            <a:endParaRPr b="0" i="0" sz="1800" u="none" cap="none" strike="noStrike">
              <a:solidFill>
                <a:srgbClr val="92D050"/>
              </a:solidFill>
              <a:latin typeface="Arial"/>
              <a:ea typeface="Arial"/>
              <a:cs typeface="Arial"/>
              <a:sym typeface="Arial"/>
            </a:endParaRPr>
          </a:p>
        </p:txBody>
      </p:sp>
      <p:sp>
        <p:nvSpPr>
          <p:cNvPr id="146" name="Google Shape;146;p15"/>
          <p:cNvSpPr txBox="1"/>
          <p:nvPr/>
        </p:nvSpPr>
        <p:spPr>
          <a:xfrm>
            <a:off x="4129574" y="2760300"/>
            <a:ext cx="8859000" cy="153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100"/>
              <a:buFont typeface="Arial"/>
              <a:buNone/>
            </a:pPr>
            <a:r>
              <a:rPr b="1" lang="en-IN" sz="2500">
                <a:solidFill>
                  <a:srgbClr val="FFFFFF"/>
                </a:solidFill>
                <a:latin typeface="Calibri"/>
                <a:ea typeface="Calibri"/>
                <a:cs typeface="Calibri"/>
                <a:sym typeface="Calibri"/>
              </a:rPr>
              <a:t>DIGITAL MARKETING GUIDE</a:t>
            </a:r>
            <a:endParaRPr b="1" sz="2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b="1" sz="2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IN" sz="2500">
                <a:solidFill>
                  <a:srgbClr val="FFFFFF"/>
                </a:solidFill>
                <a:latin typeface="Calibri"/>
                <a:ea typeface="Calibri"/>
                <a:cs typeface="Calibri"/>
                <a:sym typeface="Calibri"/>
              </a:rPr>
              <a:t>The Complete Guide to Digital Marketing</a:t>
            </a:r>
            <a:endParaRPr b="1" sz="2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b="1" sz="2500">
              <a:solidFill>
                <a:srgbClr val="FFFFFF"/>
              </a:solidFill>
              <a:latin typeface="Calibri"/>
              <a:ea typeface="Calibri"/>
              <a:cs typeface="Calibri"/>
              <a:sym typeface="Calibri"/>
            </a:endParaRPr>
          </a:p>
        </p:txBody>
      </p:sp>
      <p:grpSp>
        <p:nvGrpSpPr>
          <p:cNvPr id="147" name="Google Shape;147;p15"/>
          <p:cNvGrpSpPr/>
          <p:nvPr/>
        </p:nvGrpSpPr>
        <p:grpSpPr>
          <a:xfrm>
            <a:off x="963602" y="1361661"/>
            <a:ext cx="3749695" cy="4134265"/>
            <a:chOff x="-1" y="0"/>
            <a:chExt cx="3749695" cy="4134265"/>
          </a:xfrm>
        </p:grpSpPr>
        <p:sp>
          <p:nvSpPr>
            <p:cNvPr id="148" name="Google Shape;148;p15"/>
            <p:cNvSpPr/>
            <p:nvPr/>
          </p:nvSpPr>
          <p:spPr>
            <a:xfrm>
              <a:off x="1454932" y="3362456"/>
              <a:ext cx="373667" cy="472051"/>
            </a:xfrm>
            <a:custGeom>
              <a:rect b="b" l="l" r="r" t="t"/>
              <a:pathLst>
                <a:path extrusionOk="0" h="21004" w="21451">
                  <a:moveTo>
                    <a:pt x="0" y="19633"/>
                  </a:moveTo>
                  <a:cubicBezTo>
                    <a:pt x="0" y="19975"/>
                    <a:pt x="214" y="21004"/>
                    <a:pt x="428" y="21004"/>
                  </a:cubicBezTo>
                  <a:cubicBezTo>
                    <a:pt x="428" y="21004"/>
                    <a:pt x="2994" y="21004"/>
                    <a:pt x="5988" y="21004"/>
                  </a:cubicBezTo>
                  <a:cubicBezTo>
                    <a:pt x="7699" y="21004"/>
                    <a:pt x="9196" y="21004"/>
                    <a:pt x="10693" y="21004"/>
                  </a:cubicBezTo>
                  <a:cubicBezTo>
                    <a:pt x="12190" y="21004"/>
                    <a:pt x="13901" y="21004"/>
                    <a:pt x="15398" y="21004"/>
                  </a:cubicBezTo>
                  <a:cubicBezTo>
                    <a:pt x="18392" y="21004"/>
                    <a:pt x="20958" y="21004"/>
                    <a:pt x="20958" y="21004"/>
                  </a:cubicBezTo>
                  <a:cubicBezTo>
                    <a:pt x="21386" y="21004"/>
                    <a:pt x="21386" y="19975"/>
                    <a:pt x="21386" y="19633"/>
                  </a:cubicBezTo>
                  <a:cubicBezTo>
                    <a:pt x="21600" y="17747"/>
                    <a:pt x="21386" y="16033"/>
                    <a:pt x="19248" y="15004"/>
                  </a:cubicBezTo>
                  <a:cubicBezTo>
                    <a:pt x="18606" y="14490"/>
                    <a:pt x="16681" y="13975"/>
                    <a:pt x="15612" y="13461"/>
                  </a:cubicBezTo>
                  <a:cubicBezTo>
                    <a:pt x="14543" y="13118"/>
                    <a:pt x="12832" y="11918"/>
                    <a:pt x="13687" y="10890"/>
                  </a:cubicBezTo>
                  <a:cubicBezTo>
                    <a:pt x="14329" y="10033"/>
                    <a:pt x="16040" y="10547"/>
                    <a:pt x="16681" y="9518"/>
                  </a:cubicBezTo>
                  <a:cubicBezTo>
                    <a:pt x="16895" y="9347"/>
                    <a:pt x="16467" y="9004"/>
                    <a:pt x="16467" y="8147"/>
                  </a:cubicBezTo>
                  <a:cubicBezTo>
                    <a:pt x="16467" y="7461"/>
                    <a:pt x="16467" y="4718"/>
                    <a:pt x="16253" y="3861"/>
                  </a:cubicBezTo>
                  <a:cubicBezTo>
                    <a:pt x="15612" y="2661"/>
                    <a:pt x="14970" y="1461"/>
                    <a:pt x="13473" y="604"/>
                  </a:cubicBezTo>
                  <a:cubicBezTo>
                    <a:pt x="11335" y="-596"/>
                    <a:pt x="8127" y="90"/>
                    <a:pt x="6416" y="1804"/>
                  </a:cubicBezTo>
                  <a:cubicBezTo>
                    <a:pt x="4919" y="3690"/>
                    <a:pt x="5133" y="6090"/>
                    <a:pt x="5133" y="8147"/>
                  </a:cubicBezTo>
                  <a:cubicBezTo>
                    <a:pt x="4919" y="9004"/>
                    <a:pt x="4491" y="9347"/>
                    <a:pt x="4705" y="9518"/>
                  </a:cubicBezTo>
                  <a:cubicBezTo>
                    <a:pt x="5347" y="10375"/>
                    <a:pt x="7057" y="10204"/>
                    <a:pt x="7699" y="10890"/>
                  </a:cubicBezTo>
                  <a:cubicBezTo>
                    <a:pt x="8768" y="11747"/>
                    <a:pt x="6844" y="13118"/>
                    <a:pt x="5988" y="13461"/>
                  </a:cubicBezTo>
                  <a:cubicBezTo>
                    <a:pt x="4705" y="13975"/>
                    <a:pt x="2994" y="14490"/>
                    <a:pt x="2139" y="15004"/>
                  </a:cubicBezTo>
                  <a:cubicBezTo>
                    <a:pt x="214" y="16033"/>
                    <a:pt x="0" y="17747"/>
                    <a:pt x="0" y="19633"/>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49" name="Google Shape;149;p15"/>
            <p:cNvSpPr/>
            <p:nvPr/>
          </p:nvSpPr>
          <p:spPr>
            <a:xfrm>
              <a:off x="1773396" y="3329163"/>
              <a:ext cx="314124" cy="505344"/>
            </a:xfrm>
            <a:custGeom>
              <a:rect b="b" l="l" r="r" t="t"/>
              <a:pathLst>
                <a:path extrusionOk="0" h="21600" w="20884">
                  <a:moveTo>
                    <a:pt x="6122" y="989"/>
                  </a:moveTo>
                  <a:cubicBezTo>
                    <a:pt x="7860" y="989"/>
                    <a:pt x="9349" y="1484"/>
                    <a:pt x="10094" y="2473"/>
                  </a:cubicBezTo>
                  <a:cubicBezTo>
                    <a:pt x="10343" y="2968"/>
                    <a:pt x="10343" y="3298"/>
                    <a:pt x="10094" y="3957"/>
                  </a:cubicBezTo>
                  <a:cubicBezTo>
                    <a:pt x="10094" y="4287"/>
                    <a:pt x="10094" y="4947"/>
                    <a:pt x="10094" y="5606"/>
                  </a:cubicBezTo>
                  <a:cubicBezTo>
                    <a:pt x="10094" y="6101"/>
                    <a:pt x="10094" y="6101"/>
                    <a:pt x="10094" y="6101"/>
                  </a:cubicBezTo>
                  <a:cubicBezTo>
                    <a:pt x="10839" y="6266"/>
                    <a:pt x="10839" y="6266"/>
                    <a:pt x="10839" y="6266"/>
                  </a:cubicBezTo>
                  <a:cubicBezTo>
                    <a:pt x="10839" y="6266"/>
                    <a:pt x="10839" y="6431"/>
                    <a:pt x="10839" y="6595"/>
                  </a:cubicBezTo>
                  <a:cubicBezTo>
                    <a:pt x="10591" y="6760"/>
                    <a:pt x="10591" y="6760"/>
                    <a:pt x="10343" y="6925"/>
                  </a:cubicBezTo>
                  <a:cubicBezTo>
                    <a:pt x="9846" y="7090"/>
                    <a:pt x="9349" y="7420"/>
                    <a:pt x="9101" y="7915"/>
                  </a:cubicBezTo>
                  <a:cubicBezTo>
                    <a:pt x="9101" y="8079"/>
                    <a:pt x="9101" y="8079"/>
                    <a:pt x="9101" y="8244"/>
                  </a:cubicBezTo>
                  <a:cubicBezTo>
                    <a:pt x="8853" y="8904"/>
                    <a:pt x="8356" y="10058"/>
                    <a:pt x="8605" y="10882"/>
                  </a:cubicBezTo>
                  <a:cubicBezTo>
                    <a:pt x="8853" y="12366"/>
                    <a:pt x="10094" y="13521"/>
                    <a:pt x="12329" y="14015"/>
                  </a:cubicBezTo>
                  <a:cubicBezTo>
                    <a:pt x="13818" y="14510"/>
                    <a:pt x="15805" y="15334"/>
                    <a:pt x="17294" y="15994"/>
                  </a:cubicBezTo>
                  <a:cubicBezTo>
                    <a:pt x="19032" y="16818"/>
                    <a:pt x="19529" y="19456"/>
                    <a:pt x="19281" y="20611"/>
                  </a:cubicBezTo>
                  <a:cubicBezTo>
                    <a:pt x="7612" y="20611"/>
                    <a:pt x="7612" y="20611"/>
                    <a:pt x="7612" y="20611"/>
                  </a:cubicBezTo>
                  <a:cubicBezTo>
                    <a:pt x="7612" y="20611"/>
                    <a:pt x="7612" y="20611"/>
                    <a:pt x="7612" y="20611"/>
                  </a:cubicBezTo>
                  <a:cubicBezTo>
                    <a:pt x="7612" y="20446"/>
                    <a:pt x="7612" y="20446"/>
                    <a:pt x="7612" y="20446"/>
                  </a:cubicBezTo>
                  <a:cubicBezTo>
                    <a:pt x="7860" y="19292"/>
                    <a:pt x="8108" y="15664"/>
                    <a:pt x="3391" y="13521"/>
                  </a:cubicBezTo>
                  <a:cubicBezTo>
                    <a:pt x="3143" y="13356"/>
                    <a:pt x="2646" y="13191"/>
                    <a:pt x="2149" y="13026"/>
                  </a:cubicBezTo>
                  <a:cubicBezTo>
                    <a:pt x="3143" y="12531"/>
                    <a:pt x="3639" y="11707"/>
                    <a:pt x="3887" y="10882"/>
                  </a:cubicBezTo>
                  <a:cubicBezTo>
                    <a:pt x="3887" y="10058"/>
                    <a:pt x="3639" y="8904"/>
                    <a:pt x="3391" y="8244"/>
                  </a:cubicBezTo>
                  <a:cubicBezTo>
                    <a:pt x="3391" y="8079"/>
                    <a:pt x="3391" y="8079"/>
                    <a:pt x="3391" y="7915"/>
                  </a:cubicBezTo>
                  <a:cubicBezTo>
                    <a:pt x="3143" y="7420"/>
                    <a:pt x="2646" y="7090"/>
                    <a:pt x="2149" y="6925"/>
                  </a:cubicBezTo>
                  <a:cubicBezTo>
                    <a:pt x="1653" y="6760"/>
                    <a:pt x="1653" y="6760"/>
                    <a:pt x="1653" y="6595"/>
                  </a:cubicBezTo>
                  <a:cubicBezTo>
                    <a:pt x="1653" y="6431"/>
                    <a:pt x="1653" y="6431"/>
                    <a:pt x="1901" y="6101"/>
                  </a:cubicBezTo>
                  <a:cubicBezTo>
                    <a:pt x="1901" y="5771"/>
                    <a:pt x="2398" y="5441"/>
                    <a:pt x="2149" y="4782"/>
                  </a:cubicBezTo>
                  <a:cubicBezTo>
                    <a:pt x="2149" y="4617"/>
                    <a:pt x="2149" y="4287"/>
                    <a:pt x="2149" y="4122"/>
                  </a:cubicBezTo>
                  <a:cubicBezTo>
                    <a:pt x="1901" y="3463"/>
                    <a:pt x="1901" y="3133"/>
                    <a:pt x="2149" y="2803"/>
                  </a:cubicBezTo>
                  <a:cubicBezTo>
                    <a:pt x="2398" y="2144"/>
                    <a:pt x="3143" y="1484"/>
                    <a:pt x="4136" y="1154"/>
                  </a:cubicBezTo>
                  <a:cubicBezTo>
                    <a:pt x="4881" y="989"/>
                    <a:pt x="5377" y="989"/>
                    <a:pt x="6122" y="989"/>
                  </a:cubicBezTo>
                  <a:moveTo>
                    <a:pt x="6122" y="0"/>
                  </a:moveTo>
                  <a:cubicBezTo>
                    <a:pt x="5129" y="0"/>
                    <a:pt x="4384" y="0"/>
                    <a:pt x="3391" y="330"/>
                  </a:cubicBezTo>
                  <a:cubicBezTo>
                    <a:pt x="2149" y="824"/>
                    <a:pt x="1156" y="1484"/>
                    <a:pt x="660" y="2473"/>
                  </a:cubicBezTo>
                  <a:cubicBezTo>
                    <a:pt x="163" y="3298"/>
                    <a:pt x="660" y="3957"/>
                    <a:pt x="660" y="4947"/>
                  </a:cubicBezTo>
                  <a:cubicBezTo>
                    <a:pt x="908" y="5606"/>
                    <a:pt x="-85" y="5936"/>
                    <a:pt x="163" y="6760"/>
                  </a:cubicBezTo>
                  <a:cubicBezTo>
                    <a:pt x="412" y="7750"/>
                    <a:pt x="1653" y="7750"/>
                    <a:pt x="1901" y="8079"/>
                  </a:cubicBezTo>
                  <a:cubicBezTo>
                    <a:pt x="1901" y="8574"/>
                    <a:pt x="2398" y="9893"/>
                    <a:pt x="2398" y="10882"/>
                  </a:cubicBezTo>
                  <a:cubicBezTo>
                    <a:pt x="2149" y="11707"/>
                    <a:pt x="1405" y="12366"/>
                    <a:pt x="163" y="12861"/>
                  </a:cubicBezTo>
                  <a:cubicBezTo>
                    <a:pt x="-85" y="13191"/>
                    <a:pt x="-85" y="13356"/>
                    <a:pt x="412" y="13521"/>
                  </a:cubicBezTo>
                  <a:cubicBezTo>
                    <a:pt x="1156" y="13850"/>
                    <a:pt x="2149" y="14180"/>
                    <a:pt x="2646" y="14345"/>
                  </a:cubicBezTo>
                  <a:cubicBezTo>
                    <a:pt x="6618" y="16159"/>
                    <a:pt x="6370" y="19292"/>
                    <a:pt x="6122" y="20446"/>
                  </a:cubicBezTo>
                  <a:cubicBezTo>
                    <a:pt x="6122" y="20446"/>
                    <a:pt x="6122" y="20446"/>
                    <a:pt x="6122" y="20446"/>
                  </a:cubicBezTo>
                  <a:cubicBezTo>
                    <a:pt x="6122" y="20776"/>
                    <a:pt x="6122" y="21105"/>
                    <a:pt x="6122" y="21435"/>
                  </a:cubicBezTo>
                  <a:cubicBezTo>
                    <a:pt x="6122" y="21600"/>
                    <a:pt x="6122" y="21600"/>
                    <a:pt x="6370" y="21600"/>
                  </a:cubicBezTo>
                  <a:cubicBezTo>
                    <a:pt x="6867" y="21600"/>
                    <a:pt x="6867" y="21600"/>
                    <a:pt x="6867" y="21600"/>
                  </a:cubicBezTo>
                  <a:cubicBezTo>
                    <a:pt x="20522" y="21600"/>
                    <a:pt x="20522" y="21600"/>
                    <a:pt x="20522" y="21600"/>
                  </a:cubicBezTo>
                  <a:cubicBezTo>
                    <a:pt x="21018" y="21600"/>
                    <a:pt x="21515" y="16653"/>
                    <a:pt x="18287" y="15169"/>
                  </a:cubicBezTo>
                  <a:cubicBezTo>
                    <a:pt x="16549" y="14510"/>
                    <a:pt x="14563" y="13685"/>
                    <a:pt x="12825" y="13191"/>
                  </a:cubicBezTo>
                  <a:cubicBezTo>
                    <a:pt x="11087" y="12696"/>
                    <a:pt x="10343" y="11707"/>
                    <a:pt x="10094" y="10882"/>
                  </a:cubicBezTo>
                  <a:cubicBezTo>
                    <a:pt x="9846" y="9893"/>
                    <a:pt x="10343" y="8574"/>
                    <a:pt x="10591" y="8079"/>
                  </a:cubicBezTo>
                  <a:cubicBezTo>
                    <a:pt x="10591" y="7750"/>
                    <a:pt x="12081" y="7750"/>
                    <a:pt x="12329" y="6760"/>
                  </a:cubicBezTo>
                  <a:cubicBezTo>
                    <a:pt x="12329" y="6431"/>
                    <a:pt x="12329" y="5606"/>
                    <a:pt x="11584" y="5441"/>
                  </a:cubicBezTo>
                  <a:cubicBezTo>
                    <a:pt x="11336" y="4122"/>
                    <a:pt x="12329" y="3298"/>
                    <a:pt x="11336" y="1979"/>
                  </a:cubicBezTo>
                  <a:cubicBezTo>
                    <a:pt x="10343" y="660"/>
                    <a:pt x="8356" y="0"/>
                    <a:pt x="6122" y="0"/>
                  </a:cubicBez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50" name="Google Shape;150;p15"/>
            <p:cNvSpPr/>
            <p:nvPr/>
          </p:nvSpPr>
          <p:spPr>
            <a:xfrm>
              <a:off x="771768" y="3383544"/>
              <a:ext cx="455871" cy="461574"/>
            </a:xfrm>
            <a:custGeom>
              <a:rect b="b" l="l" r="r" t="t"/>
              <a:pathLst>
                <a:path extrusionOk="0" h="21600" w="21600">
                  <a:moveTo>
                    <a:pt x="10800" y="1080"/>
                  </a:moveTo>
                  <a:cubicBezTo>
                    <a:pt x="12216" y="1080"/>
                    <a:pt x="13279" y="1260"/>
                    <a:pt x="14518" y="1620"/>
                  </a:cubicBezTo>
                  <a:cubicBezTo>
                    <a:pt x="15757" y="2160"/>
                    <a:pt x="16643" y="2700"/>
                    <a:pt x="17528" y="3600"/>
                  </a:cubicBezTo>
                  <a:cubicBezTo>
                    <a:pt x="18413" y="4320"/>
                    <a:pt x="19298" y="5400"/>
                    <a:pt x="19830" y="6660"/>
                  </a:cubicBezTo>
                  <a:cubicBezTo>
                    <a:pt x="20361" y="7920"/>
                    <a:pt x="20538" y="9360"/>
                    <a:pt x="20538" y="10980"/>
                  </a:cubicBezTo>
                  <a:cubicBezTo>
                    <a:pt x="20538" y="11340"/>
                    <a:pt x="20538" y="11520"/>
                    <a:pt x="20538" y="12060"/>
                  </a:cubicBezTo>
                  <a:cubicBezTo>
                    <a:pt x="20538" y="12420"/>
                    <a:pt x="20361" y="12780"/>
                    <a:pt x="20361" y="13320"/>
                  </a:cubicBezTo>
                  <a:cubicBezTo>
                    <a:pt x="20184" y="13680"/>
                    <a:pt x="20184" y="14220"/>
                    <a:pt x="20007" y="14580"/>
                  </a:cubicBezTo>
                  <a:cubicBezTo>
                    <a:pt x="19830" y="15120"/>
                    <a:pt x="19475" y="15480"/>
                    <a:pt x="19298" y="16020"/>
                  </a:cubicBezTo>
                  <a:cubicBezTo>
                    <a:pt x="18944" y="16380"/>
                    <a:pt x="18590" y="16560"/>
                    <a:pt x="18059" y="16920"/>
                  </a:cubicBezTo>
                  <a:cubicBezTo>
                    <a:pt x="17705" y="17100"/>
                    <a:pt x="17174" y="17280"/>
                    <a:pt x="16466" y="17280"/>
                  </a:cubicBezTo>
                  <a:cubicBezTo>
                    <a:pt x="16111" y="17280"/>
                    <a:pt x="15580" y="17100"/>
                    <a:pt x="15403" y="17100"/>
                  </a:cubicBezTo>
                  <a:cubicBezTo>
                    <a:pt x="15049" y="16920"/>
                    <a:pt x="14695" y="16740"/>
                    <a:pt x="14518" y="16560"/>
                  </a:cubicBezTo>
                  <a:cubicBezTo>
                    <a:pt x="14341" y="16380"/>
                    <a:pt x="14341" y="16200"/>
                    <a:pt x="14164" y="15840"/>
                  </a:cubicBezTo>
                  <a:cubicBezTo>
                    <a:pt x="13987" y="15660"/>
                    <a:pt x="13987" y="15480"/>
                    <a:pt x="13987" y="15120"/>
                  </a:cubicBezTo>
                  <a:cubicBezTo>
                    <a:pt x="13456" y="15660"/>
                    <a:pt x="12748" y="16200"/>
                    <a:pt x="12039" y="16380"/>
                  </a:cubicBezTo>
                  <a:cubicBezTo>
                    <a:pt x="11331" y="16740"/>
                    <a:pt x="10446" y="16920"/>
                    <a:pt x="9561" y="16920"/>
                  </a:cubicBezTo>
                  <a:cubicBezTo>
                    <a:pt x="8321" y="16920"/>
                    <a:pt x="7436" y="16560"/>
                    <a:pt x="6728" y="15840"/>
                  </a:cubicBezTo>
                  <a:cubicBezTo>
                    <a:pt x="6020" y="15120"/>
                    <a:pt x="5666" y="14220"/>
                    <a:pt x="5666" y="13140"/>
                  </a:cubicBezTo>
                  <a:cubicBezTo>
                    <a:pt x="5666" y="12420"/>
                    <a:pt x="5843" y="11880"/>
                    <a:pt x="6020" y="11340"/>
                  </a:cubicBezTo>
                  <a:cubicBezTo>
                    <a:pt x="6374" y="10800"/>
                    <a:pt x="6728" y="10440"/>
                    <a:pt x="7259" y="10080"/>
                  </a:cubicBezTo>
                  <a:cubicBezTo>
                    <a:pt x="7613" y="9900"/>
                    <a:pt x="8144" y="9540"/>
                    <a:pt x="8675" y="9540"/>
                  </a:cubicBezTo>
                  <a:cubicBezTo>
                    <a:pt x="9207" y="9360"/>
                    <a:pt x="9915" y="9360"/>
                    <a:pt x="10446" y="9360"/>
                  </a:cubicBezTo>
                  <a:cubicBezTo>
                    <a:pt x="11154" y="9360"/>
                    <a:pt x="11685" y="9360"/>
                    <a:pt x="12216" y="9540"/>
                  </a:cubicBezTo>
                  <a:cubicBezTo>
                    <a:pt x="12570" y="9540"/>
                    <a:pt x="12925" y="9720"/>
                    <a:pt x="13279" y="9900"/>
                  </a:cubicBezTo>
                  <a:cubicBezTo>
                    <a:pt x="13279" y="9360"/>
                    <a:pt x="13102" y="9000"/>
                    <a:pt x="13102" y="8640"/>
                  </a:cubicBezTo>
                  <a:cubicBezTo>
                    <a:pt x="12925" y="8280"/>
                    <a:pt x="12925" y="8100"/>
                    <a:pt x="12570" y="7740"/>
                  </a:cubicBezTo>
                  <a:cubicBezTo>
                    <a:pt x="12393" y="7560"/>
                    <a:pt x="12216" y="7380"/>
                    <a:pt x="11862" y="7200"/>
                  </a:cubicBezTo>
                  <a:cubicBezTo>
                    <a:pt x="11331" y="7020"/>
                    <a:pt x="10977" y="7020"/>
                    <a:pt x="10446" y="7020"/>
                  </a:cubicBezTo>
                  <a:cubicBezTo>
                    <a:pt x="9738" y="7020"/>
                    <a:pt x="9030" y="7200"/>
                    <a:pt x="8498" y="7380"/>
                  </a:cubicBezTo>
                  <a:cubicBezTo>
                    <a:pt x="8321" y="7380"/>
                    <a:pt x="8144" y="7380"/>
                    <a:pt x="8144" y="7560"/>
                  </a:cubicBezTo>
                  <a:cubicBezTo>
                    <a:pt x="7967" y="7560"/>
                    <a:pt x="7790" y="7560"/>
                    <a:pt x="7613" y="7560"/>
                  </a:cubicBezTo>
                  <a:cubicBezTo>
                    <a:pt x="7259" y="7560"/>
                    <a:pt x="6728" y="7380"/>
                    <a:pt x="6551" y="6840"/>
                  </a:cubicBezTo>
                  <a:cubicBezTo>
                    <a:pt x="6551" y="6840"/>
                    <a:pt x="6551" y="6840"/>
                    <a:pt x="6551" y="6840"/>
                  </a:cubicBezTo>
                  <a:cubicBezTo>
                    <a:pt x="6374" y="6300"/>
                    <a:pt x="6728" y="5760"/>
                    <a:pt x="7082" y="5580"/>
                  </a:cubicBezTo>
                  <a:cubicBezTo>
                    <a:pt x="8144" y="5040"/>
                    <a:pt x="9384" y="4680"/>
                    <a:pt x="10800" y="4680"/>
                  </a:cubicBezTo>
                  <a:cubicBezTo>
                    <a:pt x="12039" y="4680"/>
                    <a:pt x="12925" y="4860"/>
                    <a:pt x="13456" y="5220"/>
                  </a:cubicBezTo>
                  <a:cubicBezTo>
                    <a:pt x="14164" y="5580"/>
                    <a:pt x="14695" y="5940"/>
                    <a:pt x="14872" y="6480"/>
                  </a:cubicBezTo>
                  <a:cubicBezTo>
                    <a:pt x="15226" y="7020"/>
                    <a:pt x="15403" y="7740"/>
                    <a:pt x="15580" y="8280"/>
                  </a:cubicBezTo>
                  <a:cubicBezTo>
                    <a:pt x="15580" y="9000"/>
                    <a:pt x="15580" y="9540"/>
                    <a:pt x="15580" y="10260"/>
                  </a:cubicBezTo>
                  <a:cubicBezTo>
                    <a:pt x="15580" y="12240"/>
                    <a:pt x="15580" y="12240"/>
                    <a:pt x="15580" y="12240"/>
                  </a:cubicBezTo>
                  <a:cubicBezTo>
                    <a:pt x="15580" y="12780"/>
                    <a:pt x="15580" y="13140"/>
                    <a:pt x="15580" y="13500"/>
                  </a:cubicBezTo>
                  <a:cubicBezTo>
                    <a:pt x="15757" y="13860"/>
                    <a:pt x="15757" y="14220"/>
                    <a:pt x="15757" y="14400"/>
                  </a:cubicBezTo>
                  <a:cubicBezTo>
                    <a:pt x="15934" y="14760"/>
                    <a:pt x="16111" y="14940"/>
                    <a:pt x="16289" y="15120"/>
                  </a:cubicBezTo>
                  <a:cubicBezTo>
                    <a:pt x="16289" y="15300"/>
                    <a:pt x="16643" y="15480"/>
                    <a:pt x="16820" y="15480"/>
                  </a:cubicBezTo>
                  <a:cubicBezTo>
                    <a:pt x="16997" y="15480"/>
                    <a:pt x="16997" y="15480"/>
                    <a:pt x="16997" y="15480"/>
                  </a:cubicBezTo>
                  <a:cubicBezTo>
                    <a:pt x="17351" y="15300"/>
                    <a:pt x="17705" y="15120"/>
                    <a:pt x="18059" y="14760"/>
                  </a:cubicBezTo>
                  <a:cubicBezTo>
                    <a:pt x="18236" y="14580"/>
                    <a:pt x="18413" y="14040"/>
                    <a:pt x="18590" y="13680"/>
                  </a:cubicBezTo>
                  <a:cubicBezTo>
                    <a:pt x="18767" y="13140"/>
                    <a:pt x="18767" y="12780"/>
                    <a:pt x="18767" y="12240"/>
                  </a:cubicBezTo>
                  <a:cubicBezTo>
                    <a:pt x="18944" y="11700"/>
                    <a:pt x="18944" y="11340"/>
                    <a:pt x="18944" y="10980"/>
                  </a:cubicBezTo>
                  <a:cubicBezTo>
                    <a:pt x="18944" y="9720"/>
                    <a:pt x="18767" y="8640"/>
                    <a:pt x="18413" y="7560"/>
                  </a:cubicBezTo>
                  <a:cubicBezTo>
                    <a:pt x="17882" y="6660"/>
                    <a:pt x="17351" y="5760"/>
                    <a:pt x="16643" y="5040"/>
                  </a:cubicBezTo>
                  <a:cubicBezTo>
                    <a:pt x="15934" y="4320"/>
                    <a:pt x="15049" y="3780"/>
                    <a:pt x="14164" y="3240"/>
                  </a:cubicBezTo>
                  <a:cubicBezTo>
                    <a:pt x="13102" y="2880"/>
                    <a:pt x="12039" y="2700"/>
                    <a:pt x="10800" y="2700"/>
                  </a:cubicBezTo>
                  <a:cubicBezTo>
                    <a:pt x="9561" y="2700"/>
                    <a:pt x="8498" y="2880"/>
                    <a:pt x="7436" y="3240"/>
                  </a:cubicBezTo>
                  <a:cubicBezTo>
                    <a:pt x="6374" y="3600"/>
                    <a:pt x="5666" y="4320"/>
                    <a:pt x="4957" y="5040"/>
                  </a:cubicBezTo>
                  <a:cubicBezTo>
                    <a:pt x="4249" y="5760"/>
                    <a:pt x="3718" y="6480"/>
                    <a:pt x="3187" y="7560"/>
                  </a:cubicBezTo>
                  <a:cubicBezTo>
                    <a:pt x="2833" y="8640"/>
                    <a:pt x="2656" y="9720"/>
                    <a:pt x="2656" y="10800"/>
                  </a:cubicBezTo>
                  <a:cubicBezTo>
                    <a:pt x="2656" y="11880"/>
                    <a:pt x="2833" y="12960"/>
                    <a:pt x="3187" y="14040"/>
                  </a:cubicBezTo>
                  <a:cubicBezTo>
                    <a:pt x="3541" y="14940"/>
                    <a:pt x="4072" y="15840"/>
                    <a:pt x="4780" y="16560"/>
                  </a:cubicBezTo>
                  <a:cubicBezTo>
                    <a:pt x="5489" y="17280"/>
                    <a:pt x="6197" y="18000"/>
                    <a:pt x="7259" y="18360"/>
                  </a:cubicBezTo>
                  <a:cubicBezTo>
                    <a:pt x="8144" y="18720"/>
                    <a:pt x="9207" y="19080"/>
                    <a:pt x="10446" y="19080"/>
                  </a:cubicBezTo>
                  <a:cubicBezTo>
                    <a:pt x="11331" y="19080"/>
                    <a:pt x="12039" y="18900"/>
                    <a:pt x="12570" y="18720"/>
                  </a:cubicBezTo>
                  <a:cubicBezTo>
                    <a:pt x="12925" y="18540"/>
                    <a:pt x="13279" y="18540"/>
                    <a:pt x="13633" y="18360"/>
                  </a:cubicBezTo>
                  <a:cubicBezTo>
                    <a:pt x="13810" y="18360"/>
                    <a:pt x="13810" y="18360"/>
                    <a:pt x="13987" y="18360"/>
                  </a:cubicBezTo>
                  <a:cubicBezTo>
                    <a:pt x="14341" y="18360"/>
                    <a:pt x="14518" y="18540"/>
                    <a:pt x="14695" y="18900"/>
                  </a:cubicBezTo>
                  <a:cubicBezTo>
                    <a:pt x="14872" y="19260"/>
                    <a:pt x="14518" y="19620"/>
                    <a:pt x="14164" y="19800"/>
                  </a:cubicBezTo>
                  <a:cubicBezTo>
                    <a:pt x="13633" y="19980"/>
                    <a:pt x="13102" y="20160"/>
                    <a:pt x="12748" y="20340"/>
                  </a:cubicBezTo>
                  <a:cubicBezTo>
                    <a:pt x="11862" y="20520"/>
                    <a:pt x="11154" y="20520"/>
                    <a:pt x="10269" y="20520"/>
                  </a:cubicBezTo>
                  <a:cubicBezTo>
                    <a:pt x="9030" y="20520"/>
                    <a:pt x="7790" y="20340"/>
                    <a:pt x="6728" y="19980"/>
                  </a:cubicBezTo>
                  <a:cubicBezTo>
                    <a:pt x="5666" y="19440"/>
                    <a:pt x="4603" y="18720"/>
                    <a:pt x="3718" y="18000"/>
                  </a:cubicBezTo>
                  <a:cubicBezTo>
                    <a:pt x="3010" y="17100"/>
                    <a:pt x="2302" y="16020"/>
                    <a:pt x="1770" y="14760"/>
                  </a:cubicBezTo>
                  <a:cubicBezTo>
                    <a:pt x="1239" y="13680"/>
                    <a:pt x="1062" y="12240"/>
                    <a:pt x="1062" y="10800"/>
                  </a:cubicBezTo>
                  <a:cubicBezTo>
                    <a:pt x="1062" y="9180"/>
                    <a:pt x="1239" y="7740"/>
                    <a:pt x="1770" y="6660"/>
                  </a:cubicBezTo>
                  <a:cubicBezTo>
                    <a:pt x="2479" y="5400"/>
                    <a:pt x="3187" y="4320"/>
                    <a:pt x="4072" y="3600"/>
                  </a:cubicBezTo>
                  <a:cubicBezTo>
                    <a:pt x="4957" y="2700"/>
                    <a:pt x="6020" y="2160"/>
                    <a:pt x="7082" y="1800"/>
                  </a:cubicBezTo>
                  <a:cubicBezTo>
                    <a:pt x="8321" y="1260"/>
                    <a:pt x="9561" y="1080"/>
                    <a:pt x="10800" y="1080"/>
                  </a:cubicBezTo>
                  <a:moveTo>
                    <a:pt x="9915" y="14940"/>
                  </a:moveTo>
                  <a:cubicBezTo>
                    <a:pt x="10269" y="14940"/>
                    <a:pt x="10446" y="14760"/>
                    <a:pt x="10977" y="14760"/>
                  </a:cubicBezTo>
                  <a:cubicBezTo>
                    <a:pt x="11331" y="14760"/>
                    <a:pt x="11685" y="14580"/>
                    <a:pt x="12039" y="14400"/>
                  </a:cubicBezTo>
                  <a:cubicBezTo>
                    <a:pt x="12393" y="14220"/>
                    <a:pt x="12748" y="14040"/>
                    <a:pt x="12925" y="13680"/>
                  </a:cubicBezTo>
                  <a:cubicBezTo>
                    <a:pt x="13102" y="13500"/>
                    <a:pt x="13279" y="13140"/>
                    <a:pt x="13279" y="12780"/>
                  </a:cubicBezTo>
                  <a:cubicBezTo>
                    <a:pt x="13279" y="11700"/>
                    <a:pt x="13279" y="11700"/>
                    <a:pt x="13279" y="11700"/>
                  </a:cubicBezTo>
                  <a:cubicBezTo>
                    <a:pt x="12925" y="11700"/>
                    <a:pt x="12570" y="11520"/>
                    <a:pt x="12039" y="11340"/>
                  </a:cubicBezTo>
                  <a:cubicBezTo>
                    <a:pt x="11508" y="11340"/>
                    <a:pt x="10977" y="11160"/>
                    <a:pt x="10446" y="11160"/>
                  </a:cubicBezTo>
                  <a:cubicBezTo>
                    <a:pt x="9738" y="11160"/>
                    <a:pt x="9207" y="11340"/>
                    <a:pt x="8675" y="11700"/>
                  </a:cubicBezTo>
                  <a:cubicBezTo>
                    <a:pt x="8321" y="12060"/>
                    <a:pt x="8144" y="12420"/>
                    <a:pt x="8144" y="13140"/>
                  </a:cubicBezTo>
                  <a:cubicBezTo>
                    <a:pt x="8144" y="13680"/>
                    <a:pt x="8144" y="14040"/>
                    <a:pt x="8498" y="14400"/>
                  </a:cubicBezTo>
                  <a:cubicBezTo>
                    <a:pt x="8852" y="14760"/>
                    <a:pt x="9207" y="14940"/>
                    <a:pt x="9915" y="14940"/>
                  </a:cubicBezTo>
                  <a:moveTo>
                    <a:pt x="10800" y="0"/>
                  </a:moveTo>
                  <a:cubicBezTo>
                    <a:pt x="9384" y="0"/>
                    <a:pt x="8144" y="180"/>
                    <a:pt x="6728" y="720"/>
                  </a:cubicBezTo>
                  <a:cubicBezTo>
                    <a:pt x="5489" y="1080"/>
                    <a:pt x="4249" y="1800"/>
                    <a:pt x="3364" y="2700"/>
                  </a:cubicBezTo>
                  <a:cubicBezTo>
                    <a:pt x="2302" y="3600"/>
                    <a:pt x="1416" y="4860"/>
                    <a:pt x="885" y="6120"/>
                  </a:cubicBezTo>
                  <a:cubicBezTo>
                    <a:pt x="354" y="7560"/>
                    <a:pt x="0" y="9000"/>
                    <a:pt x="0" y="10800"/>
                  </a:cubicBezTo>
                  <a:cubicBezTo>
                    <a:pt x="0" y="12420"/>
                    <a:pt x="177" y="13860"/>
                    <a:pt x="708" y="15300"/>
                  </a:cubicBezTo>
                  <a:cubicBezTo>
                    <a:pt x="1416" y="16560"/>
                    <a:pt x="2125" y="17820"/>
                    <a:pt x="3010" y="18720"/>
                  </a:cubicBezTo>
                  <a:cubicBezTo>
                    <a:pt x="3895" y="19620"/>
                    <a:pt x="5134" y="20340"/>
                    <a:pt x="6374" y="20880"/>
                  </a:cubicBezTo>
                  <a:cubicBezTo>
                    <a:pt x="7613" y="21420"/>
                    <a:pt x="8852" y="21600"/>
                    <a:pt x="10269" y="21600"/>
                  </a:cubicBezTo>
                  <a:cubicBezTo>
                    <a:pt x="11154" y="21600"/>
                    <a:pt x="12039" y="21600"/>
                    <a:pt x="12925" y="21420"/>
                  </a:cubicBezTo>
                  <a:cubicBezTo>
                    <a:pt x="13456" y="21240"/>
                    <a:pt x="13987" y="21060"/>
                    <a:pt x="14518" y="20880"/>
                  </a:cubicBezTo>
                  <a:cubicBezTo>
                    <a:pt x="15580" y="20520"/>
                    <a:pt x="15934" y="19440"/>
                    <a:pt x="15757" y="18540"/>
                  </a:cubicBezTo>
                  <a:cubicBezTo>
                    <a:pt x="15580" y="18360"/>
                    <a:pt x="15580" y="18360"/>
                    <a:pt x="15580" y="18180"/>
                  </a:cubicBezTo>
                  <a:cubicBezTo>
                    <a:pt x="15934" y="18180"/>
                    <a:pt x="16111" y="18360"/>
                    <a:pt x="16466" y="18360"/>
                  </a:cubicBezTo>
                  <a:cubicBezTo>
                    <a:pt x="17351" y="18360"/>
                    <a:pt x="18059" y="18180"/>
                    <a:pt x="18590" y="17820"/>
                  </a:cubicBezTo>
                  <a:cubicBezTo>
                    <a:pt x="19121" y="17460"/>
                    <a:pt x="19652" y="17100"/>
                    <a:pt x="20184" y="16560"/>
                  </a:cubicBezTo>
                  <a:cubicBezTo>
                    <a:pt x="20538" y="16200"/>
                    <a:pt x="20715" y="15660"/>
                    <a:pt x="20892" y="15120"/>
                  </a:cubicBezTo>
                  <a:cubicBezTo>
                    <a:pt x="21069" y="14580"/>
                    <a:pt x="21246" y="14040"/>
                    <a:pt x="21423" y="13500"/>
                  </a:cubicBezTo>
                  <a:cubicBezTo>
                    <a:pt x="21423" y="12960"/>
                    <a:pt x="21600" y="12600"/>
                    <a:pt x="21600" y="12060"/>
                  </a:cubicBezTo>
                  <a:cubicBezTo>
                    <a:pt x="21600" y="11700"/>
                    <a:pt x="21600" y="11340"/>
                    <a:pt x="21600" y="10980"/>
                  </a:cubicBezTo>
                  <a:cubicBezTo>
                    <a:pt x="21600" y="9180"/>
                    <a:pt x="21246" y="7560"/>
                    <a:pt x="20715" y="6300"/>
                  </a:cubicBezTo>
                  <a:cubicBezTo>
                    <a:pt x="20184" y="4860"/>
                    <a:pt x="19298" y="3600"/>
                    <a:pt x="18236" y="2700"/>
                  </a:cubicBezTo>
                  <a:cubicBezTo>
                    <a:pt x="17351" y="1800"/>
                    <a:pt x="16111" y="1080"/>
                    <a:pt x="14872" y="720"/>
                  </a:cubicBezTo>
                  <a:cubicBezTo>
                    <a:pt x="13633" y="180"/>
                    <a:pt x="12216" y="0"/>
                    <a:pt x="10800" y="0"/>
                  </a:cubicBezTo>
                  <a:close/>
                  <a:moveTo>
                    <a:pt x="16997" y="14400"/>
                  </a:moveTo>
                  <a:cubicBezTo>
                    <a:pt x="16820" y="14220"/>
                    <a:pt x="16820" y="14220"/>
                    <a:pt x="16820" y="14040"/>
                  </a:cubicBezTo>
                  <a:cubicBezTo>
                    <a:pt x="16820" y="13860"/>
                    <a:pt x="16820" y="13680"/>
                    <a:pt x="16643" y="13320"/>
                  </a:cubicBezTo>
                  <a:cubicBezTo>
                    <a:pt x="16643" y="12960"/>
                    <a:pt x="16643" y="12600"/>
                    <a:pt x="16643" y="12240"/>
                  </a:cubicBezTo>
                  <a:cubicBezTo>
                    <a:pt x="16643" y="10260"/>
                    <a:pt x="16643" y="10260"/>
                    <a:pt x="16643" y="10260"/>
                  </a:cubicBezTo>
                  <a:cubicBezTo>
                    <a:pt x="16643" y="9540"/>
                    <a:pt x="16643" y="9000"/>
                    <a:pt x="16643" y="8280"/>
                  </a:cubicBezTo>
                  <a:cubicBezTo>
                    <a:pt x="16466" y="7380"/>
                    <a:pt x="16289" y="6660"/>
                    <a:pt x="15934" y="5940"/>
                  </a:cubicBezTo>
                  <a:cubicBezTo>
                    <a:pt x="15757" y="5760"/>
                    <a:pt x="15403" y="5400"/>
                    <a:pt x="15226" y="5220"/>
                  </a:cubicBezTo>
                  <a:cubicBezTo>
                    <a:pt x="15403" y="5400"/>
                    <a:pt x="15757" y="5580"/>
                    <a:pt x="15934" y="5760"/>
                  </a:cubicBezTo>
                  <a:cubicBezTo>
                    <a:pt x="16466" y="6480"/>
                    <a:pt x="16997" y="7200"/>
                    <a:pt x="17351" y="8100"/>
                  </a:cubicBezTo>
                  <a:cubicBezTo>
                    <a:pt x="17705" y="9000"/>
                    <a:pt x="17882" y="9900"/>
                    <a:pt x="17882" y="10980"/>
                  </a:cubicBezTo>
                  <a:cubicBezTo>
                    <a:pt x="17882" y="11160"/>
                    <a:pt x="17882" y="11700"/>
                    <a:pt x="17705" y="12060"/>
                  </a:cubicBezTo>
                  <a:cubicBezTo>
                    <a:pt x="17705" y="12600"/>
                    <a:pt x="17705" y="12960"/>
                    <a:pt x="17528" y="13320"/>
                  </a:cubicBezTo>
                  <a:cubicBezTo>
                    <a:pt x="17528" y="13680"/>
                    <a:pt x="17351" y="14040"/>
                    <a:pt x="17174" y="14220"/>
                  </a:cubicBezTo>
                  <a:cubicBezTo>
                    <a:pt x="16997" y="14220"/>
                    <a:pt x="16997" y="14400"/>
                    <a:pt x="16997" y="14400"/>
                  </a:cubicBezTo>
                  <a:cubicBezTo>
                    <a:pt x="16997" y="14400"/>
                    <a:pt x="16997" y="14400"/>
                    <a:pt x="16997" y="14400"/>
                  </a:cubicBezTo>
                  <a:close/>
                  <a:moveTo>
                    <a:pt x="4957" y="15120"/>
                  </a:moveTo>
                  <a:cubicBezTo>
                    <a:pt x="4603" y="14580"/>
                    <a:pt x="4426" y="14220"/>
                    <a:pt x="4249" y="13680"/>
                  </a:cubicBezTo>
                  <a:cubicBezTo>
                    <a:pt x="3895" y="12780"/>
                    <a:pt x="3718" y="11880"/>
                    <a:pt x="3718" y="10800"/>
                  </a:cubicBezTo>
                  <a:cubicBezTo>
                    <a:pt x="3718" y="9720"/>
                    <a:pt x="3895" y="8820"/>
                    <a:pt x="4249" y="7920"/>
                  </a:cubicBezTo>
                  <a:cubicBezTo>
                    <a:pt x="4603" y="7200"/>
                    <a:pt x="4957" y="6480"/>
                    <a:pt x="5666" y="5760"/>
                  </a:cubicBezTo>
                  <a:cubicBezTo>
                    <a:pt x="5489" y="6300"/>
                    <a:pt x="5489" y="6660"/>
                    <a:pt x="5666" y="7200"/>
                  </a:cubicBezTo>
                  <a:cubicBezTo>
                    <a:pt x="5666" y="7200"/>
                    <a:pt x="5666" y="7200"/>
                    <a:pt x="5666" y="7200"/>
                  </a:cubicBezTo>
                  <a:cubicBezTo>
                    <a:pt x="5843" y="8100"/>
                    <a:pt x="6728" y="8640"/>
                    <a:pt x="7613" y="8640"/>
                  </a:cubicBezTo>
                  <a:cubicBezTo>
                    <a:pt x="7613" y="8640"/>
                    <a:pt x="7613" y="8640"/>
                    <a:pt x="7613" y="8640"/>
                  </a:cubicBezTo>
                  <a:cubicBezTo>
                    <a:pt x="7259" y="8820"/>
                    <a:pt x="6905" y="9000"/>
                    <a:pt x="6551" y="9180"/>
                  </a:cubicBezTo>
                  <a:cubicBezTo>
                    <a:pt x="6020" y="9720"/>
                    <a:pt x="5489" y="10080"/>
                    <a:pt x="5134" y="10800"/>
                  </a:cubicBezTo>
                  <a:cubicBezTo>
                    <a:pt x="4780" y="11520"/>
                    <a:pt x="4603" y="12240"/>
                    <a:pt x="4603" y="13140"/>
                  </a:cubicBezTo>
                  <a:cubicBezTo>
                    <a:pt x="4603" y="13860"/>
                    <a:pt x="4780" y="14400"/>
                    <a:pt x="4957" y="15120"/>
                  </a:cubicBezTo>
                  <a:close/>
                  <a:moveTo>
                    <a:pt x="8675" y="8460"/>
                  </a:moveTo>
                  <a:cubicBezTo>
                    <a:pt x="8675" y="8280"/>
                    <a:pt x="8852" y="8280"/>
                    <a:pt x="8852" y="8280"/>
                  </a:cubicBezTo>
                  <a:cubicBezTo>
                    <a:pt x="9207" y="8100"/>
                    <a:pt x="9738" y="8100"/>
                    <a:pt x="10446" y="8100"/>
                  </a:cubicBezTo>
                  <a:cubicBezTo>
                    <a:pt x="10977" y="8100"/>
                    <a:pt x="11154" y="8100"/>
                    <a:pt x="11331" y="8280"/>
                  </a:cubicBezTo>
                  <a:cubicBezTo>
                    <a:pt x="11508" y="8280"/>
                    <a:pt x="11508" y="8280"/>
                    <a:pt x="11508" y="8280"/>
                  </a:cubicBezTo>
                  <a:cubicBezTo>
                    <a:pt x="11154" y="8280"/>
                    <a:pt x="10800" y="8280"/>
                    <a:pt x="10446" y="8280"/>
                  </a:cubicBezTo>
                  <a:cubicBezTo>
                    <a:pt x="9915" y="8280"/>
                    <a:pt x="9207" y="8280"/>
                    <a:pt x="8675" y="8460"/>
                  </a:cubicBezTo>
                  <a:close/>
                  <a:moveTo>
                    <a:pt x="9915" y="13860"/>
                  </a:moveTo>
                  <a:cubicBezTo>
                    <a:pt x="9561" y="13860"/>
                    <a:pt x="9384" y="13680"/>
                    <a:pt x="9207" y="13680"/>
                  </a:cubicBezTo>
                  <a:cubicBezTo>
                    <a:pt x="9207" y="13500"/>
                    <a:pt x="9207" y="13320"/>
                    <a:pt x="9207" y="13140"/>
                  </a:cubicBezTo>
                  <a:cubicBezTo>
                    <a:pt x="9207" y="12600"/>
                    <a:pt x="9207" y="12600"/>
                    <a:pt x="9384" y="12600"/>
                  </a:cubicBezTo>
                  <a:cubicBezTo>
                    <a:pt x="9561" y="12420"/>
                    <a:pt x="9738" y="12240"/>
                    <a:pt x="10446" y="12240"/>
                  </a:cubicBezTo>
                  <a:cubicBezTo>
                    <a:pt x="10977" y="12240"/>
                    <a:pt x="11331" y="12420"/>
                    <a:pt x="11862" y="12420"/>
                  </a:cubicBezTo>
                  <a:cubicBezTo>
                    <a:pt x="11862" y="12420"/>
                    <a:pt x="12039" y="12420"/>
                    <a:pt x="12216" y="12600"/>
                  </a:cubicBezTo>
                  <a:cubicBezTo>
                    <a:pt x="12216" y="12780"/>
                    <a:pt x="12216" y="12780"/>
                    <a:pt x="12216" y="12780"/>
                  </a:cubicBezTo>
                  <a:cubicBezTo>
                    <a:pt x="12216" y="12780"/>
                    <a:pt x="12039" y="12960"/>
                    <a:pt x="12039" y="12960"/>
                  </a:cubicBezTo>
                  <a:cubicBezTo>
                    <a:pt x="11862" y="13140"/>
                    <a:pt x="11862" y="13320"/>
                    <a:pt x="11508" y="13320"/>
                  </a:cubicBezTo>
                  <a:cubicBezTo>
                    <a:pt x="11508" y="13320"/>
                    <a:pt x="11508" y="13320"/>
                    <a:pt x="11508" y="13500"/>
                  </a:cubicBezTo>
                  <a:cubicBezTo>
                    <a:pt x="11331" y="13500"/>
                    <a:pt x="10977" y="13680"/>
                    <a:pt x="10800" y="13680"/>
                  </a:cubicBezTo>
                  <a:cubicBezTo>
                    <a:pt x="10446" y="13680"/>
                    <a:pt x="10092" y="13860"/>
                    <a:pt x="9915" y="13860"/>
                  </a:cubicBezTo>
                  <a:close/>
                  <a:moveTo>
                    <a:pt x="10446" y="18000"/>
                  </a:moveTo>
                  <a:cubicBezTo>
                    <a:pt x="11154" y="17820"/>
                    <a:pt x="11862" y="17640"/>
                    <a:pt x="12393" y="17460"/>
                  </a:cubicBezTo>
                  <a:cubicBezTo>
                    <a:pt x="12748" y="17280"/>
                    <a:pt x="13102" y="17100"/>
                    <a:pt x="13456" y="16920"/>
                  </a:cubicBezTo>
                  <a:cubicBezTo>
                    <a:pt x="13633" y="17100"/>
                    <a:pt x="13633" y="17100"/>
                    <a:pt x="13810" y="17280"/>
                  </a:cubicBezTo>
                  <a:cubicBezTo>
                    <a:pt x="13633" y="17280"/>
                    <a:pt x="13456" y="17280"/>
                    <a:pt x="13279" y="17280"/>
                  </a:cubicBezTo>
                  <a:cubicBezTo>
                    <a:pt x="12925" y="17460"/>
                    <a:pt x="12570" y="17640"/>
                    <a:pt x="12216" y="17640"/>
                  </a:cubicBezTo>
                  <a:cubicBezTo>
                    <a:pt x="11862" y="17820"/>
                    <a:pt x="11154" y="18000"/>
                    <a:pt x="10446" y="18000"/>
                  </a:cubicBez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51" name="Google Shape;151;p15"/>
            <p:cNvSpPr/>
            <p:nvPr/>
          </p:nvSpPr>
          <p:spPr>
            <a:xfrm>
              <a:off x="376253" y="3760230"/>
              <a:ext cx="339015" cy="374035"/>
            </a:xfrm>
            <a:custGeom>
              <a:rect b="b" l="l" r="r" t="t"/>
              <a:pathLst>
                <a:path extrusionOk="0" h="21600" w="21600">
                  <a:moveTo>
                    <a:pt x="20413" y="8907"/>
                  </a:moveTo>
                  <a:cubicBezTo>
                    <a:pt x="16853" y="8907"/>
                    <a:pt x="16853" y="8907"/>
                    <a:pt x="16853" y="8907"/>
                  </a:cubicBezTo>
                  <a:cubicBezTo>
                    <a:pt x="15903" y="12470"/>
                    <a:pt x="15903" y="12470"/>
                    <a:pt x="15903" y="12470"/>
                  </a:cubicBezTo>
                  <a:cubicBezTo>
                    <a:pt x="18752" y="12470"/>
                    <a:pt x="18752" y="12470"/>
                    <a:pt x="18752" y="12470"/>
                  </a:cubicBezTo>
                  <a:cubicBezTo>
                    <a:pt x="19464" y="12470"/>
                    <a:pt x="20176" y="13138"/>
                    <a:pt x="20176" y="13806"/>
                  </a:cubicBezTo>
                  <a:cubicBezTo>
                    <a:pt x="20176" y="14697"/>
                    <a:pt x="20176" y="14697"/>
                    <a:pt x="20176" y="14697"/>
                  </a:cubicBezTo>
                  <a:cubicBezTo>
                    <a:pt x="20176" y="15365"/>
                    <a:pt x="19464" y="16033"/>
                    <a:pt x="18752" y="16033"/>
                  </a:cubicBezTo>
                  <a:cubicBezTo>
                    <a:pt x="14954" y="16033"/>
                    <a:pt x="14954" y="16033"/>
                    <a:pt x="14954" y="16033"/>
                  </a:cubicBezTo>
                  <a:cubicBezTo>
                    <a:pt x="13767" y="20264"/>
                    <a:pt x="13767" y="20264"/>
                    <a:pt x="13767" y="20264"/>
                  </a:cubicBezTo>
                  <a:cubicBezTo>
                    <a:pt x="13767" y="20932"/>
                    <a:pt x="13055" y="21600"/>
                    <a:pt x="12343" y="21600"/>
                  </a:cubicBezTo>
                  <a:cubicBezTo>
                    <a:pt x="11393" y="21600"/>
                    <a:pt x="11393" y="21600"/>
                    <a:pt x="11393" y="21600"/>
                  </a:cubicBezTo>
                  <a:cubicBezTo>
                    <a:pt x="10444" y="21600"/>
                    <a:pt x="9732" y="20487"/>
                    <a:pt x="9969" y="19596"/>
                  </a:cubicBezTo>
                  <a:cubicBezTo>
                    <a:pt x="10919" y="16033"/>
                    <a:pt x="10919" y="16033"/>
                    <a:pt x="10919" y="16033"/>
                  </a:cubicBezTo>
                  <a:cubicBezTo>
                    <a:pt x="7833" y="16033"/>
                    <a:pt x="7833" y="16033"/>
                    <a:pt x="7833" y="16033"/>
                  </a:cubicBezTo>
                  <a:cubicBezTo>
                    <a:pt x="6884" y="20264"/>
                    <a:pt x="6884" y="20264"/>
                    <a:pt x="6884" y="20264"/>
                  </a:cubicBezTo>
                  <a:cubicBezTo>
                    <a:pt x="6646" y="20932"/>
                    <a:pt x="5934" y="21600"/>
                    <a:pt x="5222" y="21600"/>
                  </a:cubicBezTo>
                  <a:cubicBezTo>
                    <a:pt x="4273" y="21600"/>
                    <a:pt x="4273" y="21600"/>
                    <a:pt x="4273" y="21600"/>
                  </a:cubicBezTo>
                  <a:cubicBezTo>
                    <a:pt x="3323" y="21600"/>
                    <a:pt x="2611" y="20487"/>
                    <a:pt x="2848" y="19596"/>
                  </a:cubicBezTo>
                  <a:cubicBezTo>
                    <a:pt x="3798" y="16033"/>
                    <a:pt x="3798" y="16033"/>
                    <a:pt x="3798" y="16033"/>
                  </a:cubicBezTo>
                  <a:cubicBezTo>
                    <a:pt x="1424" y="16033"/>
                    <a:pt x="1424" y="16033"/>
                    <a:pt x="1424" y="16033"/>
                  </a:cubicBezTo>
                  <a:cubicBezTo>
                    <a:pt x="712" y="16033"/>
                    <a:pt x="0" y="15588"/>
                    <a:pt x="0" y="14920"/>
                  </a:cubicBezTo>
                  <a:cubicBezTo>
                    <a:pt x="0" y="13806"/>
                    <a:pt x="0" y="13806"/>
                    <a:pt x="0" y="13806"/>
                  </a:cubicBezTo>
                  <a:cubicBezTo>
                    <a:pt x="0" y="12915"/>
                    <a:pt x="712" y="12470"/>
                    <a:pt x="1424" y="12470"/>
                  </a:cubicBezTo>
                  <a:cubicBezTo>
                    <a:pt x="4747" y="12470"/>
                    <a:pt x="4747" y="12470"/>
                    <a:pt x="4747" y="12470"/>
                  </a:cubicBezTo>
                  <a:cubicBezTo>
                    <a:pt x="5459" y="8907"/>
                    <a:pt x="5459" y="8907"/>
                    <a:pt x="5459" y="8907"/>
                  </a:cubicBezTo>
                  <a:cubicBezTo>
                    <a:pt x="3086" y="8907"/>
                    <a:pt x="3086" y="8907"/>
                    <a:pt x="3086" y="8907"/>
                  </a:cubicBezTo>
                  <a:cubicBezTo>
                    <a:pt x="2374" y="8907"/>
                    <a:pt x="1662" y="8462"/>
                    <a:pt x="1662" y="7794"/>
                  </a:cubicBezTo>
                  <a:cubicBezTo>
                    <a:pt x="1662" y="6903"/>
                    <a:pt x="1662" y="6903"/>
                    <a:pt x="1662" y="6903"/>
                  </a:cubicBezTo>
                  <a:cubicBezTo>
                    <a:pt x="1662" y="6235"/>
                    <a:pt x="2374" y="5567"/>
                    <a:pt x="3086" y="5567"/>
                  </a:cubicBezTo>
                  <a:cubicBezTo>
                    <a:pt x="5697" y="5567"/>
                    <a:pt x="5697" y="5567"/>
                    <a:pt x="5697" y="5567"/>
                  </a:cubicBezTo>
                  <a:cubicBezTo>
                    <a:pt x="6171" y="5567"/>
                    <a:pt x="6409" y="5344"/>
                    <a:pt x="6646" y="4899"/>
                  </a:cubicBezTo>
                  <a:cubicBezTo>
                    <a:pt x="7596" y="1113"/>
                    <a:pt x="7596" y="1113"/>
                    <a:pt x="7596" y="1113"/>
                  </a:cubicBezTo>
                  <a:cubicBezTo>
                    <a:pt x="7833" y="445"/>
                    <a:pt x="8308" y="0"/>
                    <a:pt x="9020" y="0"/>
                  </a:cubicBezTo>
                  <a:cubicBezTo>
                    <a:pt x="10207" y="0"/>
                    <a:pt x="10207" y="0"/>
                    <a:pt x="10207" y="0"/>
                  </a:cubicBezTo>
                  <a:cubicBezTo>
                    <a:pt x="11156" y="0"/>
                    <a:pt x="11868" y="891"/>
                    <a:pt x="11631" y="1781"/>
                  </a:cubicBezTo>
                  <a:cubicBezTo>
                    <a:pt x="10919" y="4454"/>
                    <a:pt x="10919" y="4454"/>
                    <a:pt x="10919" y="4454"/>
                  </a:cubicBezTo>
                  <a:cubicBezTo>
                    <a:pt x="10681" y="5122"/>
                    <a:pt x="11156" y="5567"/>
                    <a:pt x="11868" y="5567"/>
                  </a:cubicBezTo>
                  <a:cubicBezTo>
                    <a:pt x="12818" y="5567"/>
                    <a:pt x="12818" y="5567"/>
                    <a:pt x="12818" y="5567"/>
                  </a:cubicBezTo>
                  <a:cubicBezTo>
                    <a:pt x="13292" y="5567"/>
                    <a:pt x="13530" y="5344"/>
                    <a:pt x="13767" y="4899"/>
                  </a:cubicBezTo>
                  <a:cubicBezTo>
                    <a:pt x="14716" y="1113"/>
                    <a:pt x="14716" y="1113"/>
                    <a:pt x="14716" y="1113"/>
                  </a:cubicBezTo>
                  <a:cubicBezTo>
                    <a:pt x="14954" y="445"/>
                    <a:pt x="15429" y="0"/>
                    <a:pt x="16141" y="0"/>
                  </a:cubicBezTo>
                  <a:cubicBezTo>
                    <a:pt x="17090" y="0"/>
                    <a:pt x="17090" y="0"/>
                    <a:pt x="17090" y="0"/>
                  </a:cubicBezTo>
                  <a:cubicBezTo>
                    <a:pt x="18277" y="0"/>
                    <a:pt x="18989" y="891"/>
                    <a:pt x="18752" y="1781"/>
                  </a:cubicBezTo>
                  <a:cubicBezTo>
                    <a:pt x="18040" y="4454"/>
                    <a:pt x="18040" y="4454"/>
                    <a:pt x="18040" y="4454"/>
                  </a:cubicBezTo>
                  <a:cubicBezTo>
                    <a:pt x="17802" y="5122"/>
                    <a:pt x="18277" y="5567"/>
                    <a:pt x="18989" y="5567"/>
                  </a:cubicBezTo>
                  <a:cubicBezTo>
                    <a:pt x="20413" y="5567"/>
                    <a:pt x="20413" y="5567"/>
                    <a:pt x="20413" y="5567"/>
                  </a:cubicBezTo>
                  <a:cubicBezTo>
                    <a:pt x="21125" y="5567"/>
                    <a:pt x="21600" y="6235"/>
                    <a:pt x="21600" y="6903"/>
                  </a:cubicBezTo>
                  <a:cubicBezTo>
                    <a:pt x="21600" y="7794"/>
                    <a:pt x="21600" y="7794"/>
                    <a:pt x="21600" y="7794"/>
                  </a:cubicBezTo>
                  <a:cubicBezTo>
                    <a:pt x="21600" y="8462"/>
                    <a:pt x="21125" y="8907"/>
                    <a:pt x="20413" y="8907"/>
                  </a:cubicBezTo>
                  <a:close/>
                  <a:moveTo>
                    <a:pt x="11868" y="11802"/>
                  </a:moveTo>
                  <a:cubicBezTo>
                    <a:pt x="12343" y="10021"/>
                    <a:pt x="12343" y="10021"/>
                    <a:pt x="12343" y="10021"/>
                  </a:cubicBezTo>
                  <a:cubicBezTo>
                    <a:pt x="12580" y="9353"/>
                    <a:pt x="12105" y="8907"/>
                    <a:pt x="11631" y="8907"/>
                  </a:cubicBezTo>
                  <a:cubicBezTo>
                    <a:pt x="10444" y="8907"/>
                    <a:pt x="10444" y="8907"/>
                    <a:pt x="10444" y="8907"/>
                  </a:cubicBezTo>
                  <a:cubicBezTo>
                    <a:pt x="9969" y="8907"/>
                    <a:pt x="9495" y="9130"/>
                    <a:pt x="9495" y="9575"/>
                  </a:cubicBezTo>
                  <a:cubicBezTo>
                    <a:pt x="9020" y="11579"/>
                    <a:pt x="9020" y="11579"/>
                    <a:pt x="9020" y="11579"/>
                  </a:cubicBezTo>
                  <a:cubicBezTo>
                    <a:pt x="9020" y="12025"/>
                    <a:pt x="9257" y="12470"/>
                    <a:pt x="9969" y="12470"/>
                  </a:cubicBezTo>
                  <a:cubicBezTo>
                    <a:pt x="11156" y="12470"/>
                    <a:pt x="11156" y="12470"/>
                    <a:pt x="11156" y="12470"/>
                  </a:cubicBezTo>
                  <a:cubicBezTo>
                    <a:pt x="11393" y="12470"/>
                    <a:pt x="11868" y="12247"/>
                    <a:pt x="11868" y="11802"/>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52" name="Google Shape;152;p15"/>
            <p:cNvSpPr/>
            <p:nvPr/>
          </p:nvSpPr>
          <p:spPr>
            <a:xfrm>
              <a:off x="2278896" y="536980"/>
              <a:ext cx="515247" cy="153046"/>
            </a:xfrm>
            <a:custGeom>
              <a:rect b="b" l="l" r="r" t="t"/>
              <a:pathLst>
                <a:path extrusionOk="0" h="20429" w="21138">
                  <a:moveTo>
                    <a:pt x="12116" y="170"/>
                  </a:moveTo>
                  <a:cubicBezTo>
                    <a:pt x="13035" y="684"/>
                    <a:pt x="13955" y="1198"/>
                    <a:pt x="14874" y="1712"/>
                  </a:cubicBezTo>
                  <a:cubicBezTo>
                    <a:pt x="16252" y="3255"/>
                    <a:pt x="17784" y="5312"/>
                    <a:pt x="19010" y="7884"/>
                  </a:cubicBezTo>
                  <a:cubicBezTo>
                    <a:pt x="19776" y="9427"/>
                    <a:pt x="20082" y="10455"/>
                    <a:pt x="20695" y="11998"/>
                  </a:cubicBezTo>
                  <a:cubicBezTo>
                    <a:pt x="21461" y="14570"/>
                    <a:pt x="21155" y="16112"/>
                    <a:pt x="20389" y="18170"/>
                  </a:cubicBezTo>
                  <a:cubicBezTo>
                    <a:pt x="19929" y="19712"/>
                    <a:pt x="19163" y="20227"/>
                    <a:pt x="18550" y="18684"/>
                  </a:cubicBezTo>
                  <a:cubicBezTo>
                    <a:pt x="15487" y="10455"/>
                    <a:pt x="11350" y="7370"/>
                    <a:pt x="7521" y="10970"/>
                  </a:cubicBezTo>
                  <a:cubicBezTo>
                    <a:pt x="6448" y="11484"/>
                    <a:pt x="5223" y="13027"/>
                    <a:pt x="4304" y="15084"/>
                  </a:cubicBezTo>
                  <a:cubicBezTo>
                    <a:pt x="3538" y="16627"/>
                    <a:pt x="3078" y="18170"/>
                    <a:pt x="2465" y="19712"/>
                  </a:cubicBezTo>
                  <a:cubicBezTo>
                    <a:pt x="2006" y="20741"/>
                    <a:pt x="1240" y="20741"/>
                    <a:pt x="780" y="19198"/>
                  </a:cubicBezTo>
                  <a:cubicBezTo>
                    <a:pt x="627" y="18684"/>
                    <a:pt x="474" y="17655"/>
                    <a:pt x="167" y="17141"/>
                  </a:cubicBezTo>
                  <a:cubicBezTo>
                    <a:pt x="-139" y="15598"/>
                    <a:pt x="14" y="13541"/>
                    <a:pt x="321" y="12512"/>
                  </a:cubicBezTo>
                  <a:cubicBezTo>
                    <a:pt x="321" y="12512"/>
                    <a:pt x="321" y="12512"/>
                    <a:pt x="321" y="12512"/>
                  </a:cubicBezTo>
                  <a:cubicBezTo>
                    <a:pt x="3538" y="2741"/>
                    <a:pt x="7827" y="-859"/>
                    <a:pt x="12116" y="170"/>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53" name="Google Shape;153;p15"/>
            <p:cNvSpPr/>
            <p:nvPr/>
          </p:nvSpPr>
          <p:spPr>
            <a:xfrm>
              <a:off x="2470972" y="795762"/>
              <a:ext cx="136889" cy="139322"/>
            </a:xfrm>
            <a:custGeom>
              <a:rect b="b" l="l" r="r" t="t"/>
              <a:pathLst>
                <a:path extrusionOk="0" h="20079" w="19188">
                  <a:moveTo>
                    <a:pt x="8183" y="20079"/>
                  </a:moveTo>
                  <a:cubicBezTo>
                    <a:pt x="5022" y="19525"/>
                    <a:pt x="2388" y="17864"/>
                    <a:pt x="807" y="14541"/>
                  </a:cubicBezTo>
                  <a:cubicBezTo>
                    <a:pt x="-1300" y="9002"/>
                    <a:pt x="807" y="2910"/>
                    <a:pt x="6076" y="694"/>
                  </a:cubicBezTo>
                  <a:cubicBezTo>
                    <a:pt x="11344" y="-1521"/>
                    <a:pt x="17139" y="1802"/>
                    <a:pt x="18720" y="7341"/>
                  </a:cubicBezTo>
                  <a:cubicBezTo>
                    <a:pt x="20300" y="11771"/>
                    <a:pt x="17666" y="16756"/>
                    <a:pt x="13978" y="18971"/>
                  </a:cubicBezTo>
                  <a:cubicBezTo>
                    <a:pt x="11871" y="20079"/>
                    <a:pt x="10290" y="20079"/>
                    <a:pt x="8183" y="20079"/>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54" name="Google Shape;154;p15"/>
            <p:cNvSpPr/>
            <p:nvPr/>
          </p:nvSpPr>
          <p:spPr>
            <a:xfrm>
              <a:off x="2350265" y="653895"/>
              <a:ext cx="376723" cy="126184"/>
            </a:xfrm>
            <a:custGeom>
              <a:rect b="b" l="l" r="r" t="t"/>
              <a:pathLst>
                <a:path extrusionOk="0" h="20757" w="21122">
                  <a:moveTo>
                    <a:pt x="10673" y="0"/>
                  </a:moveTo>
                  <a:cubicBezTo>
                    <a:pt x="14448" y="635"/>
                    <a:pt x="17593" y="3176"/>
                    <a:pt x="20529" y="10800"/>
                  </a:cubicBezTo>
                  <a:cubicBezTo>
                    <a:pt x="20949" y="12071"/>
                    <a:pt x="21368" y="13341"/>
                    <a:pt x="20949" y="14612"/>
                  </a:cubicBezTo>
                  <a:cubicBezTo>
                    <a:pt x="20110" y="17788"/>
                    <a:pt x="19900" y="18424"/>
                    <a:pt x="19271" y="20329"/>
                  </a:cubicBezTo>
                  <a:cubicBezTo>
                    <a:pt x="18432" y="21600"/>
                    <a:pt x="17593" y="19694"/>
                    <a:pt x="17384" y="19059"/>
                  </a:cubicBezTo>
                  <a:cubicBezTo>
                    <a:pt x="14867" y="12706"/>
                    <a:pt x="12770" y="10800"/>
                    <a:pt x="9415" y="12071"/>
                  </a:cubicBezTo>
                  <a:cubicBezTo>
                    <a:pt x="7108" y="12706"/>
                    <a:pt x="5011" y="15247"/>
                    <a:pt x="3123" y="19694"/>
                  </a:cubicBezTo>
                  <a:cubicBezTo>
                    <a:pt x="2704" y="20965"/>
                    <a:pt x="2075" y="20965"/>
                    <a:pt x="1655" y="19694"/>
                  </a:cubicBezTo>
                  <a:cubicBezTo>
                    <a:pt x="1236" y="17788"/>
                    <a:pt x="817" y="17153"/>
                    <a:pt x="397" y="15882"/>
                  </a:cubicBezTo>
                  <a:cubicBezTo>
                    <a:pt x="-22" y="14612"/>
                    <a:pt x="-232" y="13341"/>
                    <a:pt x="397" y="12071"/>
                  </a:cubicBezTo>
                  <a:cubicBezTo>
                    <a:pt x="3333" y="3812"/>
                    <a:pt x="6479" y="635"/>
                    <a:pt x="10673" y="0"/>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55" name="Google Shape;155;p15"/>
            <p:cNvSpPr/>
            <p:nvPr/>
          </p:nvSpPr>
          <p:spPr>
            <a:xfrm>
              <a:off x="2835384" y="2171251"/>
              <a:ext cx="152814" cy="153859"/>
            </a:xfrm>
            <a:custGeom>
              <a:rect b="b" l="l" r="r" t="t"/>
              <a:pathLst>
                <a:path extrusionOk="0" h="21600" w="21600">
                  <a:moveTo>
                    <a:pt x="0" y="10800"/>
                  </a:moveTo>
                  <a:cubicBezTo>
                    <a:pt x="0" y="4860"/>
                    <a:pt x="6322" y="0"/>
                    <a:pt x="11590" y="0"/>
                  </a:cubicBezTo>
                  <a:cubicBezTo>
                    <a:pt x="16859" y="0"/>
                    <a:pt x="21600" y="4860"/>
                    <a:pt x="21600" y="10260"/>
                  </a:cubicBezTo>
                  <a:cubicBezTo>
                    <a:pt x="21600" y="15660"/>
                    <a:pt x="16332" y="21600"/>
                    <a:pt x="11063" y="21600"/>
                  </a:cubicBezTo>
                  <a:cubicBezTo>
                    <a:pt x="5795" y="21600"/>
                    <a:pt x="0" y="16200"/>
                    <a:pt x="0" y="10800"/>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56" name="Google Shape;156;p15"/>
            <p:cNvSpPr/>
            <p:nvPr/>
          </p:nvSpPr>
          <p:spPr>
            <a:xfrm>
              <a:off x="3044257" y="1985133"/>
              <a:ext cx="142180" cy="148081"/>
            </a:xfrm>
            <a:custGeom>
              <a:rect b="b" l="l" r="r" t="t"/>
              <a:pathLst>
                <a:path extrusionOk="0" h="20611" w="20617">
                  <a:moveTo>
                    <a:pt x="46" y="9226"/>
                  </a:moveTo>
                  <a:cubicBezTo>
                    <a:pt x="1126" y="3826"/>
                    <a:pt x="5986" y="-494"/>
                    <a:pt x="11386" y="46"/>
                  </a:cubicBezTo>
                  <a:cubicBezTo>
                    <a:pt x="17326" y="586"/>
                    <a:pt x="21106" y="5446"/>
                    <a:pt x="20566" y="11386"/>
                  </a:cubicBezTo>
                  <a:cubicBezTo>
                    <a:pt x="20026" y="16786"/>
                    <a:pt x="15166" y="21106"/>
                    <a:pt x="9766" y="20566"/>
                  </a:cubicBezTo>
                  <a:cubicBezTo>
                    <a:pt x="3826" y="20026"/>
                    <a:pt x="-494" y="15166"/>
                    <a:pt x="46" y="9226"/>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157" name="Google Shape;157;p15"/>
            <p:cNvCxnSpPr/>
            <p:nvPr/>
          </p:nvCxnSpPr>
          <p:spPr>
            <a:xfrm flipH="1">
              <a:off x="2980494" y="2128807"/>
              <a:ext cx="105300" cy="87541"/>
            </a:xfrm>
            <a:prstGeom prst="straightConnector1">
              <a:avLst/>
            </a:prstGeom>
            <a:solidFill>
              <a:srgbClr val="FFFFFF"/>
            </a:solidFill>
            <a:ln cap="flat" cmpd="sng" w="9525">
              <a:solidFill>
                <a:srgbClr val="FFFFFF"/>
              </a:solidFill>
              <a:prstDash val="solid"/>
              <a:miter lim="800000"/>
              <a:headEnd len="sm" w="sm" type="none"/>
              <a:tailEnd len="sm" w="sm" type="none"/>
            </a:ln>
          </p:spPr>
        </p:cxnSp>
        <p:cxnSp>
          <p:nvCxnSpPr>
            <p:cNvPr id="158" name="Google Shape;158;p15"/>
            <p:cNvCxnSpPr/>
            <p:nvPr/>
          </p:nvCxnSpPr>
          <p:spPr>
            <a:xfrm flipH="1" rot="10800000">
              <a:off x="2935548" y="2078406"/>
              <a:ext cx="113005" cy="92846"/>
            </a:xfrm>
            <a:prstGeom prst="straightConnector1">
              <a:avLst/>
            </a:prstGeom>
            <a:solidFill>
              <a:srgbClr val="FFFFFF"/>
            </a:solidFill>
            <a:ln cap="flat" cmpd="sng" w="9525">
              <a:solidFill>
                <a:srgbClr val="FFFFFF"/>
              </a:solidFill>
              <a:prstDash val="solid"/>
              <a:miter lim="800000"/>
              <a:headEnd len="sm" w="sm" type="none"/>
              <a:tailEnd len="sm" w="sm" type="none"/>
            </a:ln>
          </p:spPr>
        </p:cxnSp>
        <p:sp>
          <p:nvSpPr>
            <p:cNvPr id="159" name="Google Shape;159;p15"/>
            <p:cNvSpPr/>
            <p:nvPr/>
          </p:nvSpPr>
          <p:spPr>
            <a:xfrm>
              <a:off x="3044265" y="2347205"/>
              <a:ext cx="153651" cy="154703"/>
            </a:xfrm>
            <a:custGeom>
              <a:rect b="b" l="l" r="r" t="t"/>
              <a:pathLst>
                <a:path extrusionOk="0" h="20650" w="20676">
                  <a:moveTo>
                    <a:pt x="42" y="10843"/>
                  </a:moveTo>
                  <a:cubicBezTo>
                    <a:pt x="1047" y="15986"/>
                    <a:pt x="6070" y="21129"/>
                    <a:pt x="11596" y="20615"/>
                  </a:cubicBezTo>
                  <a:cubicBezTo>
                    <a:pt x="16619" y="20100"/>
                    <a:pt x="21140" y="14443"/>
                    <a:pt x="20638" y="9300"/>
                  </a:cubicBezTo>
                  <a:cubicBezTo>
                    <a:pt x="20135" y="3643"/>
                    <a:pt x="14107" y="-471"/>
                    <a:pt x="9084" y="43"/>
                  </a:cubicBezTo>
                  <a:cubicBezTo>
                    <a:pt x="3559" y="558"/>
                    <a:pt x="-460" y="5186"/>
                    <a:pt x="42" y="10843"/>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160" name="Google Shape;160;p15"/>
            <p:cNvCxnSpPr/>
            <p:nvPr/>
          </p:nvCxnSpPr>
          <p:spPr>
            <a:xfrm rot="10800000">
              <a:off x="2984345" y="2262770"/>
              <a:ext cx="105300" cy="88866"/>
            </a:xfrm>
            <a:prstGeom prst="straightConnector1">
              <a:avLst/>
            </a:prstGeom>
            <a:solidFill>
              <a:srgbClr val="FFFFFF"/>
            </a:solidFill>
            <a:ln cap="flat" cmpd="sng" w="9525">
              <a:solidFill>
                <a:srgbClr val="FFFFFF"/>
              </a:solidFill>
              <a:prstDash val="solid"/>
              <a:miter lim="800000"/>
              <a:headEnd len="sm" w="sm" type="none"/>
              <a:tailEnd len="sm" w="sm" type="none"/>
            </a:ln>
          </p:spPr>
        </p:cxnSp>
        <p:cxnSp>
          <p:nvCxnSpPr>
            <p:cNvPr id="161" name="Google Shape;161;p15"/>
            <p:cNvCxnSpPr/>
            <p:nvPr/>
          </p:nvCxnSpPr>
          <p:spPr>
            <a:xfrm>
              <a:off x="2943253" y="2313171"/>
              <a:ext cx="97596" cy="84888"/>
            </a:xfrm>
            <a:prstGeom prst="straightConnector1">
              <a:avLst/>
            </a:prstGeom>
            <a:solidFill>
              <a:srgbClr val="FFFFFF"/>
            </a:solidFill>
            <a:ln cap="flat" cmpd="sng" w="9525">
              <a:solidFill>
                <a:srgbClr val="FFFFFF"/>
              </a:solidFill>
              <a:prstDash val="solid"/>
              <a:miter lim="800000"/>
              <a:headEnd len="sm" w="sm" type="none"/>
              <a:tailEnd len="sm" w="sm" type="none"/>
            </a:ln>
          </p:spPr>
        </p:cxnSp>
        <p:sp>
          <p:nvSpPr>
            <p:cNvPr id="162" name="Google Shape;162;p15"/>
            <p:cNvSpPr/>
            <p:nvPr/>
          </p:nvSpPr>
          <p:spPr>
            <a:xfrm>
              <a:off x="981084" y="415149"/>
              <a:ext cx="272239" cy="450964"/>
            </a:xfrm>
            <a:custGeom>
              <a:rect b="b" l="l" r="r" t="t"/>
              <a:pathLst>
                <a:path extrusionOk="0" h="21600" w="21600">
                  <a:moveTo>
                    <a:pt x="14499" y="8308"/>
                  </a:moveTo>
                  <a:cubicBezTo>
                    <a:pt x="15386" y="7754"/>
                    <a:pt x="16274" y="7385"/>
                    <a:pt x="16866" y="6646"/>
                  </a:cubicBezTo>
                  <a:cubicBezTo>
                    <a:pt x="17458" y="6092"/>
                    <a:pt x="18049" y="5169"/>
                    <a:pt x="18049" y="4431"/>
                  </a:cubicBezTo>
                  <a:cubicBezTo>
                    <a:pt x="18049" y="2031"/>
                    <a:pt x="14795" y="0"/>
                    <a:pt x="10948" y="0"/>
                  </a:cubicBezTo>
                  <a:cubicBezTo>
                    <a:pt x="7101" y="0"/>
                    <a:pt x="3847" y="2031"/>
                    <a:pt x="3847" y="4431"/>
                  </a:cubicBezTo>
                  <a:cubicBezTo>
                    <a:pt x="3847" y="5354"/>
                    <a:pt x="4438" y="6462"/>
                    <a:pt x="5326" y="7200"/>
                  </a:cubicBezTo>
                  <a:cubicBezTo>
                    <a:pt x="5918" y="7569"/>
                    <a:pt x="6510" y="7938"/>
                    <a:pt x="7101" y="8123"/>
                  </a:cubicBezTo>
                  <a:cubicBezTo>
                    <a:pt x="7989" y="8492"/>
                    <a:pt x="8581" y="8492"/>
                    <a:pt x="8877" y="9046"/>
                  </a:cubicBezTo>
                  <a:cubicBezTo>
                    <a:pt x="9173" y="9415"/>
                    <a:pt x="9173" y="9600"/>
                    <a:pt x="8877" y="9969"/>
                  </a:cubicBezTo>
                  <a:cubicBezTo>
                    <a:pt x="8877" y="10338"/>
                    <a:pt x="8877" y="10523"/>
                    <a:pt x="8285" y="10708"/>
                  </a:cubicBezTo>
                  <a:cubicBezTo>
                    <a:pt x="7989" y="10892"/>
                    <a:pt x="7693" y="11077"/>
                    <a:pt x="7397" y="11077"/>
                  </a:cubicBezTo>
                  <a:cubicBezTo>
                    <a:pt x="6510" y="11077"/>
                    <a:pt x="3551" y="10892"/>
                    <a:pt x="2959" y="11077"/>
                  </a:cubicBezTo>
                  <a:cubicBezTo>
                    <a:pt x="2367" y="11262"/>
                    <a:pt x="1775" y="11446"/>
                    <a:pt x="1479" y="11631"/>
                  </a:cubicBezTo>
                  <a:cubicBezTo>
                    <a:pt x="592" y="12185"/>
                    <a:pt x="0" y="12923"/>
                    <a:pt x="0" y="13662"/>
                  </a:cubicBezTo>
                  <a:cubicBezTo>
                    <a:pt x="0" y="13662"/>
                    <a:pt x="0" y="19754"/>
                    <a:pt x="0" y="19754"/>
                  </a:cubicBezTo>
                  <a:cubicBezTo>
                    <a:pt x="0" y="20862"/>
                    <a:pt x="1184" y="21600"/>
                    <a:pt x="2663" y="21600"/>
                  </a:cubicBezTo>
                  <a:cubicBezTo>
                    <a:pt x="16570" y="21600"/>
                    <a:pt x="16570" y="21600"/>
                    <a:pt x="16570" y="21600"/>
                  </a:cubicBezTo>
                  <a:cubicBezTo>
                    <a:pt x="21008" y="21600"/>
                    <a:pt x="21600" y="20308"/>
                    <a:pt x="21600" y="19385"/>
                  </a:cubicBezTo>
                  <a:cubicBezTo>
                    <a:pt x="21600" y="19385"/>
                    <a:pt x="21600" y="13662"/>
                    <a:pt x="21600" y="13662"/>
                  </a:cubicBezTo>
                  <a:cubicBezTo>
                    <a:pt x="21600" y="12923"/>
                    <a:pt x="21008" y="12185"/>
                    <a:pt x="20121" y="11631"/>
                  </a:cubicBezTo>
                  <a:cubicBezTo>
                    <a:pt x="19529" y="11262"/>
                    <a:pt x="18937" y="11077"/>
                    <a:pt x="18345" y="11077"/>
                  </a:cubicBezTo>
                  <a:cubicBezTo>
                    <a:pt x="16866" y="10892"/>
                    <a:pt x="15682" y="11077"/>
                    <a:pt x="14203" y="11077"/>
                  </a:cubicBezTo>
                  <a:cubicBezTo>
                    <a:pt x="13907" y="11077"/>
                    <a:pt x="13315" y="10892"/>
                    <a:pt x="13315" y="10708"/>
                  </a:cubicBezTo>
                  <a:cubicBezTo>
                    <a:pt x="13019" y="10523"/>
                    <a:pt x="13019" y="10338"/>
                    <a:pt x="12723" y="10154"/>
                  </a:cubicBezTo>
                  <a:cubicBezTo>
                    <a:pt x="12723" y="9231"/>
                    <a:pt x="13611" y="8677"/>
                    <a:pt x="14499" y="8308"/>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63" name="Google Shape;163;p15"/>
            <p:cNvSpPr/>
            <p:nvPr/>
          </p:nvSpPr>
          <p:spPr>
            <a:xfrm>
              <a:off x="1253322" y="484120"/>
              <a:ext cx="197759" cy="370605"/>
            </a:xfrm>
            <a:custGeom>
              <a:rect b="b" l="l" r="r" t="t"/>
              <a:pathLst>
                <a:path extrusionOk="0" h="21402" w="21600">
                  <a:moveTo>
                    <a:pt x="0" y="21377"/>
                  </a:moveTo>
                  <a:cubicBezTo>
                    <a:pt x="15487" y="21377"/>
                    <a:pt x="15487" y="21377"/>
                    <a:pt x="15487" y="21377"/>
                  </a:cubicBezTo>
                  <a:cubicBezTo>
                    <a:pt x="20785" y="21600"/>
                    <a:pt x="21600" y="20264"/>
                    <a:pt x="21600" y="19373"/>
                  </a:cubicBezTo>
                  <a:cubicBezTo>
                    <a:pt x="21600" y="19373"/>
                    <a:pt x="21600" y="13584"/>
                    <a:pt x="21600" y="13584"/>
                  </a:cubicBezTo>
                  <a:cubicBezTo>
                    <a:pt x="21600" y="12693"/>
                    <a:pt x="20785" y="12025"/>
                    <a:pt x="19970" y="11579"/>
                  </a:cubicBezTo>
                  <a:cubicBezTo>
                    <a:pt x="19155" y="11357"/>
                    <a:pt x="18340" y="11134"/>
                    <a:pt x="17525" y="10911"/>
                  </a:cubicBezTo>
                  <a:cubicBezTo>
                    <a:pt x="16302" y="10911"/>
                    <a:pt x="14672" y="11134"/>
                    <a:pt x="13042" y="10911"/>
                  </a:cubicBezTo>
                  <a:cubicBezTo>
                    <a:pt x="12634" y="10911"/>
                    <a:pt x="12226" y="10911"/>
                    <a:pt x="11819" y="10689"/>
                  </a:cubicBezTo>
                  <a:cubicBezTo>
                    <a:pt x="11819" y="10466"/>
                    <a:pt x="11411" y="10243"/>
                    <a:pt x="11411" y="10021"/>
                  </a:cubicBezTo>
                  <a:cubicBezTo>
                    <a:pt x="11411" y="9130"/>
                    <a:pt x="12226" y="8685"/>
                    <a:pt x="13449" y="8239"/>
                  </a:cubicBezTo>
                  <a:cubicBezTo>
                    <a:pt x="14672" y="7794"/>
                    <a:pt x="15487" y="7126"/>
                    <a:pt x="16302" y="6680"/>
                  </a:cubicBezTo>
                  <a:cubicBezTo>
                    <a:pt x="17117" y="6012"/>
                    <a:pt x="17525" y="5122"/>
                    <a:pt x="17525" y="4231"/>
                  </a:cubicBezTo>
                  <a:cubicBezTo>
                    <a:pt x="17525" y="1781"/>
                    <a:pt x="13857" y="0"/>
                    <a:pt x="9374" y="0"/>
                  </a:cubicBezTo>
                  <a:cubicBezTo>
                    <a:pt x="4891" y="0"/>
                    <a:pt x="1223" y="1781"/>
                    <a:pt x="1223" y="4231"/>
                  </a:cubicBezTo>
                  <a:cubicBezTo>
                    <a:pt x="1223" y="5344"/>
                    <a:pt x="2038" y="6458"/>
                    <a:pt x="2853" y="7126"/>
                  </a:cubicBezTo>
                  <a:cubicBezTo>
                    <a:pt x="3668" y="7571"/>
                    <a:pt x="4483" y="7794"/>
                    <a:pt x="4891" y="8016"/>
                  </a:cubicBezTo>
                  <a:cubicBezTo>
                    <a:pt x="5706" y="8462"/>
                    <a:pt x="6521" y="8462"/>
                    <a:pt x="6928" y="8907"/>
                  </a:cubicBezTo>
                  <a:cubicBezTo>
                    <a:pt x="7336" y="9353"/>
                    <a:pt x="7336" y="9575"/>
                    <a:pt x="7336" y="9798"/>
                  </a:cubicBezTo>
                  <a:cubicBezTo>
                    <a:pt x="6928" y="10243"/>
                    <a:pt x="6928" y="10466"/>
                    <a:pt x="6521" y="10689"/>
                  </a:cubicBezTo>
                  <a:cubicBezTo>
                    <a:pt x="6113" y="10911"/>
                    <a:pt x="5706" y="10911"/>
                    <a:pt x="5298" y="10911"/>
                  </a:cubicBezTo>
                  <a:cubicBezTo>
                    <a:pt x="4483" y="10911"/>
                    <a:pt x="815" y="10911"/>
                    <a:pt x="0" y="11134"/>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64" name="Google Shape;164;p15"/>
            <p:cNvSpPr/>
            <p:nvPr/>
          </p:nvSpPr>
          <p:spPr>
            <a:xfrm>
              <a:off x="2349979" y="1131384"/>
              <a:ext cx="265818" cy="254662"/>
            </a:xfrm>
            <a:custGeom>
              <a:rect b="b" l="l" r="r" t="t"/>
              <a:pathLst>
                <a:path extrusionOk="0" h="21600" w="21600">
                  <a:moveTo>
                    <a:pt x="11865" y="655"/>
                  </a:moveTo>
                  <a:cubicBezTo>
                    <a:pt x="19470" y="8182"/>
                    <a:pt x="19470" y="8182"/>
                    <a:pt x="19470" y="8182"/>
                  </a:cubicBezTo>
                  <a:cubicBezTo>
                    <a:pt x="20992" y="9491"/>
                    <a:pt x="21600" y="11455"/>
                    <a:pt x="21600" y="13745"/>
                  </a:cubicBezTo>
                  <a:cubicBezTo>
                    <a:pt x="21600" y="18000"/>
                    <a:pt x="18254" y="21600"/>
                    <a:pt x="14299" y="21600"/>
                  </a:cubicBezTo>
                  <a:cubicBezTo>
                    <a:pt x="12169" y="21600"/>
                    <a:pt x="10344" y="20945"/>
                    <a:pt x="9127" y="19309"/>
                  </a:cubicBezTo>
                  <a:cubicBezTo>
                    <a:pt x="2434" y="12109"/>
                    <a:pt x="2434" y="12109"/>
                    <a:pt x="2434" y="12109"/>
                  </a:cubicBezTo>
                  <a:cubicBezTo>
                    <a:pt x="913" y="10473"/>
                    <a:pt x="0" y="8509"/>
                    <a:pt x="0" y="6545"/>
                  </a:cubicBezTo>
                  <a:cubicBezTo>
                    <a:pt x="0" y="4909"/>
                    <a:pt x="608" y="3600"/>
                    <a:pt x="1217" y="2291"/>
                  </a:cubicBezTo>
                  <a:cubicBezTo>
                    <a:pt x="1521" y="1636"/>
                    <a:pt x="1825" y="1309"/>
                    <a:pt x="2434" y="982"/>
                  </a:cubicBezTo>
                  <a:cubicBezTo>
                    <a:pt x="2738" y="327"/>
                    <a:pt x="3346" y="0"/>
                    <a:pt x="3955" y="0"/>
                  </a:cubicBezTo>
                  <a:cubicBezTo>
                    <a:pt x="4563" y="327"/>
                    <a:pt x="4868" y="327"/>
                    <a:pt x="5172" y="982"/>
                  </a:cubicBezTo>
                  <a:cubicBezTo>
                    <a:pt x="6085" y="1636"/>
                    <a:pt x="6085" y="3273"/>
                    <a:pt x="5172" y="3927"/>
                  </a:cubicBezTo>
                  <a:cubicBezTo>
                    <a:pt x="3955" y="5236"/>
                    <a:pt x="3955" y="7527"/>
                    <a:pt x="5172" y="8836"/>
                  </a:cubicBezTo>
                  <a:cubicBezTo>
                    <a:pt x="12169" y="16036"/>
                    <a:pt x="12169" y="16036"/>
                    <a:pt x="12169" y="16036"/>
                  </a:cubicBezTo>
                  <a:cubicBezTo>
                    <a:pt x="13386" y="17345"/>
                    <a:pt x="15211" y="17345"/>
                    <a:pt x="16428" y="16036"/>
                  </a:cubicBezTo>
                  <a:cubicBezTo>
                    <a:pt x="17645" y="14727"/>
                    <a:pt x="17645" y="12764"/>
                    <a:pt x="16428" y="11455"/>
                  </a:cubicBezTo>
                  <a:cubicBezTo>
                    <a:pt x="16428" y="11455"/>
                    <a:pt x="16428" y="11455"/>
                    <a:pt x="16428" y="11455"/>
                  </a:cubicBezTo>
                  <a:cubicBezTo>
                    <a:pt x="10952" y="5564"/>
                    <a:pt x="10952" y="5564"/>
                    <a:pt x="10952" y="5564"/>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65" name="Google Shape;165;p15"/>
            <p:cNvSpPr/>
            <p:nvPr/>
          </p:nvSpPr>
          <p:spPr>
            <a:xfrm>
              <a:off x="2225756" y="983164"/>
              <a:ext cx="266763" cy="259636"/>
            </a:xfrm>
            <a:custGeom>
              <a:rect b="b" l="l" r="r" t="t"/>
              <a:pathLst>
                <a:path extrusionOk="0" h="20829" w="20870">
                  <a:moveTo>
                    <a:pt x="10362" y="20829"/>
                  </a:moveTo>
                  <a:cubicBezTo>
                    <a:pt x="2189" y="12806"/>
                    <a:pt x="2189" y="12806"/>
                    <a:pt x="2189" y="12806"/>
                  </a:cubicBezTo>
                  <a:cubicBezTo>
                    <a:pt x="-730" y="10029"/>
                    <a:pt x="-730" y="5092"/>
                    <a:pt x="2189" y="2315"/>
                  </a:cubicBezTo>
                  <a:cubicBezTo>
                    <a:pt x="4816" y="-771"/>
                    <a:pt x="9486" y="-771"/>
                    <a:pt x="12113" y="2315"/>
                  </a:cubicBezTo>
                  <a:cubicBezTo>
                    <a:pt x="13573" y="3858"/>
                    <a:pt x="15032" y="5400"/>
                    <a:pt x="16784" y="6943"/>
                  </a:cubicBezTo>
                  <a:cubicBezTo>
                    <a:pt x="18535" y="9103"/>
                    <a:pt x="20578" y="10955"/>
                    <a:pt x="20870" y="14040"/>
                  </a:cubicBezTo>
                  <a:cubicBezTo>
                    <a:pt x="20870" y="16200"/>
                    <a:pt x="19994" y="18360"/>
                    <a:pt x="18827" y="19903"/>
                  </a:cubicBezTo>
                  <a:cubicBezTo>
                    <a:pt x="18243" y="20212"/>
                    <a:pt x="17659" y="20520"/>
                    <a:pt x="17075" y="20520"/>
                  </a:cubicBezTo>
                  <a:cubicBezTo>
                    <a:pt x="16784" y="20212"/>
                    <a:pt x="16200" y="20212"/>
                    <a:pt x="15908" y="19903"/>
                  </a:cubicBezTo>
                  <a:cubicBezTo>
                    <a:pt x="15032" y="18978"/>
                    <a:pt x="15032" y="17743"/>
                    <a:pt x="15908" y="16818"/>
                  </a:cubicBezTo>
                  <a:cubicBezTo>
                    <a:pt x="17075" y="15583"/>
                    <a:pt x="17075" y="13423"/>
                    <a:pt x="15908" y="12189"/>
                  </a:cubicBezTo>
                  <a:cubicBezTo>
                    <a:pt x="14156" y="10338"/>
                    <a:pt x="14156" y="10338"/>
                    <a:pt x="14156" y="10338"/>
                  </a:cubicBezTo>
                  <a:cubicBezTo>
                    <a:pt x="14156" y="10338"/>
                    <a:pt x="14156" y="10338"/>
                    <a:pt x="14156" y="10338"/>
                  </a:cubicBezTo>
                  <a:cubicBezTo>
                    <a:pt x="9486" y="5400"/>
                    <a:pt x="9486" y="5400"/>
                    <a:pt x="9486" y="5400"/>
                  </a:cubicBezTo>
                  <a:cubicBezTo>
                    <a:pt x="8319" y="4166"/>
                    <a:pt x="6275" y="4166"/>
                    <a:pt x="5108" y="5400"/>
                  </a:cubicBezTo>
                  <a:cubicBezTo>
                    <a:pt x="3940" y="6635"/>
                    <a:pt x="3940" y="8795"/>
                    <a:pt x="5108" y="10029"/>
                  </a:cubicBezTo>
                  <a:cubicBezTo>
                    <a:pt x="10070" y="14966"/>
                    <a:pt x="10070" y="14966"/>
                    <a:pt x="10070" y="14966"/>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66" name="Google Shape;166;p15"/>
            <p:cNvSpPr/>
            <p:nvPr/>
          </p:nvSpPr>
          <p:spPr>
            <a:xfrm>
              <a:off x="2301181" y="2927198"/>
              <a:ext cx="228579" cy="232663"/>
            </a:xfrm>
            <a:custGeom>
              <a:rect b="b" l="l" r="r" t="t"/>
              <a:pathLst>
                <a:path extrusionOk="0" h="20481" w="21600">
                  <a:moveTo>
                    <a:pt x="0" y="18440"/>
                  </a:moveTo>
                  <a:cubicBezTo>
                    <a:pt x="0" y="1902"/>
                    <a:pt x="0" y="1902"/>
                    <a:pt x="0" y="1902"/>
                  </a:cubicBezTo>
                  <a:cubicBezTo>
                    <a:pt x="0" y="552"/>
                    <a:pt x="1770" y="-460"/>
                    <a:pt x="3187" y="215"/>
                  </a:cubicBezTo>
                  <a:cubicBezTo>
                    <a:pt x="5666" y="1227"/>
                    <a:pt x="8144" y="2577"/>
                    <a:pt x="10623" y="3927"/>
                  </a:cubicBezTo>
                  <a:cubicBezTo>
                    <a:pt x="13810" y="5277"/>
                    <a:pt x="16997" y="6965"/>
                    <a:pt x="20538" y="8315"/>
                  </a:cubicBezTo>
                  <a:cubicBezTo>
                    <a:pt x="21246" y="8652"/>
                    <a:pt x="21600" y="9327"/>
                    <a:pt x="21600" y="10340"/>
                  </a:cubicBezTo>
                  <a:cubicBezTo>
                    <a:pt x="21600" y="11015"/>
                    <a:pt x="21246" y="11690"/>
                    <a:pt x="20538" y="12027"/>
                  </a:cubicBezTo>
                  <a:cubicBezTo>
                    <a:pt x="3187" y="20127"/>
                    <a:pt x="3187" y="20127"/>
                    <a:pt x="3187" y="20127"/>
                  </a:cubicBezTo>
                  <a:cubicBezTo>
                    <a:pt x="1770" y="21140"/>
                    <a:pt x="0" y="19790"/>
                    <a:pt x="0" y="18440"/>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67" name="Google Shape;167;p15"/>
            <p:cNvSpPr/>
            <p:nvPr/>
          </p:nvSpPr>
          <p:spPr>
            <a:xfrm>
              <a:off x="2179937" y="2821167"/>
              <a:ext cx="428155" cy="439026"/>
            </a:xfrm>
            <a:custGeom>
              <a:rect b="b" l="l" r="r" t="t"/>
              <a:pathLst>
                <a:path extrusionOk="0" h="21600" w="21370">
                  <a:moveTo>
                    <a:pt x="10756" y="0"/>
                  </a:moveTo>
                  <a:cubicBezTo>
                    <a:pt x="10756" y="0"/>
                    <a:pt x="10942" y="0"/>
                    <a:pt x="11315" y="0"/>
                  </a:cubicBezTo>
                  <a:cubicBezTo>
                    <a:pt x="11687" y="0"/>
                    <a:pt x="11873" y="0"/>
                    <a:pt x="12246" y="189"/>
                  </a:cubicBezTo>
                  <a:cubicBezTo>
                    <a:pt x="12618" y="189"/>
                    <a:pt x="12991" y="189"/>
                    <a:pt x="13549" y="379"/>
                  </a:cubicBezTo>
                  <a:cubicBezTo>
                    <a:pt x="14294" y="568"/>
                    <a:pt x="15411" y="947"/>
                    <a:pt x="16529" y="1705"/>
                  </a:cubicBezTo>
                  <a:cubicBezTo>
                    <a:pt x="17460" y="2463"/>
                    <a:pt x="18577" y="3411"/>
                    <a:pt x="19508" y="4737"/>
                  </a:cubicBezTo>
                  <a:cubicBezTo>
                    <a:pt x="20439" y="6063"/>
                    <a:pt x="20998" y="7579"/>
                    <a:pt x="21184" y="9474"/>
                  </a:cubicBezTo>
                  <a:cubicBezTo>
                    <a:pt x="21370" y="9853"/>
                    <a:pt x="21370" y="10421"/>
                    <a:pt x="21370" y="10800"/>
                  </a:cubicBezTo>
                  <a:cubicBezTo>
                    <a:pt x="21370" y="11368"/>
                    <a:pt x="21370" y="11747"/>
                    <a:pt x="21184" y="12316"/>
                  </a:cubicBezTo>
                  <a:cubicBezTo>
                    <a:pt x="21184" y="13263"/>
                    <a:pt x="20811" y="14211"/>
                    <a:pt x="20439" y="15158"/>
                  </a:cubicBezTo>
                  <a:cubicBezTo>
                    <a:pt x="20067" y="15916"/>
                    <a:pt x="19508" y="16863"/>
                    <a:pt x="18949" y="17621"/>
                  </a:cubicBezTo>
                  <a:cubicBezTo>
                    <a:pt x="18204" y="18379"/>
                    <a:pt x="17460" y="19137"/>
                    <a:pt x="16715" y="19705"/>
                  </a:cubicBezTo>
                  <a:cubicBezTo>
                    <a:pt x="15784" y="20274"/>
                    <a:pt x="14853" y="20842"/>
                    <a:pt x="13922" y="21221"/>
                  </a:cubicBezTo>
                  <a:cubicBezTo>
                    <a:pt x="12804" y="21411"/>
                    <a:pt x="11873" y="21600"/>
                    <a:pt x="10756" y="21600"/>
                  </a:cubicBezTo>
                  <a:cubicBezTo>
                    <a:pt x="10384" y="21600"/>
                    <a:pt x="10198" y="21600"/>
                    <a:pt x="10011" y="21600"/>
                  </a:cubicBezTo>
                  <a:cubicBezTo>
                    <a:pt x="9639" y="21600"/>
                    <a:pt x="9453" y="21600"/>
                    <a:pt x="9267" y="21600"/>
                  </a:cubicBezTo>
                  <a:cubicBezTo>
                    <a:pt x="8336" y="21411"/>
                    <a:pt x="8336" y="21411"/>
                    <a:pt x="8336" y="21411"/>
                  </a:cubicBezTo>
                  <a:cubicBezTo>
                    <a:pt x="8149" y="21221"/>
                    <a:pt x="7963" y="21221"/>
                    <a:pt x="7591" y="21221"/>
                  </a:cubicBezTo>
                  <a:cubicBezTo>
                    <a:pt x="6660" y="20842"/>
                    <a:pt x="5729" y="20463"/>
                    <a:pt x="4798" y="19705"/>
                  </a:cubicBezTo>
                  <a:cubicBezTo>
                    <a:pt x="4425" y="19516"/>
                    <a:pt x="4053" y="19137"/>
                    <a:pt x="3680" y="18758"/>
                  </a:cubicBezTo>
                  <a:cubicBezTo>
                    <a:pt x="3308" y="18379"/>
                    <a:pt x="2936" y="18000"/>
                    <a:pt x="2563" y="17621"/>
                  </a:cubicBezTo>
                  <a:cubicBezTo>
                    <a:pt x="2004" y="16863"/>
                    <a:pt x="1446" y="16105"/>
                    <a:pt x="1073" y="15158"/>
                  </a:cubicBezTo>
                  <a:cubicBezTo>
                    <a:pt x="142" y="13263"/>
                    <a:pt x="-230" y="11368"/>
                    <a:pt x="142" y="9474"/>
                  </a:cubicBezTo>
                  <a:cubicBezTo>
                    <a:pt x="329" y="7768"/>
                    <a:pt x="887" y="6063"/>
                    <a:pt x="1818" y="4737"/>
                  </a:cubicBezTo>
                  <a:cubicBezTo>
                    <a:pt x="2004" y="4358"/>
                    <a:pt x="2377" y="4168"/>
                    <a:pt x="2563" y="3789"/>
                  </a:cubicBezTo>
                  <a:cubicBezTo>
                    <a:pt x="2749" y="3600"/>
                    <a:pt x="2749" y="3600"/>
                    <a:pt x="2749" y="3600"/>
                  </a:cubicBezTo>
                  <a:cubicBezTo>
                    <a:pt x="2749" y="3600"/>
                    <a:pt x="2936" y="3411"/>
                    <a:pt x="2936" y="3411"/>
                  </a:cubicBezTo>
                  <a:cubicBezTo>
                    <a:pt x="3122" y="3221"/>
                    <a:pt x="3122" y="3221"/>
                    <a:pt x="3308" y="3032"/>
                  </a:cubicBezTo>
                  <a:cubicBezTo>
                    <a:pt x="3494" y="2842"/>
                    <a:pt x="3680" y="2653"/>
                    <a:pt x="4053" y="2463"/>
                  </a:cubicBezTo>
                  <a:cubicBezTo>
                    <a:pt x="4239" y="2274"/>
                    <a:pt x="4611" y="1895"/>
                    <a:pt x="4798" y="1705"/>
                  </a:cubicBezTo>
                  <a:cubicBezTo>
                    <a:pt x="5170" y="1516"/>
                    <a:pt x="5356" y="1516"/>
                    <a:pt x="5729" y="1326"/>
                  </a:cubicBezTo>
                  <a:cubicBezTo>
                    <a:pt x="5915" y="1137"/>
                    <a:pt x="6101" y="1137"/>
                    <a:pt x="6473" y="947"/>
                  </a:cubicBezTo>
                  <a:cubicBezTo>
                    <a:pt x="7032" y="758"/>
                    <a:pt x="7404" y="568"/>
                    <a:pt x="7777" y="379"/>
                  </a:cubicBezTo>
                  <a:cubicBezTo>
                    <a:pt x="8708" y="189"/>
                    <a:pt x="9453" y="0"/>
                    <a:pt x="9825" y="0"/>
                  </a:cubicBezTo>
                  <a:cubicBezTo>
                    <a:pt x="10198" y="0"/>
                    <a:pt x="10384" y="0"/>
                    <a:pt x="10384" y="0"/>
                  </a:cubicBezTo>
                  <a:cubicBezTo>
                    <a:pt x="10570" y="0"/>
                    <a:pt x="10570" y="0"/>
                    <a:pt x="10570" y="0"/>
                  </a:cubicBezTo>
                  <a:cubicBezTo>
                    <a:pt x="10942" y="0"/>
                    <a:pt x="10942" y="189"/>
                    <a:pt x="11129" y="379"/>
                  </a:cubicBezTo>
                  <a:cubicBezTo>
                    <a:pt x="11129" y="568"/>
                    <a:pt x="10942" y="758"/>
                    <a:pt x="10756" y="758"/>
                  </a:cubicBezTo>
                  <a:cubicBezTo>
                    <a:pt x="10570" y="758"/>
                    <a:pt x="10570" y="758"/>
                    <a:pt x="10570" y="758"/>
                  </a:cubicBezTo>
                  <a:cubicBezTo>
                    <a:pt x="10570" y="758"/>
                    <a:pt x="10570" y="758"/>
                    <a:pt x="10570" y="758"/>
                  </a:cubicBezTo>
                  <a:cubicBezTo>
                    <a:pt x="10384" y="758"/>
                    <a:pt x="10198" y="758"/>
                    <a:pt x="10011" y="758"/>
                  </a:cubicBezTo>
                  <a:cubicBezTo>
                    <a:pt x="9453" y="947"/>
                    <a:pt x="8894" y="947"/>
                    <a:pt x="8149" y="1326"/>
                  </a:cubicBezTo>
                  <a:cubicBezTo>
                    <a:pt x="7591" y="1326"/>
                    <a:pt x="7218" y="1516"/>
                    <a:pt x="6846" y="1705"/>
                  </a:cubicBezTo>
                  <a:cubicBezTo>
                    <a:pt x="6473" y="1895"/>
                    <a:pt x="6287" y="1895"/>
                    <a:pt x="6101" y="2084"/>
                  </a:cubicBezTo>
                  <a:cubicBezTo>
                    <a:pt x="5915" y="2274"/>
                    <a:pt x="5542" y="2274"/>
                    <a:pt x="5356" y="2463"/>
                  </a:cubicBezTo>
                  <a:cubicBezTo>
                    <a:pt x="5170" y="2653"/>
                    <a:pt x="4984" y="2842"/>
                    <a:pt x="4611" y="3032"/>
                  </a:cubicBezTo>
                  <a:cubicBezTo>
                    <a:pt x="4425" y="3221"/>
                    <a:pt x="4239" y="3411"/>
                    <a:pt x="3867" y="3789"/>
                  </a:cubicBezTo>
                  <a:cubicBezTo>
                    <a:pt x="3867" y="3789"/>
                    <a:pt x="3680" y="3979"/>
                    <a:pt x="3494" y="4168"/>
                  </a:cubicBezTo>
                  <a:cubicBezTo>
                    <a:pt x="3494" y="4168"/>
                    <a:pt x="3494" y="4168"/>
                    <a:pt x="3494" y="4168"/>
                  </a:cubicBezTo>
                  <a:cubicBezTo>
                    <a:pt x="3308" y="4547"/>
                    <a:pt x="3308" y="4547"/>
                    <a:pt x="3308" y="4547"/>
                  </a:cubicBezTo>
                  <a:cubicBezTo>
                    <a:pt x="3122" y="4737"/>
                    <a:pt x="2749" y="4926"/>
                    <a:pt x="2563" y="5305"/>
                  </a:cubicBezTo>
                  <a:cubicBezTo>
                    <a:pt x="1818" y="6442"/>
                    <a:pt x="1260" y="7958"/>
                    <a:pt x="1073" y="9663"/>
                  </a:cubicBezTo>
                  <a:cubicBezTo>
                    <a:pt x="887" y="11368"/>
                    <a:pt x="1260" y="13074"/>
                    <a:pt x="2004" y="14589"/>
                  </a:cubicBezTo>
                  <a:cubicBezTo>
                    <a:pt x="2377" y="15537"/>
                    <a:pt x="2749" y="16295"/>
                    <a:pt x="3494" y="17053"/>
                  </a:cubicBezTo>
                  <a:cubicBezTo>
                    <a:pt x="3680" y="17432"/>
                    <a:pt x="4053" y="17621"/>
                    <a:pt x="4425" y="18000"/>
                  </a:cubicBezTo>
                  <a:cubicBezTo>
                    <a:pt x="4798" y="18379"/>
                    <a:pt x="4984" y="18568"/>
                    <a:pt x="5542" y="18947"/>
                  </a:cubicBezTo>
                  <a:cubicBezTo>
                    <a:pt x="6287" y="19516"/>
                    <a:pt x="7032" y="19895"/>
                    <a:pt x="7963" y="20084"/>
                  </a:cubicBezTo>
                  <a:cubicBezTo>
                    <a:pt x="8149" y="20084"/>
                    <a:pt x="8336" y="20274"/>
                    <a:pt x="8708" y="20274"/>
                  </a:cubicBezTo>
                  <a:cubicBezTo>
                    <a:pt x="9267" y="20463"/>
                    <a:pt x="9267" y="20463"/>
                    <a:pt x="9267" y="20463"/>
                  </a:cubicBezTo>
                  <a:cubicBezTo>
                    <a:pt x="9825" y="20463"/>
                    <a:pt x="10384" y="20463"/>
                    <a:pt x="10756" y="20463"/>
                  </a:cubicBezTo>
                  <a:cubicBezTo>
                    <a:pt x="11687" y="20463"/>
                    <a:pt x="12618" y="20274"/>
                    <a:pt x="13549" y="20084"/>
                  </a:cubicBezTo>
                  <a:cubicBezTo>
                    <a:pt x="14480" y="19705"/>
                    <a:pt x="15225" y="19326"/>
                    <a:pt x="15970" y="18758"/>
                  </a:cubicBezTo>
                  <a:cubicBezTo>
                    <a:pt x="16715" y="18379"/>
                    <a:pt x="17460" y="17621"/>
                    <a:pt x="18018" y="17053"/>
                  </a:cubicBezTo>
                  <a:cubicBezTo>
                    <a:pt x="18577" y="16295"/>
                    <a:pt x="19136" y="15537"/>
                    <a:pt x="19508" y="14589"/>
                  </a:cubicBezTo>
                  <a:cubicBezTo>
                    <a:pt x="19880" y="13832"/>
                    <a:pt x="20067" y="12884"/>
                    <a:pt x="20253" y="12126"/>
                  </a:cubicBezTo>
                  <a:cubicBezTo>
                    <a:pt x="20253" y="11747"/>
                    <a:pt x="20253" y="11179"/>
                    <a:pt x="20253" y="10800"/>
                  </a:cubicBezTo>
                  <a:cubicBezTo>
                    <a:pt x="20253" y="10421"/>
                    <a:pt x="20253" y="10042"/>
                    <a:pt x="20253" y="9663"/>
                  </a:cubicBezTo>
                  <a:cubicBezTo>
                    <a:pt x="20067" y="7958"/>
                    <a:pt x="19508" y="6442"/>
                    <a:pt x="18763" y="5305"/>
                  </a:cubicBezTo>
                  <a:cubicBezTo>
                    <a:pt x="17832" y="3979"/>
                    <a:pt x="16901" y="3221"/>
                    <a:pt x="15970" y="2463"/>
                  </a:cubicBezTo>
                  <a:cubicBezTo>
                    <a:pt x="15039" y="1705"/>
                    <a:pt x="14108" y="1516"/>
                    <a:pt x="13177" y="1137"/>
                  </a:cubicBezTo>
                  <a:cubicBezTo>
                    <a:pt x="12804" y="1137"/>
                    <a:pt x="12432" y="947"/>
                    <a:pt x="12246" y="947"/>
                  </a:cubicBezTo>
                  <a:cubicBezTo>
                    <a:pt x="11873" y="947"/>
                    <a:pt x="11501" y="758"/>
                    <a:pt x="11315" y="758"/>
                  </a:cubicBezTo>
                  <a:cubicBezTo>
                    <a:pt x="10942" y="758"/>
                    <a:pt x="10570" y="758"/>
                    <a:pt x="10570" y="758"/>
                  </a:cubicBezTo>
                  <a:cubicBezTo>
                    <a:pt x="10384" y="758"/>
                    <a:pt x="10198" y="568"/>
                    <a:pt x="10198" y="379"/>
                  </a:cubicBezTo>
                  <a:cubicBezTo>
                    <a:pt x="10198" y="189"/>
                    <a:pt x="10384" y="0"/>
                    <a:pt x="10756" y="0"/>
                  </a:cubicBez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68" name="Google Shape;168;p15"/>
            <p:cNvSpPr/>
            <p:nvPr/>
          </p:nvSpPr>
          <p:spPr>
            <a:xfrm>
              <a:off x="2369242" y="2833105"/>
              <a:ext cx="290217" cy="435047"/>
            </a:xfrm>
            <a:custGeom>
              <a:rect b="b" l="l" r="r" t="t"/>
              <a:pathLst>
                <a:path extrusionOk="0" h="21600" w="21600">
                  <a:moveTo>
                    <a:pt x="6923" y="0"/>
                  </a:moveTo>
                  <a:cubicBezTo>
                    <a:pt x="6923" y="0"/>
                    <a:pt x="6923" y="0"/>
                    <a:pt x="7477" y="0"/>
                  </a:cubicBezTo>
                  <a:cubicBezTo>
                    <a:pt x="7754" y="0"/>
                    <a:pt x="8308" y="0"/>
                    <a:pt x="9138" y="191"/>
                  </a:cubicBezTo>
                  <a:cubicBezTo>
                    <a:pt x="10523" y="382"/>
                    <a:pt x="12462" y="956"/>
                    <a:pt x="14677" y="1912"/>
                  </a:cubicBezTo>
                  <a:cubicBezTo>
                    <a:pt x="15508" y="2294"/>
                    <a:pt x="16615" y="2867"/>
                    <a:pt x="17723" y="3632"/>
                  </a:cubicBezTo>
                  <a:cubicBezTo>
                    <a:pt x="18554" y="4396"/>
                    <a:pt x="19385" y="5352"/>
                    <a:pt x="20215" y="6308"/>
                  </a:cubicBezTo>
                  <a:cubicBezTo>
                    <a:pt x="20769" y="7264"/>
                    <a:pt x="21323" y="8411"/>
                    <a:pt x="21323" y="9558"/>
                  </a:cubicBezTo>
                  <a:cubicBezTo>
                    <a:pt x="21323" y="9749"/>
                    <a:pt x="21600" y="10131"/>
                    <a:pt x="21600" y="10322"/>
                  </a:cubicBezTo>
                  <a:cubicBezTo>
                    <a:pt x="21600" y="10513"/>
                    <a:pt x="21600" y="10704"/>
                    <a:pt x="21600" y="10896"/>
                  </a:cubicBezTo>
                  <a:cubicBezTo>
                    <a:pt x="21600" y="11278"/>
                    <a:pt x="21600" y="11278"/>
                    <a:pt x="21600" y="11278"/>
                  </a:cubicBezTo>
                  <a:cubicBezTo>
                    <a:pt x="21323" y="11851"/>
                    <a:pt x="21323" y="12425"/>
                    <a:pt x="21046" y="12998"/>
                  </a:cubicBezTo>
                  <a:cubicBezTo>
                    <a:pt x="20492" y="15292"/>
                    <a:pt x="18554" y="17395"/>
                    <a:pt x="16062" y="18733"/>
                  </a:cubicBezTo>
                  <a:cubicBezTo>
                    <a:pt x="13846" y="20071"/>
                    <a:pt x="11077" y="21027"/>
                    <a:pt x="8585" y="21409"/>
                  </a:cubicBezTo>
                  <a:cubicBezTo>
                    <a:pt x="7477" y="21600"/>
                    <a:pt x="6369" y="21600"/>
                    <a:pt x="5262" y="21600"/>
                  </a:cubicBezTo>
                  <a:cubicBezTo>
                    <a:pt x="4708" y="21600"/>
                    <a:pt x="4154" y="21600"/>
                    <a:pt x="3877" y="21600"/>
                  </a:cubicBezTo>
                  <a:cubicBezTo>
                    <a:pt x="3323" y="21409"/>
                    <a:pt x="3046" y="21409"/>
                    <a:pt x="2492" y="21409"/>
                  </a:cubicBezTo>
                  <a:cubicBezTo>
                    <a:pt x="1108" y="21218"/>
                    <a:pt x="554" y="21218"/>
                    <a:pt x="554" y="21218"/>
                  </a:cubicBezTo>
                  <a:cubicBezTo>
                    <a:pt x="0" y="21027"/>
                    <a:pt x="0" y="20835"/>
                    <a:pt x="0" y="20644"/>
                  </a:cubicBezTo>
                  <a:cubicBezTo>
                    <a:pt x="0" y="20453"/>
                    <a:pt x="277" y="20262"/>
                    <a:pt x="554" y="20262"/>
                  </a:cubicBezTo>
                  <a:cubicBezTo>
                    <a:pt x="554" y="20262"/>
                    <a:pt x="1385" y="20453"/>
                    <a:pt x="2769" y="20644"/>
                  </a:cubicBezTo>
                  <a:cubicBezTo>
                    <a:pt x="3046" y="20644"/>
                    <a:pt x="3600" y="20644"/>
                    <a:pt x="3877" y="20644"/>
                  </a:cubicBezTo>
                  <a:cubicBezTo>
                    <a:pt x="4431" y="20644"/>
                    <a:pt x="4708" y="20644"/>
                    <a:pt x="5262" y="20644"/>
                  </a:cubicBezTo>
                  <a:cubicBezTo>
                    <a:pt x="6092" y="20644"/>
                    <a:pt x="7200" y="20644"/>
                    <a:pt x="8308" y="20453"/>
                  </a:cubicBezTo>
                  <a:cubicBezTo>
                    <a:pt x="10523" y="20071"/>
                    <a:pt x="13015" y="19306"/>
                    <a:pt x="15231" y="17968"/>
                  </a:cubicBezTo>
                  <a:cubicBezTo>
                    <a:pt x="17169" y="16630"/>
                    <a:pt x="18831" y="14719"/>
                    <a:pt x="19662" y="12807"/>
                  </a:cubicBezTo>
                  <a:cubicBezTo>
                    <a:pt x="19662" y="12234"/>
                    <a:pt x="19662" y="11660"/>
                    <a:pt x="19938" y="11278"/>
                  </a:cubicBezTo>
                  <a:cubicBezTo>
                    <a:pt x="19938" y="10704"/>
                    <a:pt x="19938" y="10704"/>
                    <a:pt x="19938" y="10704"/>
                  </a:cubicBezTo>
                  <a:cubicBezTo>
                    <a:pt x="19938" y="10704"/>
                    <a:pt x="19938" y="10513"/>
                    <a:pt x="19938" y="10322"/>
                  </a:cubicBezTo>
                  <a:cubicBezTo>
                    <a:pt x="19938" y="10131"/>
                    <a:pt x="19662" y="9940"/>
                    <a:pt x="19662" y="9558"/>
                  </a:cubicBezTo>
                  <a:cubicBezTo>
                    <a:pt x="19662" y="8602"/>
                    <a:pt x="19108" y="7646"/>
                    <a:pt x="18554" y="6690"/>
                  </a:cubicBezTo>
                  <a:cubicBezTo>
                    <a:pt x="17446" y="4970"/>
                    <a:pt x="15508" y="3632"/>
                    <a:pt x="13846" y="2676"/>
                  </a:cubicBezTo>
                  <a:cubicBezTo>
                    <a:pt x="11908" y="1720"/>
                    <a:pt x="9969" y="1338"/>
                    <a:pt x="8862" y="956"/>
                  </a:cubicBezTo>
                  <a:cubicBezTo>
                    <a:pt x="8031" y="956"/>
                    <a:pt x="7754" y="765"/>
                    <a:pt x="7200" y="765"/>
                  </a:cubicBezTo>
                  <a:cubicBezTo>
                    <a:pt x="6923" y="765"/>
                    <a:pt x="6646" y="765"/>
                    <a:pt x="6646" y="765"/>
                  </a:cubicBezTo>
                  <a:cubicBezTo>
                    <a:pt x="6369" y="765"/>
                    <a:pt x="6092" y="573"/>
                    <a:pt x="6092" y="191"/>
                  </a:cubicBezTo>
                  <a:cubicBezTo>
                    <a:pt x="6369" y="0"/>
                    <a:pt x="6646" y="0"/>
                    <a:pt x="6923" y="0"/>
                  </a:cubicBez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69" name="Google Shape;169;p15"/>
            <p:cNvSpPr/>
            <p:nvPr/>
          </p:nvSpPr>
          <p:spPr>
            <a:xfrm>
              <a:off x="2898307" y="749396"/>
              <a:ext cx="346719" cy="355178"/>
            </a:xfrm>
            <a:custGeom>
              <a:rect b="b" l="l" r="r" t="t"/>
              <a:pathLst>
                <a:path extrusionOk="0" h="20957" w="21520">
                  <a:moveTo>
                    <a:pt x="13935" y="64"/>
                  </a:moveTo>
                  <a:cubicBezTo>
                    <a:pt x="13935" y="64"/>
                    <a:pt x="13935" y="64"/>
                    <a:pt x="13703" y="64"/>
                  </a:cubicBezTo>
                  <a:cubicBezTo>
                    <a:pt x="10452" y="-391"/>
                    <a:pt x="7200" y="1655"/>
                    <a:pt x="6039" y="4611"/>
                  </a:cubicBezTo>
                  <a:cubicBezTo>
                    <a:pt x="5574" y="5975"/>
                    <a:pt x="5574" y="7340"/>
                    <a:pt x="5110" y="8704"/>
                  </a:cubicBezTo>
                  <a:cubicBezTo>
                    <a:pt x="4645" y="10068"/>
                    <a:pt x="3716" y="11205"/>
                    <a:pt x="2555" y="12114"/>
                  </a:cubicBezTo>
                  <a:cubicBezTo>
                    <a:pt x="1858" y="12569"/>
                    <a:pt x="1394" y="12796"/>
                    <a:pt x="697" y="13251"/>
                  </a:cubicBezTo>
                  <a:cubicBezTo>
                    <a:pt x="232" y="13706"/>
                    <a:pt x="0" y="14388"/>
                    <a:pt x="0" y="15070"/>
                  </a:cubicBezTo>
                  <a:cubicBezTo>
                    <a:pt x="232" y="16434"/>
                    <a:pt x="2323" y="16434"/>
                    <a:pt x="3484" y="16662"/>
                  </a:cubicBezTo>
                  <a:cubicBezTo>
                    <a:pt x="5110" y="17116"/>
                    <a:pt x="13239" y="19163"/>
                    <a:pt x="15561" y="19845"/>
                  </a:cubicBezTo>
                  <a:cubicBezTo>
                    <a:pt x="16723" y="20072"/>
                    <a:pt x="17884" y="20300"/>
                    <a:pt x="18813" y="20527"/>
                  </a:cubicBezTo>
                  <a:cubicBezTo>
                    <a:pt x="19510" y="20982"/>
                    <a:pt x="20439" y="21209"/>
                    <a:pt x="21135" y="20527"/>
                  </a:cubicBezTo>
                  <a:cubicBezTo>
                    <a:pt x="21600" y="20072"/>
                    <a:pt x="21600" y="19163"/>
                    <a:pt x="21368" y="18481"/>
                  </a:cubicBezTo>
                  <a:cubicBezTo>
                    <a:pt x="21135" y="17798"/>
                    <a:pt x="20671" y="17344"/>
                    <a:pt x="20439" y="16662"/>
                  </a:cubicBezTo>
                  <a:cubicBezTo>
                    <a:pt x="19742" y="15297"/>
                    <a:pt x="19510" y="13933"/>
                    <a:pt x="19742" y="12342"/>
                  </a:cubicBezTo>
                  <a:cubicBezTo>
                    <a:pt x="19974" y="11205"/>
                    <a:pt x="20671" y="9841"/>
                    <a:pt x="20903" y="8476"/>
                  </a:cubicBezTo>
                  <a:cubicBezTo>
                    <a:pt x="21600" y="5293"/>
                    <a:pt x="19510" y="1883"/>
                    <a:pt x="16490" y="746"/>
                  </a:cubicBezTo>
                  <a:lnTo>
                    <a:pt x="13935" y="64"/>
                  </a:ln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0" name="Google Shape;170;p15"/>
            <p:cNvSpPr/>
            <p:nvPr/>
          </p:nvSpPr>
          <p:spPr>
            <a:xfrm>
              <a:off x="3008143" y="1046497"/>
              <a:ext cx="114891" cy="76226"/>
            </a:xfrm>
            <a:custGeom>
              <a:rect b="b" l="l" r="r" t="t"/>
              <a:pathLst>
                <a:path extrusionOk="0" h="20350" w="20780">
                  <a:moveTo>
                    <a:pt x="530" y="0"/>
                  </a:moveTo>
                  <a:cubicBezTo>
                    <a:pt x="-820" y="5143"/>
                    <a:pt x="530" y="11314"/>
                    <a:pt x="3230" y="15429"/>
                  </a:cubicBezTo>
                  <a:cubicBezTo>
                    <a:pt x="5930" y="19543"/>
                    <a:pt x="9980" y="21600"/>
                    <a:pt x="13355" y="19543"/>
                  </a:cubicBezTo>
                  <a:cubicBezTo>
                    <a:pt x="16730" y="18514"/>
                    <a:pt x="20105" y="13371"/>
                    <a:pt x="20780" y="8229"/>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1" name="Google Shape;171;p15"/>
            <p:cNvSpPr/>
            <p:nvPr/>
          </p:nvSpPr>
          <p:spPr>
            <a:xfrm>
              <a:off x="3130737" y="633584"/>
              <a:ext cx="59072" cy="123768"/>
            </a:xfrm>
            <a:custGeom>
              <a:rect b="b" l="l" r="r" t="t"/>
              <a:pathLst>
                <a:path extrusionOk="0" h="21217" w="21600">
                  <a:moveTo>
                    <a:pt x="0" y="19908"/>
                  </a:moveTo>
                  <a:cubicBezTo>
                    <a:pt x="1350" y="14017"/>
                    <a:pt x="4050" y="9435"/>
                    <a:pt x="8100" y="4199"/>
                  </a:cubicBezTo>
                  <a:cubicBezTo>
                    <a:pt x="8100" y="2890"/>
                    <a:pt x="9450" y="1581"/>
                    <a:pt x="10800" y="926"/>
                  </a:cubicBezTo>
                  <a:cubicBezTo>
                    <a:pt x="12150" y="272"/>
                    <a:pt x="14850" y="-383"/>
                    <a:pt x="17550" y="272"/>
                  </a:cubicBezTo>
                  <a:cubicBezTo>
                    <a:pt x="18900" y="272"/>
                    <a:pt x="20250" y="1581"/>
                    <a:pt x="20250" y="2235"/>
                  </a:cubicBezTo>
                  <a:cubicBezTo>
                    <a:pt x="20250" y="3544"/>
                    <a:pt x="21600" y="4853"/>
                    <a:pt x="21600" y="5508"/>
                  </a:cubicBezTo>
                  <a:cubicBezTo>
                    <a:pt x="21600" y="11399"/>
                    <a:pt x="17550" y="17290"/>
                    <a:pt x="10800" y="21217"/>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2" name="Google Shape;172;p15"/>
            <p:cNvSpPr/>
            <p:nvPr/>
          </p:nvSpPr>
          <p:spPr>
            <a:xfrm>
              <a:off x="2906013" y="1096899"/>
              <a:ext cx="52650" cy="46424"/>
            </a:xfrm>
            <a:custGeom>
              <a:rect b="b" l="l" r="r" t="t"/>
              <a:pathLst>
                <a:path extrusionOk="0" h="21600" w="21600">
                  <a:moveTo>
                    <a:pt x="21600" y="0"/>
                  </a:moveTo>
                  <a:cubicBezTo>
                    <a:pt x="13886" y="7200"/>
                    <a:pt x="7714" y="14400"/>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3" name="Google Shape;173;p15"/>
            <p:cNvSpPr/>
            <p:nvPr/>
          </p:nvSpPr>
          <p:spPr>
            <a:xfrm>
              <a:off x="3144863" y="811732"/>
              <a:ext cx="33389" cy="218850"/>
            </a:xfrm>
            <a:custGeom>
              <a:rect b="b" l="l" r="r" t="t"/>
              <a:pathLst>
                <a:path extrusionOk="0" h="21600" w="21600">
                  <a:moveTo>
                    <a:pt x="0" y="0"/>
                  </a:moveTo>
                  <a:cubicBezTo>
                    <a:pt x="14400" y="1137"/>
                    <a:pt x="21600" y="4168"/>
                    <a:pt x="21600" y="6442"/>
                  </a:cubicBezTo>
                  <a:cubicBezTo>
                    <a:pt x="19200" y="9095"/>
                    <a:pt x="14400" y="11368"/>
                    <a:pt x="9600" y="14021"/>
                  </a:cubicBezTo>
                  <a:cubicBezTo>
                    <a:pt x="4800" y="16295"/>
                    <a:pt x="2400" y="19326"/>
                    <a:pt x="120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4" name="Google Shape;174;p15"/>
            <p:cNvSpPr/>
            <p:nvPr/>
          </p:nvSpPr>
          <p:spPr>
            <a:xfrm>
              <a:off x="3029291" y="1165870"/>
              <a:ext cx="19263" cy="88866"/>
            </a:xfrm>
            <a:custGeom>
              <a:rect b="b" l="l" r="r" t="t"/>
              <a:pathLst>
                <a:path extrusionOk="0" h="21600" w="21600">
                  <a:moveTo>
                    <a:pt x="21600" y="0"/>
                  </a:moveTo>
                  <a:cubicBezTo>
                    <a:pt x="12960" y="6574"/>
                    <a:pt x="4320" y="14087"/>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5" name="Google Shape;175;p15"/>
            <p:cNvSpPr/>
            <p:nvPr/>
          </p:nvSpPr>
          <p:spPr>
            <a:xfrm>
              <a:off x="3133306" y="1149953"/>
              <a:ext cx="60355" cy="62340"/>
            </a:xfrm>
            <a:custGeom>
              <a:rect b="b" l="l" r="r" t="t"/>
              <a:pathLst>
                <a:path extrusionOk="0" h="21600" w="21600">
                  <a:moveTo>
                    <a:pt x="0" y="0"/>
                  </a:moveTo>
                  <a:cubicBezTo>
                    <a:pt x="6750" y="6750"/>
                    <a:pt x="13500" y="14850"/>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6" name="Google Shape;176;p15"/>
            <p:cNvSpPr/>
            <p:nvPr/>
          </p:nvSpPr>
          <p:spPr>
            <a:xfrm>
              <a:off x="2855833" y="1397238"/>
              <a:ext cx="288727" cy="423161"/>
            </a:xfrm>
            <a:custGeom>
              <a:rect b="b" l="l" r="r" t="t"/>
              <a:pathLst>
                <a:path extrusionOk="0" h="21010" w="20666">
                  <a:moveTo>
                    <a:pt x="1239" y="10854"/>
                  </a:moveTo>
                  <a:cubicBezTo>
                    <a:pt x="439" y="9325"/>
                    <a:pt x="-361" y="7604"/>
                    <a:pt x="172" y="5884"/>
                  </a:cubicBezTo>
                  <a:cubicBezTo>
                    <a:pt x="439" y="3590"/>
                    <a:pt x="2839" y="1679"/>
                    <a:pt x="5506" y="723"/>
                  </a:cubicBezTo>
                  <a:cubicBezTo>
                    <a:pt x="8972" y="-424"/>
                    <a:pt x="13506" y="-233"/>
                    <a:pt x="16706" y="1488"/>
                  </a:cubicBezTo>
                  <a:cubicBezTo>
                    <a:pt x="19906" y="3399"/>
                    <a:pt x="21239" y="6457"/>
                    <a:pt x="20439" y="9134"/>
                  </a:cubicBezTo>
                  <a:cubicBezTo>
                    <a:pt x="19906" y="10854"/>
                    <a:pt x="18572" y="12574"/>
                    <a:pt x="17239" y="14103"/>
                  </a:cubicBezTo>
                  <a:cubicBezTo>
                    <a:pt x="15906" y="15633"/>
                    <a:pt x="14306" y="17162"/>
                    <a:pt x="12706" y="18691"/>
                  </a:cubicBezTo>
                  <a:cubicBezTo>
                    <a:pt x="12172" y="19264"/>
                    <a:pt x="11372" y="20794"/>
                    <a:pt x="10572" y="20985"/>
                  </a:cubicBezTo>
                  <a:cubicBezTo>
                    <a:pt x="9506" y="21176"/>
                    <a:pt x="8706" y="20220"/>
                    <a:pt x="8172" y="19838"/>
                  </a:cubicBezTo>
                  <a:cubicBezTo>
                    <a:pt x="5239" y="17162"/>
                    <a:pt x="3106" y="14103"/>
                    <a:pt x="1239" y="10854"/>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7" name="Google Shape;177;p15"/>
            <p:cNvSpPr/>
            <p:nvPr/>
          </p:nvSpPr>
          <p:spPr>
            <a:xfrm>
              <a:off x="2926464" y="1471831"/>
              <a:ext cx="141080" cy="136188"/>
            </a:xfrm>
            <a:custGeom>
              <a:rect b="b" l="l" r="r" t="t"/>
              <a:pathLst>
                <a:path extrusionOk="0" h="18637" w="15926">
                  <a:moveTo>
                    <a:pt x="4456" y="17719"/>
                  </a:moveTo>
                  <a:cubicBezTo>
                    <a:pt x="7421" y="19299"/>
                    <a:pt x="10809" y="18772"/>
                    <a:pt x="13350" y="16665"/>
                  </a:cubicBezTo>
                  <a:cubicBezTo>
                    <a:pt x="18856" y="11397"/>
                    <a:pt x="15044" y="-2301"/>
                    <a:pt x="6574" y="333"/>
                  </a:cubicBezTo>
                  <a:cubicBezTo>
                    <a:pt x="-626" y="2440"/>
                    <a:pt x="-2744" y="14031"/>
                    <a:pt x="4456" y="17719"/>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8" name="Google Shape;178;p15"/>
            <p:cNvSpPr/>
            <p:nvPr/>
          </p:nvSpPr>
          <p:spPr>
            <a:xfrm>
              <a:off x="2915523" y="1797217"/>
              <a:ext cx="152591" cy="64992"/>
            </a:xfrm>
            <a:custGeom>
              <a:rect b="b" l="l" r="r" t="t"/>
              <a:pathLst>
                <a:path extrusionOk="0" h="21600" w="20533">
                  <a:moveTo>
                    <a:pt x="7275" y="0"/>
                  </a:moveTo>
                  <a:cubicBezTo>
                    <a:pt x="5266" y="1271"/>
                    <a:pt x="3257" y="2541"/>
                    <a:pt x="1750" y="5082"/>
                  </a:cubicBezTo>
                  <a:cubicBezTo>
                    <a:pt x="243" y="7624"/>
                    <a:pt x="-762" y="13976"/>
                    <a:pt x="745" y="17788"/>
                  </a:cubicBezTo>
                  <a:cubicBezTo>
                    <a:pt x="1750" y="21600"/>
                    <a:pt x="3759" y="21600"/>
                    <a:pt x="5266" y="21600"/>
                  </a:cubicBezTo>
                  <a:cubicBezTo>
                    <a:pt x="9285" y="21600"/>
                    <a:pt x="12801" y="20329"/>
                    <a:pt x="16317" y="17788"/>
                  </a:cubicBezTo>
                  <a:cubicBezTo>
                    <a:pt x="17322" y="16518"/>
                    <a:pt x="18326" y="16518"/>
                    <a:pt x="19331" y="13976"/>
                  </a:cubicBezTo>
                  <a:cubicBezTo>
                    <a:pt x="20336" y="12706"/>
                    <a:pt x="20838" y="10165"/>
                    <a:pt x="20336" y="6353"/>
                  </a:cubicBezTo>
                  <a:cubicBezTo>
                    <a:pt x="20336" y="3812"/>
                    <a:pt x="19331" y="2541"/>
                    <a:pt x="18326" y="1271"/>
                  </a:cubicBezTo>
                  <a:cubicBezTo>
                    <a:pt x="16819" y="1271"/>
                    <a:pt x="15815" y="1271"/>
                    <a:pt x="14810" y="1271"/>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79" name="Google Shape;179;p15"/>
            <p:cNvSpPr/>
            <p:nvPr/>
          </p:nvSpPr>
          <p:spPr>
            <a:xfrm>
              <a:off x="2816724" y="3106335"/>
              <a:ext cx="37923" cy="157837"/>
            </a:xfrm>
            <a:custGeom>
              <a:rect b="b" l="l" r="r" t="t"/>
              <a:pathLst>
                <a:path extrusionOk="0" h="21600" w="18225">
                  <a:moveTo>
                    <a:pt x="18225" y="21600"/>
                  </a:moveTo>
                  <a:cubicBezTo>
                    <a:pt x="2025" y="16332"/>
                    <a:pt x="-3375" y="7376"/>
                    <a:pt x="2025"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80" name="Google Shape;180;p15"/>
            <p:cNvSpPr/>
            <p:nvPr/>
          </p:nvSpPr>
          <p:spPr>
            <a:xfrm>
              <a:off x="2819975" y="3106335"/>
              <a:ext cx="242704" cy="127331"/>
            </a:xfrm>
            <a:custGeom>
              <a:rect b="b" l="l" r="r" t="t"/>
              <a:pathLst>
                <a:path extrusionOk="0" h="21600" w="21600">
                  <a:moveTo>
                    <a:pt x="0" y="0"/>
                  </a:moveTo>
                  <a:cubicBezTo>
                    <a:pt x="4985" y="13091"/>
                    <a:pt x="13292" y="21600"/>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81" name="Google Shape;181;p15"/>
            <p:cNvSpPr/>
            <p:nvPr/>
          </p:nvSpPr>
          <p:spPr>
            <a:xfrm>
              <a:off x="3058844" y="3087034"/>
              <a:ext cx="172057" cy="142653"/>
            </a:xfrm>
            <a:custGeom>
              <a:rect b="b" l="l" r="r" t="t"/>
              <a:pathLst>
                <a:path extrusionOk="0" h="21119" w="21125">
                  <a:moveTo>
                    <a:pt x="444" y="21119"/>
                  </a:moveTo>
                  <a:cubicBezTo>
                    <a:pt x="-475" y="16572"/>
                    <a:pt x="-15" y="11456"/>
                    <a:pt x="2282" y="7477"/>
                  </a:cubicBezTo>
                  <a:cubicBezTo>
                    <a:pt x="4580" y="2930"/>
                    <a:pt x="8257" y="87"/>
                    <a:pt x="12393" y="87"/>
                  </a:cubicBezTo>
                  <a:cubicBezTo>
                    <a:pt x="15610" y="-481"/>
                    <a:pt x="18827" y="1793"/>
                    <a:pt x="21125" y="4635"/>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82" name="Google Shape;182;p15"/>
            <p:cNvSpPr/>
            <p:nvPr/>
          </p:nvSpPr>
          <p:spPr>
            <a:xfrm>
              <a:off x="3234753" y="3090419"/>
              <a:ext cx="111721" cy="151205"/>
            </a:xfrm>
            <a:custGeom>
              <a:rect b="b" l="l" r="r" t="t"/>
              <a:pathLst>
                <a:path extrusionOk="0" h="21600" w="21600">
                  <a:moveTo>
                    <a:pt x="0" y="4431"/>
                  </a:moveTo>
                  <a:cubicBezTo>
                    <a:pt x="5040" y="2769"/>
                    <a:pt x="11520" y="1108"/>
                    <a:pt x="15840" y="0"/>
                  </a:cubicBezTo>
                  <a:cubicBezTo>
                    <a:pt x="3600" y="12738"/>
                    <a:pt x="3600" y="12738"/>
                    <a:pt x="3600" y="12738"/>
                  </a:cubicBezTo>
                  <a:cubicBezTo>
                    <a:pt x="21600" y="9415"/>
                    <a:pt x="21600" y="9415"/>
                    <a:pt x="21600" y="9415"/>
                  </a:cubicBezTo>
                  <a:cubicBezTo>
                    <a:pt x="16560" y="13846"/>
                    <a:pt x="12240" y="17723"/>
                    <a:pt x="72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83" name="Google Shape;183;p15"/>
            <p:cNvSpPr/>
            <p:nvPr/>
          </p:nvSpPr>
          <p:spPr>
            <a:xfrm>
              <a:off x="2776314" y="3241623"/>
              <a:ext cx="495932" cy="295248"/>
            </a:xfrm>
            <a:custGeom>
              <a:rect b="b" l="l" r="r" t="t"/>
              <a:pathLst>
                <a:path extrusionOk="0" h="20460" w="21444">
                  <a:moveTo>
                    <a:pt x="0" y="17867"/>
                  </a:moveTo>
                  <a:cubicBezTo>
                    <a:pt x="4352" y="20800"/>
                    <a:pt x="9510" y="21600"/>
                    <a:pt x="13863" y="18400"/>
                  </a:cubicBezTo>
                  <a:cubicBezTo>
                    <a:pt x="18215" y="15200"/>
                    <a:pt x="21600" y="8000"/>
                    <a:pt x="21439"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84" name="Google Shape;184;p15"/>
            <p:cNvSpPr/>
            <p:nvPr/>
          </p:nvSpPr>
          <p:spPr>
            <a:xfrm>
              <a:off x="2772461" y="3441903"/>
              <a:ext cx="186202" cy="53055"/>
            </a:xfrm>
            <a:custGeom>
              <a:rect b="b" l="l" r="r" t="t"/>
              <a:pathLst>
                <a:path extrusionOk="0" h="21600" w="21600">
                  <a:moveTo>
                    <a:pt x="0" y="21600"/>
                  </a:moveTo>
                  <a:cubicBezTo>
                    <a:pt x="7344" y="20057"/>
                    <a:pt x="14688" y="12343"/>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85" name="Google Shape;185;p15"/>
            <p:cNvSpPr/>
            <p:nvPr/>
          </p:nvSpPr>
          <p:spPr>
            <a:xfrm>
              <a:off x="2831532" y="3371607"/>
              <a:ext cx="127131" cy="70298"/>
            </a:xfrm>
            <a:custGeom>
              <a:rect b="b" l="l" r="r" t="t"/>
              <a:pathLst>
                <a:path extrusionOk="0" h="21600" w="21600">
                  <a:moveTo>
                    <a:pt x="0" y="0"/>
                  </a:moveTo>
                  <a:cubicBezTo>
                    <a:pt x="5082" y="12000"/>
                    <a:pt x="13976" y="19200"/>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86" name="Google Shape;186;p15"/>
            <p:cNvSpPr/>
            <p:nvPr/>
          </p:nvSpPr>
          <p:spPr>
            <a:xfrm>
              <a:off x="2831532" y="3361277"/>
              <a:ext cx="64208" cy="12701"/>
            </a:xfrm>
            <a:custGeom>
              <a:rect b="b" l="l" r="r" t="t"/>
              <a:pathLst>
                <a:path extrusionOk="0" h="21600" w="21600">
                  <a:moveTo>
                    <a:pt x="0" y="21600"/>
                  </a:moveTo>
                  <a:cubicBezTo>
                    <a:pt x="6353" y="21600"/>
                    <a:pt x="15247" y="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87" name="Google Shape;187;p15"/>
            <p:cNvSpPr/>
            <p:nvPr/>
          </p:nvSpPr>
          <p:spPr>
            <a:xfrm>
              <a:off x="2805850" y="3264172"/>
              <a:ext cx="96311" cy="96825"/>
            </a:xfrm>
            <a:custGeom>
              <a:rect b="b" l="l" r="r" t="t"/>
              <a:pathLst>
                <a:path extrusionOk="0" h="21600" w="21600">
                  <a:moveTo>
                    <a:pt x="21600" y="21600"/>
                  </a:moveTo>
                  <a:cubicBezTo>
                    <a:pt x="10800" y="19872"/>
                    <a:pt x="2492" y="10368"/>
                    <a:pt x="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188" name="Google Shape;188;p15"/>
            <p:cNvCxnSpPr/>
            <p:nvPr/>
          </p:nvCxnSpPr>
          <p:spPr>
            <a:xfrm>
              <a:off x="2805850" y="3264172"/>
              <a:ext cx="41094" cy="1"/>
            </a:xfrm>
            <a:prstGeom prst="straightConnector1">
              <a:avLst/>
            </a:prstGeom>
            <a:noFill/>
            <a:ln cap="rnd" cmpd="sng" w="9525">
              <a:solidFill>
                <a:srgbClr val="FFFFFF"/>
              </a:solidFill>
              <a:prstDash val="solid"/>
              <a:round/>
              <a:headEnd len="sm" w="sm" type="none"/>
              <a:tailEnd len="sm" w="sm" type="none"/>
            </a:ln>
          </p:spPr>
        </p:cxnSp>
        <p:sp>
          <p:nvSpPr>
            <p:cNvPr id="189" name="Google Shape;189;p15"/>
            <p:cNvSpPr/>
            <p:nvPr/>
          </p:nvSpPr>
          <p:spPr>
            <a:xfrm>
              <a:off x="3021585" y="3276109"/>
              <a:ext cx="110428" cy="153859"/>
            </a:xfrm>
            <a:custGeom>
              <a:rect b="b" l="l" r="r" t="t"/>
              <a:pathLst>
                <a:path extrusionOk="0" h="21600" w="19973">
                  <a:moveTo>
                    <a:pt x="0" y="21600"/>
                  </a:moveTo>
                  <a:cubicBezTo>
                    <a:pt x="5400" y="20520"/>
                    <a:pt x="10800" y="18360"/>
                    <a:pt x="14175" y="15120"/>
                  </a:cubicBezTo>
                  <a:cubicBezTo>
                    <a:pt x="18900" y="11340"/>
                    <a:pt x="21600" y="4860"/>
                    <a:pt x="189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190" name="Google Shape;190;p15"/>
            <p:cNvCxnSpPr/>
            <p:nvPr/>
          </p:nvCxnSpPr>
          <p:spPr>
            <a:xfrm flipH="1" rot="10800000">
              <a:off x="3328495" y="2964414"/>
              <a:ext cx="10274" cy="68972"/>
            </a:xfrm>
            <a:prstGeom prst="straightConnector1">
              <a:avLst/>
            </a:prstGeom>
            <a:noFill/>
            <a:ln cap="rnd" cmpd="sng" w="9525">
              <a:solidFill>
                <a:srgbClr val="FFFFFF"/>
              </a:solidFill>
              <a:prstDash val="solid"/>
              <a:round/>
              <a:headEnd len="sm" w="sm" type="none"/>
              <a:tailEnd len="sm" w="sm" type="none"/>
            </a:ln>
          </p:spPr>
        </p:cxnSp>
        <p:sp>
          <p:nvSpPr>
            <p:cNvPr id="191" name="Google Shape;191;p15"/>
            <p:cNvSpPr/>
            <p:nvPr/>
          </p:nvSpPr>
          <p:spPr>
            <a:xfrm>
              <a:off x="3369588" y="3047975"/>
              <a:ext cx="66776" cy="54382"/>
            </a:xfrm>
            <a:custGeom>
              <a:rect b="b" l="l" r="r" t="t"/>
              <a:pathLst>
                <a:path extrusionOk="0" h="21600" w="21600">
                  <a:moveTo>
                    <a:pt x="0" y="21600"/>
                  </a:moveTo>
                  <a:cubicBezTo>
                    <a:pt x="7200" y="13886"/>
                    <a:pt x="14400" y="6171"/>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192" name="Google Shape;192;p15"/>
            <p:cNvCxnSpPr/>
            <p:nvPr/>
          </p:nvCxnSpPr>
          <p:spPr>
            <a:xfrm>
              <a:off x="3387566" y="3160715"/>
              <a:ext cx="101447" cy="22549"/>
            </a:xfrm>
            <a:prstGeom prst="straightConnector1">
              <a:avLst/>
            </a:prstGeom>
            <a:noFill/>
            <a:ln cap="rnd" cmpd="sng" w="9525">
              <a:solidFill>
                <a:srgbClr val="FFFFFF"/>
              </a:solidFill>
              <a:prstDash val="solid"/>
              <a:round/>
              <a:headEnd len="sm" w="sm" type="none"/>
              <a:tailEnd len="sm" w="sm" type="none"/>
            </a:ln>
          </p:spPr>
        </p:cxnSp>
        <p:sp>
          <p:nvSpPr>
            <p:cNvPr id="193" name="Google Shape;193;p15"/>
            <p:cNvSpPr/>
            <p:nvPr/>
          </p:nvSpPr>
          <p:spPr>
            <a:xfrm>
              <a:off x="3230900" y="3118271"/>
              <a:ext cx="37240" cy="119373"/>
            </a:xfrm>
            <a:custGeom>
              <a:rect b="b" l="l" r="r" t="t"/>
              <a:pathLst>
                <a:path extrusionOk="0" h="21600" w="21600">
                  <a:moveTo>
                    <a:pt x="0" y="0"/>
                  </a:moveTo>
                  <a:cubicBezTo>
                    <a:pt x="0" y="7665"/>
                    <a:pt x="6480" y="15329"/>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94" name="Google Shape;194;p15"/>
            <p:cNvSpPr/>
            <p:nvPr/>
          </p:nvSpPr>
          <p:spPr>
            <a:xfrm>
              <a:off x="3369588" y="3225707"/>
              <a:ext cx="47513" cy="58361"/>
            </a:xfrm>
            <a:custGeom>
              <a:rect b="b" l="l" r="r" t="t"/>
              <a:pathLst>
                <a:path extrusionOk="0" h="21600" w="21600">
                  <a:moveTo>
                    <a:pt x="0" y="0"/>
                  </a:moveTo>
                  <a:cubicBezTo>
                    <a:pt x="6646" y="7200"/>
                    <a:pt x="14954" y="14400"/>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95" name="Google Shape;195;p15"/>
            <p:cNvSpPr/>
            <p:nvPr/>
          </p:nvSpPr>
          <p:spPr>
            <a:xfrm>
              <a:off x="2843089" y="2602318"/>
              <a:ext cx="283795" cy="291801"/>
            </a:xfrm>
            <a:prstGeom prst="ellipse">
              <a:avLst/>
            </a:pr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96" name="Google Shape;196;p15"/>
            <p:cNvSpPr/>
            <p:nvPr/>
          </p:nvSpPr>
          <p:spPr>
            <a:xfrm>
              <a:off x="2939400" y="2667309"/>
              <a:ext cx="86039" cy="92847"/>
            </a:xfrm>
            <a:prstGeom prst="ellipse">
              <a:avLst/>
            </a:pr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97" name="Google Shape;197;p15"/>
            <p:cNvSpPr/>
            <p:nvPr/>
          </p:nvSpPr>
          <p:spPr>
            <a:xfrm>
              <a:off x="2954810" y="2713732"/>
              <a:ext cx="71395" cy="119373"/>
            </a:xfrm>
            <a:custGeom>
              <a:rect b="b" l="l" r="r" t="t"/>
              <a:pathLst>
                <a:path extrusionOk="0" h="21600" w="20705">
                  <a:moveTo>
                    <a:pt x="20520" y="0"/>
                  </a:moveTo>
                  <a:cubicBezTo>
                    <a:pt x="21600" y="5574"/>
                    <a:pt x="18360" y="16723"/>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98" name="Google Shape;198;p15"/>
            <p:cNvSpPr/>
            <p:nvPr/>
          </p:nvSpPr>
          <p:spPr>
            <a:xfrm>
              <a:off x="2301181" y="3375585"/>
              <a:ext cx="336447" cy="346180"/>
            </a:xfrm>
            <a:custGeom>
              <a:rect b="b" l="l" r="r" t="t"/>
              <a:pathLst>
                <a:path extrusionOk="0" h="21600" w="21600">
                  <a:moveTo>
                    <a:pt x="17760" y="21600"/>
                  </a:moveTo>
                  <a:cubicBezTo>
                    <a:pt x="3600" y="21600"/>
                    <a:pt x="3600" y="21600"/>
                    <a:pt x="3600" y="21600"/>
                  </a:cubicBezTo>
                  <a:cubicBezTo>
                    <a:pt x="1680" y="21600"/>
                    <a:pt x="0" y="19920"/>
                    <a:pt x="0" y="17760"/>
                  </a:cubicBezTo>
                  <a:cubicBezTo>
                    <a:pt x="240" y="15600"/>
                    <a:pt x="240" y="12960"/>
                    <a:pt x="240" y="10080"/>
                  </a:cubicBezTo>
                  <a:cubicBezTo>
                    <a:pt x="240" y="7920"/>
                    <a:pt x="240" y="5760"/>
                    <a:pt x="0" y="3600"/>
                  </a:cubicBezTo>
                  <a:cubicBezTo>
                    <a:pt x="0" y="3360"/>
                    <a:pt x="0" y="2160"/>
                    <a:pt x="960" y="960"/>
                  </a:cubicBezTo>
                  <a:cubicBezTo>
                    <a:pt x="1680" y="480"/>
                    <a:pt x="2640" y="0"/>
                    <a:pt x="3600" y="0"/>
                  </a:cubicBezTo>
                  <a:cubicBezTo>
                    <a:pt x="17760" y="0"/>
                    <a:pt x="17760" y="0"/>
                    <a:pt x="17760" y="0"/>
                  </a:cubicBezTo>
                  <a:cubicBezTo>
                    <a:pt x="19920" y="0"/>
                    <a:pt x="21600" y="1680"/>
                    <a:pt x="21600" y="3600"/>
                  </a:cubicBezTo>
                  <a:cubicBezTo>
                    <a:pt x="21600" y="6000"/>
                    <a:pt x="21600" y="8160"/>
                    <a:pt x="21600" y="10560"/>
                  </a:cubicBezTo>
                  <a:cubicBezTo>
                    <a:pt x="21600" y="13200"/>
                    <a:pt x="21600" y="15600"/>
                    <a:pt x="21600" y="17760"/>
                  </a:cubicBezTo>
                  <a:cubicBezTo>
                    <a:pt x="21600" y="18000"/>
                    <a:pt x="21600" y="19440"/>
                    <a:pt x="20400" y="20400"/>
                  </a:cubicBezTo>
                  <a:cubicBezTo>
                    <a:pt x="19680" y="21120"/>
                    <a:pt x="18960" y="21600"/>
                    <a:pt x="17760" y="21600"/>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199" name="Google Shape;199;p15"/>
            <p:cNvSpPr/>
            <p:nvPr/>
          </p:nvSpPr>
          <p:spPr>
            <a:xfrm>
              <a:off x="2242111" y="3422008"/>
              <a:ext cx="336446" cy="346181"/>
            </a:xfrm>
            <a:custGeom>
              <a:rect b="b" l="l" r="r" t="t"/>
              <a:pathLst>
                <a:path extrusionOk="0" h="21600" w="21600">
                  <a:moveTo>
                    <a:pt x="21600" y="18720"/>
                  </a:moveTo>
                  <a:cubicBezTo>
                    <a:pt x="21600" y="18960"/>
                    <a:pt x="21600" y="19440"/>
                    <a:pt x="20640" y="20400"/>
                  </a:cubicBezTo>
                  <a:cubicBezTo>
                    <a:pt x="19920" y="21120"/>
                    <a:pt x="18960" y="21600"/>
                    <a:pt x="18000" y="21600"/>
                  </a:cubicBezTo>
                  <a:cubicBezTo>
                    <a:pt x="3840" y="21600"/>
                    <a:pt x="3840" y="21600"/>
                    <a:pt x="3840" y="21600"/>
                  </a:cubicBezTo>
                  <a:cubicBezTo>
                    <a:pt x="1680" y="21600"/>
                    <a:pt x="0" y="19920"/>
                    <a:pt x="0" y="17760"/>
                  </a:cubicBezTo>
                  <a:cubicBezTo>
                    <a:pt x="240" y="15600"/>
                    <a:pt x="480" y="12960"/>
                    <a:pt x="480" y="10080"/>
                  </a:cubicBezTo>
                  <a:cubicBezTo>
                    <a:pt x="480" y="7920"/>
                    <a:pt x="240" y="5760"/>
                    <a:pt x="0" y="3600"/>
                  </a:cubicBezTo>
                  <a:cubicBezTo>
                    <a:pt x="0" y="3360"/>
                    <a:pt x="0" y="2160"/>
                    <a:pt x="1200" y="960"/>
                  </a:cubicBezTo>
                  <a:cubicBezTo>
                    <a:pt x="1920" y="480"/>
                    <a:pt x="2640" y="0"/>
                    <a:pt x="3840" y="0"/>
                  </a:cubicBezTo>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00" name="Google Shape;200;p15"/>
            <p:cNvSpPr/>
            <p:nvPr/>
          </p:nvSpPr>
          <p:spPr>
            <a:xfrm>
              <a:off x="2461128" y="3486999"/>
              <a:ext cx="12701" cy="119374"/>
            </a:xfrm>
            <a:custGeom>
              <a:rect b="b" l="l" r="r" t="t"/>
              <a:pathLst>
                <a:path extrusionOk="0" h="21600" w="21600">
                  <a:moveTo>
                    <a:pt x="0" y="0"/>
                  </a:moveTo>
                  <a:cubicBezTo>
                    <a:pt x="0" y="6968"/>
                    <a:pt x="21600" y="15329"/>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01" name="Google Shape;201;p15"/>
            <p:cNvSpPr/>
            <p:nvPr/>
          </p:nvSpPr>
          <p:spPr>
            <a:xfrm>
              <a:off x="2406481" y="3543873"/>
              <a:ext cx="115574" cy="12701"/>
            </a:xfrm>
            <a:custGeom>
              <a:rect b="b" l="l" r="r" t="t"/>
              <a:pathLst>
                <a:path extrusionOk="0" h="9600" w="21600">
                  <a:moveTo>
                    <a:pt x="0" y="0"/>
                  </a:moveTo>
                  <a:cubicBezTo>
                    <a:pt x="6968" y="0"/>
                    <a:pt x="14632" y="2160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02" name="Google Shape;202;p15"/>
            <p:cNvSpPr/>
            <p:nvPr/>
          </p:nvSpPr>
          <p:spPr>
            <a:xfrm>
              <a:off x="3260435" y="1297180"/>
              <a:ext cx="489259" cy="188344"/>
            </a:xfrm>
            <a:custGeom>
              <a:rect b="b" l="l" r="r" t="t"/>
              <a:pathLst>
                <a:path extrusionOk="0" h="21600" w="21600">
                  <a:moveTo>
                    <a:pt x="8409" y="21600"/>
                  </a:moveTo>
                  <a:cubicBezTo>
                    <a:pt x="12861" y="14547"/>
                    <a:pt x="17148" y="7053"/>
                    <a:pt x="21600" y="0"/>
                  </a:cubicBezTo>
                  <a:cubicBezTo>
                    <a:pt x="14180" y="2204"/>
                    <a:pt x="7090" y="6612"/>
                    <a:pt x="0" y="11461"/>
                  </a:cubicBezTo>
                  <a:cubicBezTo>
                    <a:pt x="2803" y="14547"/>
                    <a:pt x="5606" y="18073"/>
                    <a:pt x="8409" y="21600"/>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03" name="Google Shape;203;p15"/>
            <p:cNvSpPr/>
            <p:nvPr/>
          </p:nvSpPr>
          <p:spPr>
            <a:xfrm>
              <a:off x="3499286" y="1301158"/>
              <a:ext cx="246556" cy="435047"/>
            </a:xfrm>
            <a:custGeom>
              <a:rect b="b" l="l" r="r" t="t"/>
              <a:pathLst>
                <a:path extrusionOk="0" h="21600" w="21600">
                  <a:moveTo>
                    <a:pt x="21600" y="0"/>
                  </a:moveTo>
                  <a:cubicBezTo>
                    <a:pt x="15055" y="4205"/>
                    <a:pt x="7855" y="8028"/>
                    <a:pt x="0" y="11278"/>
                  </a:cubicBezTo>
                  <a:cubicBezTo>
                    <a:pt x="1964" y="14719"/>
                    <a:pt x="3600" y="18159"/>
                    <a:pt x="5564" y="21600"/>
                  </a:cubicBezTo>
                  <a:cubicBezTo>
                    <a:pt x="11455" y="14336"/>
                    <a:pt x="17673" y="6499"/>
                    <a:pt x="21600" y="0"/>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04" name="Google Shape;204;p15"/>
            <p:cNvSpPr/>
            <p:nvPr/>
          </p:nvSpPr>
          <p:spPr>
            <a:xfrm>
              <a:off x="3383713" y="1485523"/>
              <a:ext cx="115574" cy="111416"/>
            </a:xfrm>
            <a:custGeom>
              <a:rect b="b" l="l" r="r" t="t"/>
              <a:pathLst>
                <a:path extrusionOk="0" h="21600" w="21600">
                  <a:moveTo>
                    <a:pt x="12542" y="0"/>
                  </a:moveTo>
                  <a:cubicBezTo>
                    <a:pt x="8361" y="7448"/>
                    <a:pt x="3484" y="14152"/>
                    <a:pt x="0" y="21600"/>
                  </a:cubicBezTo>
                  <a:cubicBezTo>
                    <a:pt x="6968" y="17876"/>
                    <a:pt x="15329" y="14152"/>
                    <a:pt x="21600" y="8193"/>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205" name="Google Shape;205;p15"/>
            <p:cNvCxnSpPr/>
            <p:nvPr/>
          </p:nvCxnSpPr>
          <p:spPr>
            <a:xfrm>
              <a:off x="3369588" y="1212293"/>
              <a:ext cx="331309" cy="22549"/>
            </a:xfrm>
            <a:prstGeom prst="straightConnector1">
              <a:avLst/>
            </a:prstGeom>
            <a:noFill/>
            <a:ln cap="rnd" cmpd="sng" w="9525">
              <a:solidFill>
                <a:srgbClr val="FFFFFF"/>
              </a:solidFill>
              <a:prstDash val="solid"/>
              <a:round/>
              <a:headEnd len="sm" w="sm" type="none"/>
              <a:tailEnd len="sm" w="sm" type="none"/>
            </a:ln>
          </p:spPr>
        </p:cxnSp>
        <p:sp>
          <p:nvSpPr>
            <p:cNvPr id="206" name="Google Shape;206;p15"/>
            <p:cNvSpPr/>
            <p:nvPr/>
          </p:nvSpPr>
          <p:spPr>
            <a:xfrm>
              <a:off x="2230553" y="1535925"/>
              <a:ext cx="481555" cy="496059"/>
            </a:xfrm>
            <a:custGeom>
              <a:rect b="b" l="l" r="r" t="t"/>
              <a:pathLst>
                <a:path extrusionOk="0" h="21600" w="21600">
                  <a:moveTo>
                    <a:pt x="21600" y="10716"/>
                  </a:moveTo>
                  <a:cubicBezTo>
                    <a:pt x="21600" y="16744"/>
                    <a:pt x="16744" y="21600"/>
                    <a:pt x="10716" y="21600"/>
                  </a:cubicBezTo>
                  <a:cubicBezTo>
                    <a:pt x="4688" y="21600"/>
                    <a:pt x="0" y="16744"/>
                    <a:pt x="0" y="10716"/>
                  </a:cubicBezTo>
                  <a:cubicBezTo>
                    <a:pt x="0" y="4856"/>
                    <a:pt x="4688" y="0"/>
                    <a:pt x="10716" y="0"/>
                  </a:cubicBezTo>
                  <a:cubicBezTo>
                    <a:pt x="16744" y="0"/>
                    <a:pt x="21600" y="4856"/>
                    <a:pt x="21600" y="10716"/>
                  </a:cubicBezTo>
                  <a:close/>
                  <a:moveTo>
                    <a:pt x="21600" y="10716"/>
                  </a:moveTo>
                  <a:cubicBezTo>
                    <a:pt x="21600" y="10716"/>
                    <a:pt x="21600" y="10716"/>
                    <a:pt x="21600" y="10716"/>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07" name="Google Shape;207;p15"/>
            <p:cNvSpPr/>
            <p:nvPr/>
          </p:nvSpPr>
          <p:spPr>
            <a:xfrm>
              <a:off x="2339286" y="1604895"/>
              <a:ext cx="276060" cy="354139"/>
            </a:xfrm>
            <a:custGeom>
              <a:rect b="b" l="l" r="r" t="t"/>
              <a:pathLst>
                <a:path extrusionOk="0" h="21600" w="21107">
                  <a:moveTo>
                    <a:pt x="10822" y="1409"/>
                  </a:moveTo>
                  <a:cubicBezTo>
                    <a:pt x="15085" y="1409"/>
                    <a:pt x="18780" y="3287"/>
                    <a:pt x="19349" y="6574"/>
                  </a:cubicBezTo>
                  <a:cubicBezTo>
                    <a:pt x="19917" y="10800"/>
                    <a:pt x="17359" y="15026"/>
                    <a:pt x="12527" y="15026"/>
                  </a:cubicBezTo>
                  <a:cubicBezTo>
                    <a:pt x="12243" y="15026"/>
                    <a:pt x="12243" y="15026"/>
                    <a:pt x="11959" y="15026"/>
                  </a:cubicBezTo>
                  <a:cubicBezTo>
                    <a:pt x="10538" y="15026"/>
                    <a:pt x="9970" y="14322"/>
                    <a:pt x="8833" y="13852"/>
                  </a:cubicBezTo>
                  <a:cubicBezTo>
                    <a:pt x="8264" y="16200"/>
                    <a:pt x="7980" y="20191"/>
                    <a:pt x="5991" y="20191"/>
                  </a:cubicBezTo>
                  <a:cubicBezTo>
                    <a:pt x="5706" y="20191"/>
                    <a:pt x="5706" y="20191"/>
                    <a:pt x="5422" y="20191"/>
                  </a:cubicBezTo>
                  <a:cubicBezTo>
                    <a:pt x="3433" y="19017"/>
                    <a:pt x="6559" y="13383"/>
                    <a:pt x="7127" y="10330"/>
                  </a:cubicBezTo>
                  <a:cubicBezTo>
                    <a:pt x="5991" y="8687"/>
                    <a:pt x="7127" y="5635"/>
                    <a:pt x="9401" y="5635"/>
                  </a:cubicBezTo>
                  <a:cubicBezTo>
                    <a:pt x="9401" y="5635"/>
                    <a:pt x="9685" y="5635"/>
                    <a:pt x="10254" y="5635"/>
                  </a:cubicBezTo>
                  <a:cubicBezTo>
                    <a:pt x="13380" y="6809"/>
                    <a:pt x="7127" y="12443"/>
                    <a:pt x="11391" y="13148"/>
                  </a:cubicBezTo>
                  <a:cubicBezTo>
                    <a:pt x="11675" y="13148"/>
                    <a:pt x="11959" y="13148"/>
                    <a:pt x="11959" y="13148"/>
                  </a:cubicBezTo>
                  <a:cubicBezTo>
                    <a:pt x="15938" y="13148"/>
                    <a:pt x="17643" y="6574"/>
                    <a:pt x="14801" y="4461"/>
                  </a:cubicBezTo>
                  <a:cubicBezTo>
                    <a:pt x="13664" y="3522"/>
                    <a:pt x="12243" y="3052"/>
                    <a:pt x="10822" y="3052"/>
                  </a:cubicBezTo>
                  <a:cubicBezTo>
                    <a:pt x="7412" y="3052"/>
                    <a:pt x="3717" y="5870"/>
                    <a:pt x="4285" y="9157"/>
                  </a:cubicBezTo>
                  <a:cubicBezTo>
                    <a:pt x="4570" y="10330"/>
                    <a:pt x="5991" y="10565"/>
                    <a:pt x="4854" y="12209"/>
                  </a:cubicBezTo>
                  <a:cubicBezTo>
                    <a:pt x="2296" y="11739"/>
                    <a:pt x="1727" y="10096"/>
                    <a:pt x="1727" y="7983"/>
                  </a:cubicBezTo>
                  <a:cubicBezTo>
                    <a:pt x="1727" y="4461"/>
                    <a:pt x="5706" y="1878"/>
                    <a:pt x="9401" y="1409"/>
                  </a:cubicBezTo>
                  <a:cubicBezTo>
                    <a:pt x="9970" y="1409"/>
                    <a:pt x="10254" y="1409"/>
                    <a:pt x="10822" y="1409"/>
                  </a:cubicBezTo>
                  <a:moveTo>
                    <a:pt x="10822" y="0"/>
                  </a:moveTo>
                  <a:cubicBezTo>
                    <a:pt x="10254" y="0"/>
                    <a:pt x="9685" y="0"/>
                    <a:pt x="9117" y="0"/>
                  </a:cubicBezTo>
                  <a:cubicBezTo>
                    <a:pt x="4854" y="470"/>
                    <a:pt x="306" y="3287"/>
                    <a:pt x="22" y="7983"/>
                  </a:cubicBezTo>
                  <a:cubicBezTo>
                    <a:pt x="-262" y="11739"/>
                    <a:pt x="2296" y="13148"/>
                    <a:pt x="4285" y="13617"/>
                  </a:cubicBezTo>
                  <a:cubicBezTo>
                    <a:pt x="3149" y="17139"/>
                    <a:pt x="2012" y="20191"/>
                    <a:pt x="4570" y="21365"/>
                  </a:cubicBezTo>
                  <a:cubicBezTo>
                    <a:pt x="4570" y="21365"/>
                    <a:pt x="4854" y="21365"/>
                    <a:pt x="4854" y="21600"/>
                  </a:cubicBezTo>
                  <a:cubicBezTo>
                    <a:pt x="5138" y="21600"/>
                    <a:pt x="5706" y="21600"/>
                    <a:pt x="5991" y="21600"/>
                  </a:cubicBezTo>
                  <a:cubicBezTo>
                    <a:pt x="8833" y="21600"/>
                    <a:pt x="9685" y="19017"/>
                    <a:pt x="10254" y="16200"/>
                  </a:cubicBezTo>
                  <a:cubicBezTo>
                    <a:pt x="10538" y="16200"/>
                    <a:pt x="11106" y="16435"/>
                    <a:pt x="11959" y="16435"/>
                  </a:cubicBezTo>
                  <a:cubicBezTo>
                    <a:pt x="11959" y="16435"/>
                    <a:pt x="12243" y="16435"/>
                    <a:pt x="12527" y="16435"/>
                  </a:cubicBezTo>
                  <a:cubicBezTo>
                    <a:pt x="14801" y="16435"/>
                    <a:pt x="16791" y="15730"/>
                    <a:pt x="18496" y="14322"/>
                  </a:cubicBezTo>
                  <a:cubicBezTo>
                    <a:pt x="20485" y="12209"/>
                    <a:pt x="21338" y="9391"/>
                    <a:pt x="21054" y="6339"/>
                  </a:cubicBezTo>
                  <a:cubicBezTo>
                    <a:pt x="20201" y="2583"/>
                    <a:pt x="16222" y="0"/>
                    <a:pt x="10822" y="0"/>
                  </a:cubicBezTo>
                  <a:close/>
                  <a:moveTo>
                    <a:pt x="11675" y="11739"/>
                  </a:moveTo>
                  <a:cubicBezTo>
                    <a:pt x="11675" y="11270"/>
                    <a:pt x="11959" y="10330"/>
                    <a:pt x="12243" y="9861"/>
                  </a:cubicBezTo>
                  <a:cubicBezTo>
                    <a:pt x="12812" y="8217"/>
                    <a:pt x="13664" y="5635"/>
                    <a:pt x="11106" y="4461"/>
                  </a:cubicBezTo>
                  <a:cubicBezTo>
                    <a:pt x="11959" y="4696"/>
                    <a:pt x="12812" y="4696"/>
                    <a:pt x="13664" y="5400"/>
                  </a:cubicBezTo>
                  <a:cubicBezTo>
                    <a:pt x="14801" y="6339"/>
                    <a:pt x="14801" y="8452"/>
                    <a:pt x="13949" y="10330"/>
                  </a:cubicBezTo>
                  <a:cubicBezTo>
                    <a:pt x="13664" y="10800"/>
                    <a:pt x="13096" y="11739"/>
                    <a:pt x="11959" y="11739"/>
                  </a:cubicBezTo>
                  <a:cubicBezTo>
                    <a:pt x="11959" y="11739"/>
                    <a:pt x="11959" y="11739"/>
                    <a:pt x="11675" y="11739"/>
                  </a:cubicBezTo>
                  <a:cubicBezTo>
                    <a:pt x="11675" y="11739"/>
                    <a:pt x="11675" y="11739"/>
                    <a:pt x="11675" y="11739"/>
                  </a:cubicBez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08" name="Google Shape;208;p15"/>
            <p:cNvSpPr/>
            <p:nvPr/>
          </p:nvSpPr>
          <p:spPr>
            <a:xfrm>
              <a:off x="1641133" y="1112453"/>
              <a:ext cx="410927" cy="446021"/>
            </a:xfrm>
            <a:custGeom>
              <a:rect b="b" l="l" r="r" t="t"/>
              <a:pathLst>
                <a:path extrusionOk="0" h="21553" w="21600">
                  <a:moveTo>
                    <a:pt x="20029" y="8332"/>
                  </a:moveTo>
                  <a:cubicBezTo>
                    <a:pt x="11193" y="139"/>
                    <a:pt x="11193" y="139"/>
                    <a:pt x="11193" y="139"/>
                  </a:cubicBezTo>
                  <a:cubicBezTo>
                    <a:pt x="10996" y="-47"/>
                    <a:pt x="10604" y="-47"/>
                    <a:pt x="10211" y="139"/>
                  </a:cubicBezTo>
                  <a:cubicBezTo>
                    <a:pt x="1178" y="8705"/>
                    <a:pt x="1178" y="8705"/>
                    <a:pt x="1178" y="8705"/>
                  </a:cubicBezTo>
                  <a:cubicBezTo>
                    <a:pt x="393" y="9450"/>
                    <a:pt x="0" y="10381"/>
                    <a:pt x="0" y="11312"/>
                  </a:cubicBezTo>
                  <a:cubicBezTo>
                    <a:pt x="0" y="20994"/>
                    <a:pt x="0" y="20994"/>
                    <a:pt x="0" y="20994"/>
                  </a:cubicBezTo>
                  <a:cubicBezTo>
                    <a:pt x="0" y="21367"/>
                    <a:pt x="196" y="21553"/>
                    <a:pt x="589" y="21553"/>
                  </a:cubicBezTo>
                  <a:cubicBezTo>
                    <a:pt x="5498" y="21553"/>
                    <a:pt x="5498" y="21553"/>
                    <a:pt x="5498" y="21553"/>
                  </a:cubicBezTo>
                  <a:cubicBezTo>
                    <a:pt x="6873" y="21553"/>
                    <a:pt x="8051" y="20436"/>
                    <a:pt x="8051" y="19132"/>
                  </a:cubicBezTo>
                  <a:cubicBezTo>
                    <a:pt x="8051" y="13546"/>
                    <a:pt x="8051" y="13546"/>
                    <a:pt x="8051" y="13546"/>
                  </a:cubicBezTo>
                  <a:cubicBezTo>
                    <a:pt x="8051" y="12429"/>
                    <a:pt x="9033" y="11498"/>
                    <a:pt x="10211" y="11498"/>
                  </a:cubicBezTo>
                  <a:cubicBezTo>
                    <a:pt x="11389" y="11498"/>
                    <a:pt x="11389" y="11498"/>
                    <a:pt x="11389" y="11498"/>
                  </a:cubicBezTo>
                  <a:cubicBezTo>
                    <a:pt x="12567" y="11498"/>
                    <a:pt x="13549" y="12429"/>
                    <a:pt x="13549" y="13546"/>
                  </a:cubicBezTo>
                  <a:cubicBezTo>
                    <a:pt x="13549" y="19319"/>
                    <a:pt x="13549" y="19319"/>
                    <a:pt x="13549" y="19319"/>
                  </a:cubicBezTo>
                  <a:cubicBezTo>
                    <a:pt x="13549" y="20622"/>
                    <a:pt x="14531" y="21553"/>
                    <a:pt x="15709" y="21553"/>
                  </a:cubicBezTo>
                  <a:cubicBezTo>
                    <a:pt x="20815" y="21553"/>
                    <a:pt x="20815" y="21553"/>
                    <a:pt x="20815" y="21553"/>
                  </a:cubicBezTo>
                  <a:cubicBezTo>
                    <a:pt x="21207" y="21553"/>
                    <a:pt x="21600" y="21367"/>
                    <a:pt x="21600" y="20994"/>
                  </a:cubicBezTo>
                  <a:cubicBezTo>
                    <a:pt x="21600" y="11684"/>
                    <a:pt x="21600" y="11684"/>
                    <a:pt x="21600" y="11684"/>
                  </a:cubicBezTo>
                  <a:cubicBezTo>
                    <a:pt x="21600" y="10567"/>
                    <a:pt x="21011" y="9263"/>
                    <a:pt x="20029" y="8332"/>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09" name="Google Shape;209;p15"/>
            <p:cNvSpPr/>
            <p:nvPr/>
          </p:nvSpPr>
          <p:spPr>
            <a:xfrm>
              <a:off x="1555095" y="957631"/>
              <a:ext cx="579148" cy="305064"/>
            </a:xfrm>
            <a:custGeom>
              <a:rect b="b" l="l" r="r" t="t"/>
              <a:pathLst>
                <a:path extrusionOk="0" h="21600" w="21600">
                  <a:moveTo>
                    <a:pt x="0" y="18319"/>
                  </a:moveTo>
                  <a:cubicBezTo>
                    <a:pt x="10870" y="0"/>
                    <a:pt x="10870" y="0"/>
                    <a:pt x="10870" y="0"/>
                  </a:cubicBezTo>
                  <a:cubicBezTo>
                    <a:pt x="21600" y="18319"/>
                    <a:pt x="21600" y="18319"/>
                    <a:pt x="21600" y="18319"/>
                  </a:cubicBezTo>
                  <a:cubicBezTo>
                    <a:pt x="19510" y="21327"/>
                    <a:pt x="19510" y="21327"/>
                    <a:pt x="19510" y="21327"/>
                  </a:cubicBezTo>
                  <a:cubicBezTo>
                    <a:pt x="17001" y="16132"/>
                    <a:pt x="13935" y="10390"/>
                    <a:pt x="10870" y="5742"/>
                  </a:cubicBezTo>
                  <a:cubicBezTo>
                    <a:pt x="7804" y="10390"/>
                    <a:pt x="4738" y="16132"/>
                    <a:pt x="1951" y="21600"/>
                  </a:cubicBezTo>
                  <a:lnTo>
                    <a:pt x="0" y="18319"/>
                  </a:ln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0" name="Google Shape;210;p15"/>
            <p:cNvSpPr/>
            <p:nvPr/>
          </p:nvSpPr>
          <p:spPr>
            <a:xfrm>
              <a:off x="1566653" y="2725668"/>
              <a:ext cx="440461" cy="368730"/>
            </a:xfrm>
            <a:custGeom>
              <a:rect b="b" l="l" r="r" t="t"/>
              <a:pathLst>
                <a:path extrusionOk="0" h="21600" w="21600">
                  <a:moveTo>
                    <a:pt x="14827" y="2475"/>
                  </a:moveTo>
                  <a:cubicBezTo>
                    <a:pt x="14461" y="1350"/>
                    <a:pt x="14461" y="1350"/>
                    <a:pt x="14461" y="1350"/>
                  </a:cubicBezTo>
                  <a:cubicBezTo>
                    <a:pt x="14095" y="450"/>
                    <a:pt x="13363" y="0"/>
                    <a:pt x="12631" y="0"/>
                  </a:cubicBezTo>
                  <a:cubicBezTo>
                    <a:pt x="8969" y="0"/>
                    <a:pt x="8969" y="0"/>
                    <a:pt x="8969" y="0"/>
                  </a:cubicBezTo>
                  <a:cubicBezTo>
                    <a:pt x="8054" y="0"/>
                    <a:pt x="7322" y="450"/>
                    <a:pt x="7139" y="1350"/>
                  </a:cubicBezTo>
                  <a:cubicBezTo>
                    <a:pt x="6773" y="2475"/>
                    <a:pt x="6773" y="2475"/>
                    <a:pt x="6773" y="2475"/>
                  </a:cubicBezTo>
                  <a:cubicBezTo>
                    <a:pt x="6407" y="3150"/>
                    <a:pt x="5858" y="3600"/>
                    <a:pt x="5125" y="3600"/>
                  </a:cubicBezTo>
                  <a:cubicBezTo>
                    <a:pt x="1831" y="3600"/>
                    <a:pt x="1831" y="3600"/>
                    <a:pt x="1831" y="3600"/>
                  </a:cubicBezTo>
                  <a:cubicBezTo>
                    <a:pt x="732" y="3600"/>
                    <a:pt x="0" y="4725"/>
                    <a:pt x="0" y="6075"/>
                  </a:cubicBezTo>
                  <a:cubicBezTo>
                    <a:pt x="0" y="19125"/>
                    <a:pt x="0" y="19125"/>
                    <a:pt x="0" y="19125"/>
                  </a:cubicBezTo>
                  <a:cubicBezTo>
                    <a:pt x="0" y="20475"/>
                    <a:pt x="732" y="21600"/>
                    <a:pt x="1831" y="21600"/>
                  </a:cubicBezTo>
                  <a:cubicBezTo>
                    <a:pt x="19769" y="21600"/>
                    <a:pt x="19769" y="21600"/>
                    <a:pt x="19769" y="21600"/>
                  </a:cubicBezTo>
                  <a:cubicBezTo>
                    <a:pt x="20685" y="21600"/>
                    <a:pt x="21600" y="20475"/>
                    <a:pt x="21600" y="19125"/>
                  </a:cubicBezTo>
                  <a:cubicBezTo>
                    <a:pt x="21600" y="6075"/>
                    <a:pt x="21600" y="6075"/>
                    <a:pt x="21600" y="6075"/>
                  </a:cubicBezTo>
                  <a:cubicBezTo>
                    <a:pt x="21600" y="4725"/>
                    <a:pt x="20685" y="3600"/>
                    <a:pt x="19769" y="3600"/>
                  </a:cubicBezTo>
                  <a:cubicBezTo>
                    <a:pt x="16292" y="3600"/>
                    <a:pt x="16292" y="3600"/>
                    <a:pt x="16292" y="3600"/>
                  </a:cubicBezTo>
                  <a:cubicBezTo>
                    <a:pt x="15742" y="3600"/>
                    <a:pt x="15193" y="3150"/>
                    <a:pt x="14827" y="2475"/>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1" name="Google Shape;211;p15"/>
            <p:cNvSpPr/>
            <p:nvPr/>
          </p:nvSpPr>
          <p:spPr>
            <a:xfrm>
              <a:off x="1682226" y="2841063"/>
              <a:ext cx="205463" cy="210893"/>
            </a:xfrm>
            <a:prstGeom prst="ellipse">
              <a:avLst/>
            </a:pr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2" name="Google Shape;212;p15"/>
            <p:cNvSpPr/>
            <p:nvPr/>
          </p:nvSpPr>
          <p:spPr>
            <a:xfrm>
              <a:off x="1633428" y="2780331"/>
              <a:ext cx="283796" cy="12701"/>
            </a:xfrm>
            <a:custGeom>
              <a:rect b="b" l="l" r="r" t="t"/>
              <a:pathLst>
                <a:path extrusionOk="0" h="6235" w="21600">
                  <a:moveTo>
                    <a:pt x="0" y="3118"/>
                  </a:moveTo>
                  <a:cubicBezTo>
                    <a:pt x="7105" y="-7682"/>
                    <a:pt x="14495" y="13918"/>
                    <a:pt x="21600" y="3118"/>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3" name="Google Shape;213;p15"/>
            <p:cNvSpPr/>
            <p:nvPr/>
          </p:nvSpPr>
          <p:spPr>
            <a:xfrm>
              <a:off x="1612536" y="2744780"/>
              <a:ext cx="44258" cy="37925"/>
            </a:xfrm>
            <a:custGeom>
              <a:rect b="b" l="l" r="r" t="t"/>
              <a:pathLst>
                <a:path extrusionOk="0" h="19299" w="19590">
                  <a:moveTo>
                    <a:pt x="1247" y="19299"/>
                  </a:moveTo>
                  <a:cubicBezTo>
                    <a:pt x="-415" y="15372"/>
                    <a:pt x="-415" y="9481"/>
                    <a:pt x="1247" y="5554"/>
                  </a:cubicBezTo>
                  <a:cubicBezTo>
                    <a:pt x="2908" y="1626"/>
                    <a:pt x="9554" y="-2301"/>
                    <a:pt x="14539" y="1626"/>
                  </a:cubicBezTo>
                  <a:cubicBezTo>
                    <a:pt x="19523" y="3590"/>
                    <a:pt x="21185" y="11444"/>
                    <a:pt x="17862" y="17335"/>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4" name="Google Shape;214;p15"/>
            <p:cNvSpPr/>
            <p:nvPr/>
          </p:nvSpPr>
          <p:spPr>
            <a:xfrm>
              <a:off x="1734175" y="2894282"/>
              <a:ext cx="107740" cy="110576"/>
            </a:xfrm>
            <a:custGeom>
              <a:rect b="b" l="l" r="r" t="t"/>
              <a:pathLst>
                <a:path extrusionOk="0" h="17829" w="20136">
                  <a:moveTo>
                    <a:pt x="18921" y="4385"/>
                  </a:moveTo>
                  <a:cubicBezTo>
                    <a:pt x="21011" y="7470"/>
                    <a:pt x="20314" y="11790"/>
                    <a:pt x="17527" y="14876"/>
                  </a:cubicBezTo>
                  <a:cubicBezTo>
                    <a:pt x="14740" y="17345"/>
                    <a:pt x="9863" y="18579"/>
                    <a:pt x="5682" y="17345"/>
                  </a:cubicBezTo>
                  <a:cubicBezTo>
                    <a:pt x="2198" y="15493"/>
                    <a:pt x="-589" y="11790"/>
                    <a:pt x="108" y="8088"/>
                  </a:cubicBezTo>
                  <a:cubicBezTo>
                    <a:pt x="805" y="-552"/>
                    <a:pt x="14043" y="-3021"/>
                    <a:pt x="18921" y="4385"/>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5" name="Google Shape;215;p15"/>
            <p:cNvSpPr/>
            <p:nvPr/>
          </p:nvSpPr>
          <p:spPr>
            <a:xfrm>
              <a:off x="1629005" y="2794639"/>
              <a:ext cx="12701" cy="285168"/>
            </a:xfrm>
            <a:custGeom>
              <a:rect b="b" l="l" r="r" t="t"/>
              <a:pathLst>
                <a:path extrusionOk="0" h="21600" w="21600">
                  <a:moveTo>
                    <a:pt x="21600" y="0"/>
                  </a:moveTo>
                  <a:cubicBezTo>
                    <a:pt x="21600" y="7589"/>
                    <a:pt x="0" y="14303"/>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6" name="Google Shape;216;p15"/>
            <p:cNvSpPr/>
            <p:nvPr/>
          </p:nvSpPr>
          <p:spPr>
            <a:xfrm>
              <a:off x="1932061" y="2790661"/>
              <a:ext cx="12701" cy="293126"/>
            </a:xfrm>
            <a:custGeom>
              <a:rect b="b" l="l" r="r" t="t"/>
              <a:pathLst>
                <a:path extrusionOk="0" h="21600" w="21600">
                  <a:moveTo>
                    <a:pt x="21600" y="0"/>
                  </a:moveTo>
                  <a:cubicBezTo>
                    <a:pt x="0" y="7389"/>
                    <a:pt x="0" y="14211"/>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7" name="Google Shape;217;p15"/>
            <p:cNvSpPr/>
            <p:nvPr/>
          </p:nvSpPr>
          <p:spPr>
            <a:xfrm>
              <a:off x="1137750" y="1115467"/>
              <a:ext cx="59071" cy="62339"/>
            </a:xfrm>
            <a:prstGeom prst="ellipse">
              <a:avLst/>
            </a:pr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8" name="Google Shape;218;p15"/>
            <p:cNvSpPr/>
            <p:nvPr/>
          </p:nvSpPr>
          <p:spPr>
            <a:xfrm>
              <a:off x="1051711" y="1023950"/>
              <a:ext cx="373687" cy="384645"/>
            </a:xfrm>
            <a:custGeom>
              <a:rect b="b" l="l" r="r" t="t"/>
              <a:pathLst>
                <a:path extrusionOk="0" h="21600" w="21600">
                  <a:moveTo>
                    <a:pt x="19656" y="0"/>
                  </a:moveTo>
                  <a:cubicBezTo>
                    <a:pt x="1728" y="0"/>
                    <a:pt x="1728" y="0"/>
                    <a:pt x="1728" y="0"/>
                  </a:cubicBezTo>
                  <a:cubicBezTo>
                    <a:pt x="864" y="0"/>
                    <a:pt x="0" y="864"/>
                    <a:pt x="0" y="1728"/>
                  </a:cubicBezTo>
                  <a:cubicBezTo>
                    <a:pt x="0" y="19656"/>
                    <a:pt x="0" y="19656"/>
                    <a:pt x="0" y="19656"/>
                  </a:cubicBezTo>
                  <a:cubicBezTo>
                    <a:pt x="0" y="20736"/>
                    <a:pt x="864" y="21600"/>
                    <a:pt x="1728" y="21600"/>
                  </a:cubicBezTo>
                  <a:cubicBezTo>
                    <a:pt x="19656" y="21600"/>
                    <a:pt x="19656" y="21600"/>
                    <a:pt x="19656" y="21600"/>
                  </a:cubicBezTo>
                  <a:cubicBezTo>
                    <a:pt x="20736" y="21600"/>
                    <a:pt x="21600" y="20736"/>
                    <a:pt x="21600" y="19656"/>
                  </a:cubicBezTo>
                  <a:cubicBezTo>
                    <a:pt x="21600" y="1728"/>
                    <a:pt x="21600" y="1728"/>
                    <a:pt x="21600" y="1728"/>
                  </a:cubicBezTo>
                  <a:cubicBezTo>
                    <a:pt x="21600" y="864"/>
                    <a:pt x="20736" y="0"/>
                    <a:pt x="19656" y="0"/>
                  </a:cubicBezTo>
                  <a:close/>
                  <a:moveTo>
                    <a:pt x="17928" y="4320"/>
                  </a:moveTo>
                  <a:cubicBezTo>
                    <a:pt x="17928" y="9504"/>
                    <a:pt x="17928" y="9504"/>
                    <a:pt x="17928" y="9504"/>
                  </a:cubicBezTo>
                  <a:cubicBezTo>
                    <a:pt x="16632" y="8208"/>
                    <a:pt x="16632" y="8208"/>
                    <a:pt x="16632" y="8208"/>
                  </a:cubicBezTo>
                  <a:cubicBezTo>
                    <a:pt x="16200" y="7776"/>
                    <a:pt x="15768" y="7776"/>
                    <a:pt x="15336" y="8208"/>
                  </a:cubicBezTo>
                  <a:cubicBezTo>
                    <a:pt x="11880" y="11664"/>
                    <a:pt x="11880" y="11664"/>
                    <a:pt x="11880" y="11664"/>
                  </a:cubicBezTo>
                  <a:cubicBezTo>
                    <a:pt x="11880" y="11664"/>
                    <a:pt x="11664" y="11664"/>
                    <a:pt x="11664" y="11664"/>
                  </a:cubicBezTo>
                  <a:cubicBezTo>
                    <a:pt x="10368" y="10152"/>
                    <a:pt x="10368" y="10152"/>
                    <a:pt x="10368" y="10152"/>
                  </a:cubicBezTo>
                  <a:cubicBezTo>
                    <a:pt x="9936" y="9936"/>
                    <a:pt x="9504" y="9936"/>
                    <a:pt x="9072" y="10152"/>
                  </a:cubicBezTo>
                  <a:cubicBezTo>
                    <a:pt x="3024" y="17064"/>
                    <a:pt x="3024" y="17064"/>
                    <a:pt x="3024" y="17064"/>
                  </a:cubicBezTo>
                  <a:cubicBezTo>
                    <a:pt x="3024" y="4104"/>
                    <a:pt x="3024" y="4104"/>
                    <a:pt x="3024" y="4104"/>
                  </a:cubicBezTo>
                  <a:cubicBezTo>
                    <a:pt x="3024" y="3672"/>
                    <a:pt x="3456" y="3024"/>
                    <a:pt x="4104" y="3024"/>
                  </a:cubicBezTo>
                  <a:cubicBezTo>
                    <a:pt x="16632" y="3024"/>
                    <a:pt x="16632" y="3024"/>
                    <a:pt x="16632" y="3024"/>
                  </a:cubicBezTo>
                  <a:cubicBezTo>
                    <a:pt x="17280" y="3024"/>
                    <a:pt x="17928" y="3672"/>
                    <a:pt x="17928" y="4320"/>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19" name="Google Shape;219;p15"/>
            <p:cNvSpPr/>
            <p:nvPr/>
          </p:nvSpPr>
          <p:spPr>
            <a:xfrm>
              <a:off x="1286710" y="1273305"/>
              <a:ext cx="48798" cy="70299"/>
            </a:xfrm>
            <a:custGeom>
              <a:rect b="b" l="l" r="r" t="t"/>
              <a:pathLst>
                <a:path extrusionOk="0" h="21600" w="21600">
                  <a:moveTo>
                    <a:pt x="0" y="0"/>
                  </a:moveTo>
                  <a:cubicBezTo>
                    <a:pt x="4985" y="6000"/>
                    <a:pt x="16615" y="15600"/>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0" name="Google Shape;220;p15"/>
            <p:cNvSpPr/>
            <p:nvPr/>
          </p:nvSpPr>
          <p:spPr>
            <a:xfrm>
              <a:off x="793599" y="1100878"/>
              <a:ext cx="399369" cy="435048"/>
            </a:xfrm>
            <a:custGeom>
              <a:rect b="b" l="l" r="r" t="t"/>
              <a:pathLst>
                <a:path extrusionOk="0" h="21600" w="21600">
                  <a:moveTo>
                    <a:pt x="13929" y="956"/>
                  </a:moveTo>
                  <a:cubicBezTo>
                    <a:pt x="13323" y="573"/>
                    <a:pt x="12920" y="382"/>
                    <a:pt x="12314" y="0"/>
                  </a:cubicBezTo>
                  <a:cubicBezTo>
                    <a:pt x="9690" y="1912"/>
                    <a:pt x="2624" y="7837"/>
                    <a:pt x="0" y="9940"/>
                  </a:cubicBezTo>
                  <a:cubicBezTo>
                    <a:pt x="4037" y="14336"/>
                    <a:pt x="9084" y="17968"/>
                    <a:pt x="14131" y="21600"/>
                  </a:cubicBezTo>
                  <a:cubicBezTo>
                    <a:pt x="16957" y="19880"/>
                    <a:pt x="19379" y="17777"/>
                    <a:pt x="21600" y="15292"/>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1" name="Google Shape;221;p15"/>
            <p:cNvSpPr/>
            <p:nvPr/>
          </p:nvSpPr>
          <p:spPr>
            <a:xfrm>
              <a:off x="875785" y="1161891"/>
              <a:ext cx="238851" cy="301084"/>
            </a:xfrm>
            <a:custGeom>
              <a:rect b="b" l="l" r="r" t="t"/>
              <a:pathLst>
                <a:path extrusionOk="0" h="21600" w="21600">
                  <a:moveTo>
                    <a:pt x="15910" y="1713"/>
                  </a:moveTo>
                  <a:lnTo>
                    <a:pt x="13587" y="0"/>
                  </a:lnTo>
                  <a:lnTo>
                    <a:pt x="0" y="9420"/>
                  </a:lnTo>
                  <a:lnTo>
                    <a:pt x="15910" y="21600"/>
                  </a:lnTo>
                  <a:lnTo>
                    <a:pt x="21600" y="17699"/>
                  </a:ln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2" name="Google Shape;222;p15"/>
            <p:cNvSpPr/>
            <p:nvPr/>
          </p:nvSpPr>
          <p:spPr>
            <a:xfrm>
              <a:off x="1081247" y="2998899"/>
              <a:ext cx="283795" cy="291801"/>
            </a:xfrm>
            <a:prstGeom prst="ellipse">
              <a:avLst/>
            </a:pr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3" name="Google Shape;223;p15"/>
            <p:cNvSpPr/>
            <p:nvPr/>
          </p:nvSpPr>
          <p:spPr>
            <a:xfrm>
              <a:off x="1167284" y="3067870"/>
              <a:ext cx="108474" cy="160495"/>
            </a:xfrm>
            <a:custGeom>
              <a:rect b="b" l="l" r="r" t="t"/>
              <a:pathLst>
                <a:path extrusionOk="0" h="21424" w="20972">
                  <a:moveTo>
                    <a:pt x="20160" y="514"/>
                  </a:moveTo>
                  <a:cubicBezTo>
                    <a:pt x="13680" y="514"/>
                    <a:pt x="7920" y="0"/>
                    <a:pt x="1440" y="0"/>
                  </a:cubicBezTo>
                  <a:cubicBezTo>
                    <a:pt x="1440" y="2571"/>
                    <a:pt x="720" y="5657"/>
                    <a:pt x="720" y="8229"/>
                  </a:cubicBezTo>
                  <a:cubicBezTo>
                    <a:pt x="5040" y="7714"/>
                    <a:pt x="9360" y="7200"/>
                    <a:pt x="13680" y="8743"/>
                  </a:cubicBezTo>
                  <a:cubicBezTo>
                    <a:pt x="18000" y="9771"/>
                    <a:pt x="21600" y="12343"/>
                    <a:pt x="20880" y="15429"/>
                  </a:cubicBezTo>
                  <a:cubicBezTo>
                    <a:pt x="20880" y="18000"/>
                    <a:pt x="18720" y="19543"/>
                    <a:pt x="15840" y="20571"/>
                  </a:cubicBezTo>
                  <a:cubicBezTo>
                    <a:pt x="12960" y="21600"/>
                    <a:pt x="10080" y="21600"/>
                    <a:pt x="7200" y="21086"/>
                  </a:cubicBezTo>
                  <a:cubicBezTo>
                    <a:pt x="3600" y="20571"/>
                    <a:pt x="720" y="19029"/>
                    <a:pt x="0" y="16971"/>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4" name="Google Shape;224;p15"/>
            <p:cNvSpPr/>
            <p:nvPr/>
          </p:nvSpPr>
          <p:spPr>
            <a:xfrm>
              <a:off x="951548" y="1612853"/>
              <a:ext cx="432757" cy="473511"/>
            </a:xfrm>
            <a:custGeom>
              <a:rect b="b" l="l" r="r" t="t"/>
              <a:pathLst>
                <a:path extrusionOk="0" h="21600" w="21600">
                  <a:moveTo>
                    <a:pt x="9869" y="21600"/>
                  </a:moveTo>
                  <a:cubicBezTo>
                    <a:pt x="9683" y="21600"/>
                    <a:pt x="9310" y="21424"/>
                    <a:pt x="9124" y="21424"/>
                  </a:cubicBezTo>
                  <a:cubicBezTo>
                    <a:pt x="8193" y="21073"/>
                    <a:pt x="7821" y="20371"/>
                    <a:pt x="7821" y="19493"/>
                  </a:cubicBezTo>
                  <a:cubicBezTo>
                    <a:pt x="7821" y="19493"/>
                    <a:pt x="7821" y="18088"/>
                    <a:pt x="7821" y="17034"/>
                  </a:cubicBezTo>
                  <a:cubicBezTo>
                    <a:pt x="7821" y="16683"/>
                    <a:pt x="7448" y="16507"/>
                    <a:pt x="7076" y="16507"/>
                  </a:cubicBezTo>
                  <a:cubicBezTo>
                    <a:pt x="6517" y="16332"/>
                    <a:pt x="5959" y="16332"/>
                    <a:pt x="5772" y="16156"/>
                  </a:cubicBezTo>
                  <a:cubicBezTo>
                    <a:pt x="5028" y="15980"/>
                    <a:pt x="4097" y="15805"/>
                    <a:pt x="3352" y="15278"/>
                  </a:cubicBezTo>
                  <a:cubicBezTo>
                    <a:pt x="1862" y="14400"/>
                    <a:pt x="745" y="12995"/>
                    <a:pt x="372" y="11415"/>
                  </a:cubicBezTo>
                  <a:cubicBezTo>
                    <a:pt x="0" y="10712"/>
                    <a:pt x="0" y="10010"/>
                    <a:pt x="0" y="9307"/>
                  </a:cubicBezTo>
                  <a:cubicBezTo>
                    <a:pt x="0" y="7024"/>
                    <a:pt x="0" y="7024"/>
                    <a:pt x="0" y="7024"/>
                  </a:cubicBezTo>
                  <a:cubicBezTo>
                    <a:pt x="0" y="3161"/>
                    <a:pt x="3352" y="0"/>
                    <a:pt x="7448" y="0"/>
                  </a:cubicBezTo>
                  <a:cubicBezTo>
                    <a:pt x="14152" y="0"/>
                    <a:pt x="14152" y="0"/>
                    <a:pt x="14152" y="0"/>
                  </a:cubicBezTo>
                  <a:cubicBezTo>
                    <a:pt x="18248" y="0"/>
                    <a:pt x="21600" y="3161"/>
                    <a:pt x="21600" y="7024"/>
                  </a:cubicBezTo>
                  <a:cubicBezTo>
                    <a:pt x="21600" y="9307"/>
                    <a:pt x="21600" y="9307"/>
                    <a:pt x="21600" y="9307"/>
                  </a:cubicBezTo>
                  <a:cubicBezTo>
                    <a:pt x="21228" y="15805"/>
                    <a:pt x="12476" y="20371"/>
                    <a:pt x="11172" y="21073"/>
                  </a:cubicBezTo>
                  <a:cubicBezTo>
                    <a:pt x="10800" y="21424"/>
                    <a:pt x="10428" y="21600"/>
                    <a:pt x="9869" y="21600"/>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5" name="Google Shape;225;p15"/>
            <p:cNvSpPr/>
            <p:nvPr/>
          </p:nvSpPr>
          <p:spPr>
            <a:xfrm>
              <a:off x="1006767" y="1673866"/>
              <a:ext cx="317184" cy="343528"/>
            </a:xfrm>
            <a:custGeom>
              <a:rect b="b" l="l" r="r" t="t"/>
              <a:pathLst>
                <a:path extrusionOk="0" h="21600" w="21600">
                  <a:moveTo>
                    <a:pt x="9911" y="17474"/>
                  </a:moveTo>
                  <a:cubicBezTo>
                    <a:pt x="9911" y="16503"/>
                    <a:pt x="9148" y="15533"/>
                    <a:pt x="8132" y="15290"/>
                  </a:cubicBezTo>
                  <a:cubicBezTo>
                    <a:pt x="7115" y="15047"/>
                    <a:pt x="5845" y="14804"/>
                    <a:pt x="5336" y="14804"/>
                  </a:cubicBezTo>
                  <a:cubicBezTo>
                    <a:pt x="3049" y="14076"/>
                    <a:pt x="1271" y="12620"/>
                    <a:pt x="508" y="10436"/>
                  </a:cubicBezTo>
                  <a:cubicBezTo>
                    <a:pt x="254" y="9951"/>
                    <a:pt x="0" y="9222"/>
                    <a:pt x="0" y="8494"/>
                  </a:cubicBezTo>
                  <a:cubicBezTo>
                    <a:pt x="0" y="6553"/>
                    <a:pt x="0" y="6553"/>
                    <a:pt x="0" y="6553"/>
                  </a:cubicBezTo>
                  <a:cubicBezTo>
                    <a:pt x="0" y="2912"/>
                    <a:pt x="3304" y="0"/>
                    <a:pt x="7624" y="0"/>
                  </a:cubicBezTo>
                  <a:cubicBezTo>
                    <a:pt x="14231" y="0"/>
                    <a:pt x="14231" y="0"/>
                    <a:pt x="14231" y="0"/>
                  </a:cubicBezTo>
                  <a:cubicBezTo>
                    <a:pt x="18296" y="0"/>
                    <a:pt x="21600" y="2912"/>
                    <a:pt x="21600" y="6553"/>
                  </a:cubicBezTo>
                  <a:cubicBezTo>
                    <a:pt x="21600" y="8494"/>
                    <a:pt x="21600" y="8494"/>
                    <a:pt x="21600" y="8494"/>
                  </a:cubicBezTo>
                  <a:cubicBezTo>
                    <a:pt x="21346" y="12620"/>
                    <a:pt x="18551" y="16261"/>
                    <a:pt x="15501" y="18688"/>
                  </a:cubicBezTo>
                  <a:cubicBezTo>
                    <a:pt x="14231" y="19658"/>
                    <a:pt x="11435" y="21357"/>
                    <a:pt x="10419" y="21600"/>
                  </a:cubicBezTo>
                  <a:cubicBezTo>
                    <a:pt x="10165" y="21600"/>
                    <a:pt x="10165" y="19416"/>
                    <a:pt x="9911" y="17474"/>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6" name="Google Shape;226;p15"/>
            <p:cNvSpPr/>
            <p:nvPr/>
          </p:nvSpPr>
          <p:spPr>
            <a:xfrm>
              <a:off x="1092804" y="1756381"/>
              <a:ext cx="145109" cy="12701"/>
            </a:xfrm>
            <a:custGeom>
              <a:rect b="b" l="l" r="r" t="t"/>
              <a:pathLst>
                <a:path extrusionOk="0" h="21600" w="21600">
                  <a:moveTo>
                    <a:pt x="0" y="21600"/>
                  </a:moveTo>
                  <a:cubicBezTo>
                    <a:pt x="7200" y="10800"/>
                    <a:pt x="14400" y="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7" name="Google Shape;227;p15"/>
            <p:cNvSpPr/>
            <p:nvPr/>
          </p:nvSpPr>
          <p:spPr>
            <a:xfrm>
              <a:off x="1096657" y="1825352"/>
              <a:ext cx="137404" cy="12701"/>
            </a:xfrm>
            <a:custGeom>
              <a:rect b="b" l="l" r="r" t="t"/>
              <a:pathLst>
                <a:path extrusionOk="0" h="21600" w="21600">
                  <a:moveTo>
                    <a:pt x="0" y="21600"/>
                  </a:moveTo>
                  <a:cubicBezTo>
                    <a:pt x="7005" y="10800"/>
                    <a:pt x="14595" y="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8" name="Google Shape;228;p15"/>
            <p:cNvSpPr/>
            <p:nvPr/>
          </p:nvSpPr>
          <p:spPr>
            <a:xfrm>
              <a:off x="2179189" y="2305213"/>
              <a:ext cx="364697" cy="427089"/>
            </a:xfrm>
            <a:custGeom>
              <a:rect b="b" l="l" r="r" t="t"/>
              <a:pathLst>
                <a:path extrusionOk="0" h="21600" w="21600">
                  <a:moveTo>
                    <a:pt x="7714" y="1168"/>
                  </a:moveTo>
                  <a:cubicBezTo>
                    <a:pt x="8155" y="1168"/>
                    <a:pt x="8596" y="1362"/>
                    <a:pt x="9037" y="1557"/>
                  </a:cubicBezTo>
                  <a:cubicBezTo>
                    <a:pt x="9037" y="1557"/>
                    <a:pt x="11682" y="3892"/>
                    <a:pt x="13224" y="5254"/>
                  </a:cubicBezTo>
                  <a:cubicBezTo>
                    <a:pt x="14106" y="6227"/>
                    <a:pt x="14988" y="7395"/>
                    <a:pt x="13665" y="8173"/>
                  </a:cubicBezTo>
                  <a:cubicBezTo>
                    <a:pt x="13445" y="8368"/>
                    <a:pt x="13224" y="8562"/>
                    <a:pt x="12784" y="8562"/>
                  </a:cubicBezTo>
                  <a:cubicBezTo>
                    <a:pt x="11902" y="8562"/>
                    <a:pt x="11241" y="7978"/>
                    <a:pt x="10580" y="7589"/>
                  </a:cubicBezTo>
                  <a:cubicBezTo>
                    <a:pt x="10580" y="7395"/>
                    <a:pt x="10359" y="7395"/>
                    <a:pt x="10139" y="7395"/>
                  </a:cubicBezTo>
                  <a:cubicBezTo>
                    <a:pt x="9918" y="7395"/>
                    <a:pt x="9478" y="7589"/>
                    <a:pt x="9478" y="7978"/>
                  </a:cubicBezTo>
                  <a:cubicBezTo>
                    <a:pt x="9478" y="14789"/>
                    <a:pt x="9478" y="14789"/>
                    <a:pt x="9478" y="14789"/>
                  </a:cubicBezTo>
                  <a:cubicBezTo>
                    <a:pt x="9478" y="16151"/>
                    <a:pt x="10800" y="17319"/>
                    <a:pt x="12343" y="17319"/>
                  </a:cubicBezTo>
                  <a:cubicBezTo>
                    <a:pt x="18955" y="17319"/>
                    <a:pt x="18955" y="17319"/>
                    <a:pt x="18955" y="17319"/>
                  </a:cubicBezTo>
                  <a:cubicBezTo>
                    <a:pt x="19616" y="17319"/>
                    <a:pt x="20278" y="17708"/>
                    <a:pt x="20278" y="18292"/>
                  </a:cubicBezTo>
                  <a:cubicBezTo>
                    <a:pt x="20278" y="19459"/>
                    <a:pt x="20278" y="19459"/>
                    <a:pt x="20278" y="19459"/>
                  </a:cubicBezTo>
                  <a:cubicBezTo>
                    <a:pt x="20278" y="19849"/>
                    <a:pt x="19616" y="20432"/>
                    <a:pt x="19176" y="20432"/>
                  </a:cubicBezTo>
                  <a:cubicBezTo>
                    <a:pt x="11241" y="20432"/>
                    <a:pt x="11241" y="20432"/>
                    <a:pt x="11241" y="20432"/>
                  </a:cubicBezTo>
                  <a:cubicBezTo>
                    <a:pt x="8376" y="20432"/>
                    <a:pt x="6171" y="18292"/>
                    <a:pt x="6171" y="15957"/>
                  </a:cubicBezTo>
                  <a:cubicBezTo>
                    <a:pt x="6171" y="7589"/>
                    <a:pt x="6171" y="7589"/>
                    <a:pt x="6171" y="7589"/>
                  </a:cubicBezTo>
                  <a:cubicBezTo>
                    <a:pt x="6171" y="7200"/>
                    <a:pt x="5731" y="7005"/>
                    <a:pt x="5510" y="7005"/>
                  </a:cubicBezTo>
                  <a:cubicBezTo>
                    <a:pt x="5290" y="7005"/>
                    <a:pt x="5069" y="7200"/>
                    <a:pt x="5069" y="7200"/>
                  </a:cubicBezTo>
                  <a:cubicBezTo>
                    <a:pt x="4188" y="7978"/>
                    <a:pt x="4188" y="7978"/>
                    <a:pt x="4188" y="7978"/>
                  </a:cubicBezTo>
                  <a:cubicBezTo>
                    <a:pt x="3747" y="8173"/>
                    <a:pt x="3306" y="8368"/>
                    <a:pt x="2865" y="8368"/>
                  </a:cubicBezTo>
                  <a:cubicBezTo>
                    <a:pt x="2645" y="8368"/>
                    <a:pt x="2204" y="8173"/>
                    <a:pt x="1763" y="7978"/>
                  </a:cubicBezTo>
                  <a:cubicBezTo>
                    <a:pt x="1763" y="7978"/>
                    <a:pt x="1763" y="7978"/>
                    <a:pt x="1763" y="7978"/>
                  </a:cubicBezTo>
                  <a:cubicBezTo>
                    <a:pt x="1102" y="7395"/>
                    <a:pt x="1102" y="6422"/>
                    <a:pt x="1763" y="5838"/>
                  </a:cubicBezTo>
                  <a:cubicBezTo>
                    <a:pt x="6612" y="1557"/>
                    <a:pt x="6612" y="1557"/>
                    <a:pt x="6612" y="1557"/>
                  </a:cubicBezTo>
                  <a:cubicBezTo>
                    <a:pt x="6833" y="1362"/>
                    <a:pt x="7273" y="1168"/>
                    <a:pt x="7714" y="1168"/>
                  </a:cubicBezTo>
                  <a:moveTo>
                    <a:pt x="7714" y="0"/>
                  </a:moveTo>
                  <a:cubicBezTo>
                    <a:pt x="6833" y="0"/>
                    <a:pt x="6171" y="195"/>
                    <a:pt x="5510" y="778"/>
                  </a:cubicBezTo>
                  <a:cubicBezTo>
                    <a:pt x="882" y="5059"/>
                    <a:pt x="882" y="5059"/>
                    <a:pt x="882" y="5059"/>
                  </a:cubicBezTo>
                  <a:cubicBezTo>
                    <a:pt x="220" y="5449"/>
                    <a:pt x="0" y="6227"/>
                    <a:pt x="0" y="7005"/>
                  </a:cubicBezTo>
                  <a:cubicBezTo>
                    <a:pt x="0" y="7589"/>
                    <a:pt x="220" y="8368"/>
                    <a:pt x="882" y="8757"/>
                  </a:cubicBezTo>
                  <a:cubicBezTo>
                    <a:pt x="882" y="8757"/>
                    <a:pt x="882" y="8757"/>
                    <a:pt x="882" y="8757"/>
                  </a:cubicBezTo>
                  <a:cubicBezTo>
                    <a:pt x="882" y="8951"/>
                    <a:pt x="882" y="8951"/>
                    <a:pt x="882" y="8951"/>
                  </a:cubicBezTo>
                  <a:cubicBezTo>
                    <a:pt x="1543" y="9341"/>
                    <a:pt x="2204" y="9535"/>
                    <a:pt x="2865" y="9535"/>
                  </a:cubicBezTo>
                  <a:cubicBezTo>
                    <a:pt x="3747" y="9535"/>
                    <a:pt x="4188" y="9341"/>
                    <a:pt x="4849" y="8951"/>
                  </a:cubicBezTo>
                  <a:cubicBezTo>
                    <a:pt x="4849" y="15957"/>
                    <a:pt x="4849" y="15957"/>
                    <a:pt x="4849" y="15957"/>
                  </a:cubicBezTo>
                  <a:cubicBezTo>
                    <a:pt x="4849" y="19070"/>
                    <a:pt x="7714" y="21600"/>
                    <a:pt x="11241" y="21600"/>
                  </a:cubicBezTo>
                  <a:cubicBezTo>
                    <a:pt x="19176" y="21600"/>
                    <a:pt x="19176" y="21600"/>
                    <a:pt x="19176" y="21600"/>
                  </a:cubicBezTo>
                  <a:cubicBezTo>
                    <a:pt x="20498" y="21600"/>
                    <a:pt x="21600" y="20627"/>
                    <a:pt x="21600" y="19459"/>
                  </a:cubicBezTo>
                  <a:cubicBezTo>
                    <a:pt x="21600" y="18292"/>
                    <a:pt x="21600" y="18292"/>
                    <a:pt x="21600" y="18292"/>
                  </a:cubicBezTo>
                  <a:cubicBezTo>
                    <a:pt x="21600" y="17124"/>
                    <a:pt x="20498" y="16151"/>
                    <a:pt x="18955" y="16151"/>
                  </a:cubicBezTo>
                  <a:cubicBezTo>
                    <a:pt x="12343" y="16151"/>
                    <a:pt x="12343" y="16151"/>
                    <a:pt x="12343" y="16151"/>
                  </a:cubicBezTo>
                  <a:cubicBezTo>
                    <a:pt x="11461" y="16151"/>
                    <a:pt x="10800" y="15568"/>
                    <a:pt x="10800" y="14789"/>
                  </a:cubicBezTo>
                  <a:cubicBezTo>
                    <a:pt x="10800" y="9146"/>
                    <a:pt x="10800" y="9146"/>
                    <a:pt x="10800" y="9146"/>
                  </a:cubicBezTo>
                  <a:cubicBezTo>
                    <a:pt x="11461" y="9535"/>
                    <a:pt x="12122" y="9730"/>
                    <a:pt x="12784" y="9730"/>
                  </a:cubicBezTo>
                  <a:cubicBezTo>
                    <a:pt x="13445" y="9730"/>
                    <a:pt x="14106" y="9535"/>
                    <a:pt x="14547" y="9146"/>
                  </a:cubicBezTo>
                  <a:cubicBezTo>
                    <a:pt x="15429" y="8562"/>
                    <a:pt x="15649" y="7784"/>
                    <a:pt x="15649" y="7395"/>
                  </a:cubicBezTo>
                  <a:cubicBezTo>
                    <a:pt x="15869" y="6227"/>
                    <a:pt x="14988" y="5254"/>
                    <a:pt x="14106" y="4476"/>
                  </a:cubicBezTo>
                  <a:cubicBezTo>
                    <a:pt x="12563" y="3114"/>
                    <a:pt x="9918" y="778"/>
                    <a:pt x="9918" y="778"/>
                  </a:cubicBezTo>
                  <a:cubicBezTo>
                    <a:pt x="9257" y="195"/>
                    <a:pt x="8596" y="0"/>
                    <a:pt x="7714" y="0"/>
                  </a:cubicBez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29" name="Google Shape;229;p15"/>
            <p:cNvSpPr/>
            <p:nvPr/>
          </p:nvSpPr>
          <p:spPr>
            <a:xfrm>
              <a:off x="2402629" y="2232263"/>
              <a:ext cx="365981" cy="427088"/>
            </a:xfrm>
            <a:custGeom>
              <a:rect b="b" l="l" r="r" t="t"/>
              <a:pathLst>
                <a:path extrusionOk="0" h="21600" w="21600">
                  <a:moveTo>
                    <a:pt x="10359" y="1168"/>
                  </a:moveTo>
                  <a:cubicBezTo>
                    <a:pt x="13004" y="1168"/>
                    <a:pt x="15429" y="3114"/>
                    <a:pt x="15429" y="5643"/>
                  </a:cubicBezTo>
                  <a:cubicBezTo>
                    <a:pt x="15429" y="13816"/>
                    <a:pt x="15429" y="13816"/>
                    <a:pt x="15429" y="13816"/>
                  </a:cubicBezTo>
                  <a:cubicBezTo>
                    <a:pt x="15429" y="14205"/>
                    <a:pt x="15649" y="14400"/>
                    <a:pt x="16090" y="14400"/>
                  </a:cubicBezTo>
                  <a:cubicBezTo>
                    <a:pt x="16090" y="14400"/>
                    <a:pt x="16310" y="14400"/>
                    <a:pt x="16531" y="14205"/>
                  </a:cubicBezTo>
                  <a:cubicBezTo>
                    <a:pt x="17192" y="13622"/>
                    <a:pt x="17192" y="13622"/>
                    <a:pt x="17192" y="13622"/>
                  </a:cubicBezTo>
                  <a:cubicBezTo>
                    <a:pt x="17633" y="13232"/>
                    <a:pt x="18073" y="13038"/>
                    <a:pt x="18514" y="13038"/>
                  </a:cubicBezTo>
                  <a:cubicBezTo>
                    <a:pt x="18955" y="13038"/>
                    <a:pt x="19396" y="13232"/>
                    <a:pt x="19616" y="13427"/>
                  </a:cubicBezTo>
                  <a:cubicBezTo>
                    <a:pt x="19616" y="13427"/>
                    <a:pt x="19616" y="13427"/>
                    <a:pt x="19616" y="13427"/>
                  </a:cubicBezTo>
                  <a:cubicBezTo>
                    <a:pt x="20278" y="14011"/>
                    <a:pt x="20278" y="15178"/>
                    <a:pt x="19616" y="15762"/>
                  </a:cubicBezTo>
                  <a:cubicBezTo>
                    <a:pt x="14988" y="19849"/>
                    <a:pt x="14988" y="19849"/>
                    <a:pt x="14988" y="19849"/>
                  </a:cubicBezTo>
                  <a:cubicBezTo>
                    <a:pt x="14547" y="20238"/>
                    <a:pt x="14106" y="20432"/>
                    <a:pt x="13665" y="20432"/>
                  </a:cubicBezTo>
                  <a:cubicBezTo>
                    <a:pt x="13224" y="20432"/>
                    <a:pt x="12784" y="20238"/>
                    <a:pt x="12563" y="19849"/>
                  </a:cubicBezTo>
                  <a:cubicBezTo>
                    <a:pt x="12563" y="19849"/>
                    <a:pt x="9698" y="17708"/>
                    <a:pt x="8155" y="16151"/>
                  </a:cubicBezTo>
                  <a:cubicBezTo>
                    <a:pt x="7273" y="15373"/>
                    <a:pt x="6392" y="14205"/>
                    <a:pt x="7714" y="13232"/>
                  </a:cubicBezTo>
                  <a:cubicBezTo>
                    <a:pt x="7935" y="13038"/>
                    <a:pt x="8376" y="13038"/>
                    <a:pt x="8596" y="13038"/>
                  </a:cubicBezTo>
                  <a:cubicBezTo>
                    <a:pt x="9478" y="13038"/>
                    <a:pt x="10359" y="13427"/>
                    <a:pt x="10800" y="14011"/>
                  </a:cubicBezTo>
                  <a:cubicBezTo>
                    <a:pt x="11020" y="14205"/>
                    <a:pt x="11020" y="14205"/>
                    <a:pt x="11241" y="14205"/>
                  </a:cubicBezTo>
                  <a:cubicBezTo>
                    <a:pt x="11682" y="14205"/>
                    <a:pt x="11902" y="14011"/>
                    <a:pt x="11902" y="13622"/>
                  </a:cubicBezTo>
                  <a:cubicBezTo>
                    <a:pt x="11902" y="6616"/>
                    <a:pt x="11902" y="6616"/>
                    <a:pt x="11902" y="6616"/>
                  </a:cubicBezTo>
                  <a:cubicBezTo>
                    <a:pt x="11902" y="5254"/>
                    <a:pt x="10580" y="4086"/>
                    <a:pt x="9037" y="4086"/>
                  </a:cubicBezTo>
                  <a:cubicBezTo>
                    <a:pt x="2424" y="4086"/>
                    <a:pt x="2424" y="4086"/>
                    <a:pt x="2424" y="4086"/>
                  </a:cubicBezTo>
                  <a:cubicBezTo>
                    <a:pt x="1763" y="4086"/>
                    <a:pt x="1322" y="3697"/>
                    <a:pt x="1322" y="3114"/>
                  </a:cubicBezTo>
                  <a:cubicBezTo>
                    <a:pt x="1322" y="2141"/>
                    <a:pt x="1322" y="2141"/>
                    <a:pt x="1322" y="2141"/>
                  </a:cubicBezTo>
                  <a:cubicBezTo>
                    <a:pt x="1322" y="1557"/>
                    <a:pt x="1763" y="1168"/>
                    <a:pt x="2424" y="1168"/>
                  </a:cubicBezTo>
                  <a:cubicBezTo>
                    <a:pt x="10359" y="1168"/>
                    <a:pt x="10359" y="1168"/>
                    <a:pt x="10359" y="1168"/>
                  </a:cubicBezTo>
                  <a:moveTo>
                    <a:pt x="10359" y="0"/>
                  </a:moveTo>
                  <a:cubicBezTo>
                    <a:pt x="2424" y="0"/>
                    <a:pt x="2424" y="0"/>
                    <a:pt x="2424" y="0"/>
                  </a:cubicBezTo>
                  <a:cubicBezTo>
                    <a:pt x="1102" y="0"/>
                    <a:pt x="0" y="973"/>
                    <a:pt x="0" y="2141"/>
                  </a:cubicBezTo>
                  <a:cubicBezTo>
                    <a:pt x="0" y="3114"/>
                    <a:pt x="0" y="3114"/>
                    <a:pt x="0" y="3114"/>
                  </a:cubicBezTo>
                  <a:cubicBezTo>
                    <a:pt x="0" y="4281"/>
                    <a:pt x="1102" y="5254"/>
                    <a:pt x="2424" y="5254"/>
                  </a:cubicBezTo>
                  <a:cubicBezTo>
                    <a:pt x="9037" y="5254"/>
                    <a:pt x="9037" y="5254"/>
                    <a:pt x="9037" y="5254"/>
                  </a:cubicBezTo>
                  <a:cubicBezTo>
                    <a:pt x="9918" y="5254"/>
                    <a:pt x="10580" y="5838"/>
                    <a:pt x="10580" y="6616"/>
                  </a:cubicBezTo>
                  <a:cubicBezTo>
                    <a:pt x="10580" y="12259"/>
                    <a:pt x="10580" y="12259"/>
                    <a:pt x="10580" y="12259"/>
                  </a:cubicBezTo>
                  <a:cubicBezTo>
                    <a:pt x="10139" y="12065"/>
                    <a:pt x="9478" y="11870"/>
                    <a:pt x="8596" y="11870"/>
                  </a:cubicBezTo>
                  <a:cubicBezTo>
                    <a:pt x="7935" y="11870"/>
                    <a:pt x="7273" y="12065"/>
                    <a:pt x="6833" y="12454"/>
                  </a:cubicBezTo>
                  <a:cubicBezTo>
                    <a:pt x="5951" y="13038"/>
                    <a:pt x="5731" y="13622"/>
                    <a:pt x="5731" y="14205"/>
                  </a:cubicBezTo>
                  <a:cubicBezTo>
                    <a:pt x="5731" y="15373"/>
                    <a:pt x="6612" y="16346"/>
                    <a:pt x="7273" y="16930"/>
                  </a:cubicBezTo>
                  <a:cubicBezTo>
                    <a:pt x="8816" y="18486"/>
                    <a:pt x="11461" y="20627"/>
                    <a:pt x="11461" y="20822"/>
                  </a:cubicBezTo>
                  <a:cubicBezTo>
                    <a:pt x="12122" y="21211"/>
                    <a:pt x="12784" y="21600"/>
                    <a:pt x="13665" y="21600"/>
                  </a:cubicBezTo>
                  <a:cubicBezTo>
                    <a:pt x="14547" y="21600"/>
                    <a:pt x="15208" y="21211"/>
                    <a:pt x="15869" y="20822"/>
                  </a:cubicBezTo>
                  <a:cubicBezTo>
                    <a:pt x="20718" y="16541"/>
                    <a:pt x="20718" y="16541"/>
                    <a:pt x="20718" y="16541"/>
                  </a:cubicBezTo>
                  <a:cubicBezTo>
                    <a:pt x="21159" y="15957"/>
                    <a:pt x="21600" y="15373"/>
                    <a:pt x="21600" y="14595"/>
                  </a:cubicBezTo>
                  <a:cubicBezTo>
                    <a:pt x="21600" y="13816"/>
                    <a:pt x="21159" y="13232"/>
                    <a:pt x="20498" y="12649"/>
                  </a:cubicBezTo>
                  <a:cubicBezTo>
                    <a:pt x="19837" y="12259"/>
                    <a:pt x="19176" y="11870"/>
                    <a:pt x="18514" y="11870"/>
                  </a:cubicBezTo>
                  <a:cubicBezTo>
                    <a:pt x="17853" y="11870"/>
                    <a:pt x="17192" y="12065"/>
                    <a:pt x="16751" y="12454"/>
                  </a:cubicBezTo>
                  <a:cubicBezTo>
                    <a:pt x="16751" y="5643"/>
                    <a:pt x="16751" y="5643"/>
                    <a:pt x="16751" y="5643"/>
                  </a:cubicBezTo>
                  <a:cubicBezTo>
                    <a:pt x="16751" y="2530"/>
                    <a:pt x="13886" y="0"/>
                    <a:pt x="10359" y="0"/>
                  </a:cubicBez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0" name="Google Shape;230;p15"/>
            <p:cNvSpPr/>
            <p:nvPr/>
          </p:nvSpPr>
          <p:spPr>
            <a:xfrm>
              <a:off x="965674" y="2347657"/>
              <a:ext cx="418632" cy="435047"/>
            </a:xfrm>
            <a:custGeom>
              <a:rect b="b" l="l" r="r" t="t"/>
              <a:pathLst>
                <a:path extrusionOk="0" h="21600" w="21600">
                  <a:moveTo>
                    <a:pt x="15236" y="0"/>
                  </a:moveTo>
                  <a:cubicBezTo>
                    <a:pt x="6364" y="0"/>
                    <a:pt x="6364" y="0"/>
                    <a:pt x="6364" y="0"/>
                  </a:cubicBezTo>
                  <a:cubicBezTo>
                    <a:pt x="2893" y="0"/>
                    <a:pt x="0" y="2867"/>
                    <a:pt x="0" y="6499"/>
                  </a:cubicBezTo>
                  <a:cubicBezTo>
                    <a:pt x="0" y="15101"/>
                    <a:pt x="0" y="15101"/>
                    <a:pt x="0" y="15101"/>
                  </a:cubicBezTo>
                  <a:cubicBezTo>
                    <a:pt x="0" y="18733"/>
                    <a:pt x="2893" y="21600"/>
                    <a:pt x="6364" y="21600"/>
                  </a:cubicBezTo>
                  <a:cubicBezTo>
                    <a:pt x="15236" y="21600"/>
                    <a:pt x="15236" y="21600"/>
                    <a:pt x="15236" y="21600"/>
                  </a:cubicBezTo>
                  <a:cubicBezTo>
                    <a:pt x="18707" y="21600"/>
                    <a:pt x="21600" y="18733"/>
                    <a:pt x="21600" y="15101"/>
                  </a:cubicBezTo>
                  <a:cubicBezTo>
                    <a:pt x="21600" y="6499"/>
                    <a:pt x="21600" y="6499"/>
                    <a:pt x="21600" y="6499"/>
                  </a:cubicBezTo>
                  <a:cubicBezTo>
                    <a:pt x="21600" y="2867"/>
                    <a:pt x="18707" y="0"/>
                    <a:pt x="15236" y="0"/>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1" name="Google Shape;231;p15"/>
            <p:cNvSpPr/>
            <p:nvPr/>
          </p:nvSpPr>
          <p:spPr>
            <a:xfrm>
              <a:off x="1237912" y="2390101"/>
              <a:ext cx="105301" cy="107435"/>
            </a:xfrm>
            <a:custGeom>
              <a:rect b="b" l="l" r="r" t="t"/>
              <a:pathLst>
                <a:path extrusionOk="0" h="21600" w="21600">
                  <a:moveTo>
                    <a:pt x="10800" y="4629"/>
                  </a:moveTo>
                  <a:cubicBezTo>
                    <a:pt x="14657" y="4629"/>
                    <a:pt x="16971" y="7714"/>
                    <a:pt x="16971" y="10800"/>
                  </a:cubicBezTo>
                  <a:cubicBezTo>
                    <a:pt x="16971" y="14657"/>
                    <a:pt x="14657" y="16971"/>
                    <a:pt x="10800" y="16971"/>
                  </a:cubicBezTo>
                  <a:cubicBezTo>
                    <a:pt x="7714" y="16971"/>
                    <a:pt x="4629" y="14657"/>
                    <a:pt x="4629" y="10800"/>
                  </a:cubicBezTo>
                  <a:cubicBezTo>
                    <a:pt x="4629" y="7714"/>
                    <a:pt x="7714" y="4629"/>
                    <a:pt x="10800" y="4629"/>
                  </a:cubicBezTo>
                  <a:moveTo>
                    <a:pt x="10800" y="0"/>
                  </a:moveTo>
                  <a:cubicBezTo>
                    <a:pt x="5400" y="0"/>
                    <a:pt x="0" y="4629"/>
                    <a:pt x="0" y="10800"/>
                  </a:cubicBezTo>
                  <a:cubicBezTo>
                    <a:pt x="0" y="16971"/>
                    <a:pt x="5400" y="21600"/>
                    <a:pt x="10800" y="21600"/>
                  </a:cubicBezTo>
                  <a:cubicBezTo>
                    <a:pt x="16971" y="21600"/>
                    <a:pt x="21600" y="16971"/>
                    <a:pt x="21600" y="10800"/>
                  </a:cubicBezTo>
                  <a:cubicBezTo>
                    <a:pt x="21600" y="4629"/>
                    <a:pt x="16971" y="0"/>
                    <a:pt x="10800" y="0"/>
                  </a:cubicBez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2" name="Google Shape;232;p15"/>
            <p:cNvSpPr/>
            <p:nvPr/>
          </p:nvSpPr>
          <p:spPr>
            <a:xfrm>
              <a:off x="965674" y="2347657"/>
              <a:ext cx="418632" cy="435047"/>
            </a:xfrm>
            <a:custGeom>
              <a:rect b="b" l="l" r="r" t="t"/>
              <a:pathLst>
                <a:path extrusionOk="0" h="21600" w="21600">
                  <a:moveTo>
                    <a:pt x="15236" y="0"/>
                  </a:moveTo>
                  <a:cubicBezTo>
                    <a:pt x="6364" y="0"/>
                    <a:pt x="6364" y="0"/>
                    <a:pt x="6364" y="0"/>
                  </a:cubicBezTo>
                  <a:cubicBezTo>
                    <a:pt x="2893" y="0"/>
                    <a:pt x="0" y="2867"/>
                    <a:pt x="0" y="6499"/>
                  </a:cubicBezTo>
                  <a:cubicBezTo>
                    <a:pt x="0" y="15101"/>
                    <a:pt x="0" y="15101"/>
                    <a:pt x="0" y="15101"/>
                  </a:cubicBezTo>
                  <a:cubicBezTo>
                    <a:pt x="0" y="18733"/>
                    <a:pt x="2893" y="21600"/>
                    <a:pt x="6364" y="21600"/>
                  </a:cubicBezTo>
                  <a:cubicBezTo>
                    <a:pt x="15236" y="21600"/>
                    <a:pt x="15236" y="21600"/>
                    <a:pt x="15236" y="21600"/>
                  </a:cubicBezTo>
                  <a:cubicBezTo>
                    <a:pt x="18707" y="21600"/>
                    <a:pt x="21600" y="18733"/>
                    <a:pt x="21600" y="15101"/>
                  </a:cubicBezTo>
                  <a:cubicBezTo>
                    <a:pt x="21600" y="6499"/>
                    <a:pt x="21600" y="6499"/>
                    <a:pt x="21600" y="6499"/>
                  </a:cubicBezTo>
                  <a:cubicBezTo>
                    <a:pt x="21600" y="2867"/>
                    <a:pt x="18707" y="0"/>
                    <a:pt x="15236" y="0"/>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3" name="Google Shape;233;p15"/>
            <p:cNvSpPr/>
            <p:nvPr/>
          </p:nvSpPr>
          <p:spPr>
            <a:xfrm>
              <a:off x="1085100" y="2486924"/>
              <a:ext cx="172077" cy="176407"/>
            </a:xfrm>
            <a:prstGeom prst="ellipse">
              <a:avLst/>
            </a:pr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4" name="Google Shape;234;p15"/>
            <p:cNvSpPr/>
            <p:nvPr/>
          </p:nvSpPr>
          <p:spPr>
            <a:xfrm>
              <a:off x="1022177" y="2409995"/>
              <a:ext cx="305626" cy="315676"/>
            </a:xfrm>
            <a:custGeom>
              <a:rect b="b" l="l" r="r" t="t"/>
              <a:pathLst>
                <a:path extrusionOk="0" h="21600" w="21600">
                  <a:moveTo>
                    <a:pt x="17649" y="527"/>
                  </a:moveTo>
                  <a:cubicBezTo>
                    <a:pt x="16859" y="0"/>
                    <a:pt x="16068" y="0"/>
                    <a:pt x="15278" y="0"/>
                  </a:cubicBezTo>
                  <a:cubicBezTo>
                    <a:pt x="6585" y="0"/>
                    <a:pt x="6585" y="0"/>
                    <a:pt x="6585" y="0"/>
                  </a:cubicBezTo>
                  <a:cubicBezTo>
                    <a:pt x="2898" y="0"/>
                    <a:pt x="0" y="2898"/>
                    <a:pt x="0" y="6322"/>
                  </a:cubicBezTo>
                  <a:cubicBezTo>
                    <a:pt x="0" y="15015"/>
                    <a:pt x="0" y="15015"/>
                    <a:pt x="0" y="15015"/>
                  </a:cubicBezTo>
                  <a:cubicBezTo>
                    <a:pt x="0" y="18702"/>
                    <a:pt x="2898" y="21600"/>
                    <a:pt x="6585" y="21600"/>
                  </a:cubicBezTo>
                  <a:cubicBezTo>
                    <a:pt x="15278" y="21600"/>
                    <a:pt x="15278" y="21600"/>
                    <a:pt x="15278" y="21600"/>
                  </a:cubicBezTo>
                  <a:cubicBezTo>
                    <a:pt x="18702" y="21600"/>
                    <a:pt x="21600" y="18702"/>
                    <a:pt x="21600" y="15015"/>
                  </a:cubicBezTo>
                  <a:cubicBezTo>
                    <a:pt x="21600" y="6322"/>
                    <a:pt x="21600" y="6322"/>
                    <a:pt x="21600" y="6322"/>
                  </a:cubicBezTo>
                  <a:cubicBezTo>
                    <a:pt x="21600" y="5532"/>
                    <a:pt x="21337" y="4741"/>
                    <a:pt x="21073" y="3951"/>
                  </a:cubicBezTo>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5" name="Google Shape;235;p15"/>
            <p:cNvSpPr/>
            <p:nvPr/>
          </p:nvSpPr>
          <p:spPr>
            <a:xfrm>
              <a:off x="368548" y="3363648"/>
              <a:ext cx="283795" cy="293127"/>
            </a:xfrm>
            <a:prstGeom prst="ellipse">
              <a:avLst/>
            </a:pr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6" name="Google Shape;236;p15"/>
            <p:cNvSpPr/>
            <p:nvPr/>
          </p:nvSpPr>
          <p:spPr>
            <a:xfrm>
              <a:off x="462291" y="3424841"/>
              <a:ext cx="95040" cy="82056"/>
            </a:xfrm>
            <a:custGeom>
              <a:rect b="b" l="l" r="r" t="t"/>
              <a:pathLst>
                <a:path extrusionOk="0" h="20879" w="21315">
                  <a:moveTo>
                    <a:pt x="0" y="3206"/>
                  </a:moveTo>
                  <a:cubicBezTo>
                    <a:pt x="4154" y="1243"/>
                    <a:pt x="8308" y="-721"/>
                    <a:pt x="13292" y="261"/>
                  </a:cubicBezTo>
                  <a:cubicBezTo>
                    <a:pt x="15785" y="1243"/>
                    <a:pt x="19108" y="2224"/>
                    <a:pt x="20769" y="6152"/>
                  </a:cubicBezTo>
                  <a:cubicBezTo>
                    <a:pt x="21600" y="8115"/>
                    <a:pt x="21600" y="12043"/>
                    <a:pt x="19938" y="14988"/>
                  </a:cubicBezTo>
                  <a:cubicBezTo>
                    <a:pt x="18277" y="16952"/>
                    <a:pt x="15785" y="18915"/>
                    <a:pt x="13292" y="19897"/>
                  </a:cubicBezTo>
                  <a:cubicBezTo>
                    <a:pt x="10800" y="20879"/>
                    <a:pt x="7477" y="20879"/>
                    <a:pt x="4985" y="20879"/>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7" name="Google Shape;237;p15"/>
            <p:cNvSpPr/>
            <p:nvPr/>
          </p:nvSpPr>
          <p:spPr>
            <a:xfrm>
              <a:off x="469996" y="3503884"/>
              <a:ext cx="106427" cy="92718"/>
            </a:xfrm>
            <a:custGeom>
              <a:rect b="b" l="l" r="r" t="t"/>
              <a:pathLst>
                <a:path extrusionOk="0" h="20684" w="18267">
                  <a:moveTo>
                    <a:pt x="3812" y="648"/>
                  </a:moveTo>
                  <a:cubicBezTo>
                    <a:pt x="5718" y="-216"/>
                    <a:pt x="7624" y="-216"/>
                    <a:pt x="10165" y="648"/>
                  </a:cubicBezTo>
                  <a:cubicBezTo>
                    <a:pt x="12071" y="648"/>
                    <a:pt x="14612" y="1512"/>
                    <a:pt x="15882" y="3240"/>
                  </a:cubicBezTo>
                  <a:cubicBezTo>
                    <a:pt x="21600" y="9288"/>
                    <a:pt x="15882" y="18792"/>
                    <a:pt x="10800" y="20520"/>
                  </a:cubicBezTo>
                  <a:cubicBezTo>
                    <a:pt x="6353" y="21384"/>
                    <a:pt x="1906" y="18792"/>
                    <a:pt x="0" y="13608"/>
                  </a:cubicBezTo>
                </a:path>
              </a:pathLst>
            </a:custGeom>
            <a:noFill/>
            <a:ln cap="rnd"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38" name="Google Shape;238;p15"/>
            <p:cNvSpPr/>
            <p:nvPr/>
          </p:nvSpPr>
          <p:spPr>
            <a:xfrm>
              <a:off x="443028" y="2028004"/>
              <a:ext cx="385595" cy="716236"/>
            </a:xfrm>
            <a:custGeom>
              <a:rect b="b" l="l" r="r" t="t"/>
              <a:pathLst>
                <a:path extrusionOk="0" h="21600" w="21406">
                  <a:moveTo>
                    <a:pt x="19315" y="0"/>
                  </a:moveTo>
                  <a:cubicBezTo>
                    <a:pt x="2700" y="0"/>
                    <a:pt x="2700" y="0"/>
                    <a:pt x="2700" y="0"/>
                  </a:cubicBezTo>
                  <a:cubicBezTo>
                    <a:pt x="1246" y="0"/>
                    <a:pt x="0" y="697"/>
                    <a:pt x="0" y="1510"/>
                  </a:cubicBezTo>
                  <a:cubicBezTo>
                    <a:pt x="0" y="19974"/>
                    <a:pt x="0" y="19974"/>
                    <a:pt x="0" y="19974"/>
                  </a:cubicBezTo>
                  <a:cubicBezTo>
                    <a:pt x="0" y="20903"/>
                    <a:pt x="1246" y="21600"/>
                    <a:pt x="2700" y="21600"/>
                  </a:cubicBezTo>
                  <a:cubicBezTo>
                    <a:pt x="18692" y="21600"/>
                    <a:pt x="18692" y="21600"/>
                    <a:pt x="18692" y="21600"/>
                  </a:cubicBezTo>
                  <a:cubicBezTo>
                    <a:pt x="20146" y="21600"/>
                    <a:pt x="21392" y="20903"/>
                    <a:pt x="21392" y="19974"/>
                  </a:cubicBezTo>
                  <a:cubicBezTo>
                    <a:pt x="21392" y="1510"/>
                    <a:pt x="21392" y="1510"/>
                    <a:pt x="21392" y="1510"/>
                  </a:cubicBezTo>
                  <a:cubicBezTo>
                    <a:pt x="21600" y="116"/>
                    <a:pt x="19315" y="0"/>
                    <a:pt x="19315" y="0"/>
                  </a:cubicBezTo>
                  <a:close/>
                  <a:moveTo>
                    <a:pt x="10800" y="20090"/>
                  </a:moveTo>
                  <a:cubicBezTo>
                    <a:pt x="9762" y="20090"/>
                    <a:pt x="8931" y="19626"/>
                    <a:pt x="8931" y="19045"/>
                  </a:cubicBezTo>
                  <a:cubicBezTo>
                    <a:pt x="8931" y="18581"/>
                    <a:pt x="9762" y="18116"/>
                    <a:pt x="10800" y="18116"/>
                  </a:cubicBezTo>
                  <a:cubicBezTo>
                    <a:pt x="11631" y="18116"/>
                    <a:pt x="12462" y="18581"/>
                    <a:pt x="12462" y="19045"/>
                  </a:cubicBezTo>
                  <a:cubicBezTo>
                    <a:pt x="12462" y="19626"/>
                    <a:pt x="11631" y="20090"/>
                    <a:pt x="10800" y="20090"/>
                  </a:cubicBezTo>
                  <a:close/>
                  <a:moveTo>
                    <a:pt x="16823" y="16723"/>
                  </a:moveTo>
                  <a:cubicBezTo>
                    <a:pt x="4362" y="16723"/>
                    <a:pt x="4362" y="16723"/>
                    <a:pt x="4362" y="16723"/>
                  </a:cubicBezTo>
                  <a:cubicBezTo>
                    <a:pt x="3323" y="16723"/>
                    <a:pt x="2700" y="16258"/>
                    <a:pt x="2700" y="15794"/>
                  </a:cubicBezTo>
                  <a:cubicBezTo>
                    <a:pt x="2700" y="4065"/>
                    <a:pt x="2700" y="4065"/>
                    <a:pt x="2700" y="4065"/>
                  </a:cubicBezTo>
                  <a:cubicBezTo>
                    <a:pt x="2700" y="3600"/>
                    <a:pt x="3531" y="3135"/>
                    <a:pt x="4362" y="3135"/>
                  </a:cubicBezTo>
                  <a:cubicBezTo>
                    <a:pt x="17031" y="3135"/>
                    <a:pt x="17031" y="3135"/>
                    <a:pt x="17031" y="3135"/>
                  </a:cubicBezTo>
                  <a:cubicBezTo>
                    <a:pt x="17862" y="3135"/>
                    <a:pt x="18692" y="3600"/>
                    <a:pt x="18692" y="4065"/>
                  </a:cubicBezTo>
                  <a:cubicBezTo>
                    <a:pt x="18485" y="15910"/>
                    <a:pt x="18485" y="15910"/>
                    <a:pt x="18485" y="15910"/>
                  </a:cubicBezTo>
                  <a:cubicBezTo>
                    <a:pt x="18485" y="16374"/>
                    <a:pt x="17654" y="16723"/>
                    <a:pt x="16823" y="16723"/>
                  </a:cubicBezTo>
                  <a:close/>
                  <a:moveTo>
                    <a:pt x="19315" y="16723"/>
                  </a:moveTo>
                  <a:cubicBezTo>
                    <a:pt x="19315" y="16723"/>
                    <a:pt x="19315" y="16723"/>
                    <a:pt x="19315" y="16723"/>
                  </a:cubicBezTo>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239" name="Google Shape;239;p15"/>
            <p:cNvCxnSpPr/>
            <p:nvPr/>
          </p:nvCxnSpPr>
          <p:spPr>
            <a:xfrm flipH="1">
              <a:off x="529067" y="2181861"/>
              <a:ext cx="197758" cy="250682"/>
            </a:xfrm>
            <a:prstGeom prst="straightConnector1">
              <a:avLst/>
            </a:prstGeom>
            <a:solidFill>
              <a:srgbClr val="FFFFFF"/>
            </a:solidFill>
            <a:ln cap="rnd" cmpd="sng" w="9525">
              <a:solidFill>
                <a:srgbClr val="FFFFFF"/>
              </a:solidFill>
              <a:prstDash val="solid"/>
              <a:round/>
              <a:headEnd len="sm" w="sm" type="none"/>
              <a:tailEnd len="sm" w="sm" type="none"/>
            </a:ln>
          </p:spPr>
        </p:cxnSp>
        <p:cxnSp>
          <p:nvCxnSpPr>
            <p:cNvPr id="240" name="Google Shape;240;p15"/>
            <p:cNvCxnSpPr/>
            <p:nvPr/>
          </p:nvCxnSpPr>
          <p:spPr>
            <a:xfrm flipH="1">
              <a:off x="595842" y="2274706"/>
              <a:ext cx="134835" cy="161816"/>
            </a:xfrm>
            <a:prstGeom prst="straightConnector1">
              <a:avLst/>
            </a:prstGeom>
            <a:solidFill>
              <a:srgbClr val="FFFFFF"/>
            </a:solidFill>
            <a:ln cap="rnd" cmpd="sng" w="9525">
              <a:solidFill>
                <a:srgbClr val="FFFFFF"/>
              </a:solidFill>
              <a:prstDash val="solid"/>
              <a:round/>
              <a:headEnd len="sm" w="sm" type="none"/>
              <a:tailEnd len="sm" w="sm" type="none"/>
            </a:ln>
          </p:spPr>
        </p:cxnSp>
        <p:cxnSp>
          <p:nvCxnSpPr>
            <p:cNvPr id="241" name="Google Shape;241;p15"/>
            <p:cNvCxnSpPr/>
            <p:nvPr/>
          </p:nvCxnSpPr>
          <p:spPr>
            <a:xfrm>
              <a:off x="566306" y="2078406"/>
              <a:ext cx="134835" cy="1"/>
            </a:xfrm>
            <a:prstGeom prst="straightConnector1">
              <a:avLst/>
            </a:prstGeom>
            <a:solidFill>
              <a:srgbClr val="FFFFFF"/>
            </a:solidFill>
            <a:ln cap="rnd" cmpd="sng" w="9525">
              <a:solidFill>
                <a:srgbClr val="FFFFFF"/>
              </a:solidFill>
              <a:prstDash val="solid"/>
              <a:round/>
              <a:headEnd len="sm" w="sm" type="none"/>
              <a:tailEnd len="sm" w="sm" type="none"/>
            </a:ln>
          </p:spPr>
        </p:cxnSp>
        <p:sp>
          <p:nvSpPr>
            <p:cNvPr id="242" name="Google Shape;242;p15"/>
            <p:cNvSpPr/>
            <p:nvPr/>
          </p:nvSpPr>
          <p:spPr>
            <a:xfrm>
              <a:off x="476416" y="1882104"/>
              <a:ext cx="75765" cy="92846"/>
            </a:xfrm>
            <a:custGeom>
              <a:rect b="b" l="l" r="r" t="t"/>
              <a:pathLst>
                <a:path extrusionOk="0" h="21600" w="21600">
                  <a:moveTo>
                    <a:pt x="0" y="0"/>
                  </a:moveTo>
                  <a:cubicBezTo>
                    <a:pt x="7560" y="7200"/>
                    <a:pt x="14040" y="14400"/>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43" name="Google Shape;243;p15"/>
            <p:cNvSpPr/>
            <p:nvPr/>
          </p:nvSpPr>
          <p:spPr>
            <a:xfrm>
              <a:off x="626089" y="1809155"/>
              <a:ext cx="12701" cy="153859"/>
            </a:xfrm>
            <a:custGeom>
              <a:rect b="b" l="l" r="r" t="t"/>
              <a:pathLst>
                <a:path extrusionOk="0" h="21600" w="21600">
                  <a:moveTo>
                    <a:pt x="21600" y="0"/>
                  </a:moveTo>
                  <a:cubicBezTo>
                    <a:pt x="21600" y="7020"/>
                    <a:pt x="0" y="14580"/>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44" name="Google Shape;244;p15"/>
            <p:cNvSpPr/>
            <p:nvPr/>
          </p:nvSpPr>
          <p:spPr>
            <a:xfrm>
              <a:off x="708846" y="1894041"/>
              <a:ext cx="84754" cy="80909"/>
            </a:xfrm>
            <a:custGeom>
              <a:rect b="b" l="l" r="r" t="t"/>
              <a:pathLst>
                <a:path extrusionOk="0" h="21600" w="21600">
                  <a:moveTo>
                    <a:pt x="0" y="21600"/>
                  </a:moveTo>
                  <a:cubicBezTo>
                    <a:pt x="6574" y="13371"/>
                    <a:pt x="14087" y="6171"/>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45" name="Google Shape;245;p15"/>
            <p:cNvSpPr/>
            <p:nvPr/>
          </p:nvSpPr>
          <p:spPr>
            <a:xfrm>
              <a:off x="-1" y="1050477"/>
              <a:ext cx="282513" cy="293127"/>
            </a:xfrm>
            <a:prstGeom prst="ellipse">
              <a:avLst/>
            </a:pr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46" name="Google Shape;246;p15"/>
            <p:cNvSpPr/>
            <p:nvPr/>
          </p:nvSpPr>
          <p:spPr>
            <a:xfrm>
              <a:off x="92458" y="1149953"/>
              <a:ext cx="93743" cy="127331"/>
            </a:xfrm>
            <a:custGeom>
              <a:rect b="b" l="l" r="r" t="t"/>
              <a:pathLst>
                <a:path extrusionOk="0" h="21600" w="21600">
                  <a:moveTo>
                    <a:pt x="0" y="655"/>
                  </a:moveTo>
                  <a:cubicBezTo>
                    <a:pt x="6912" y="655"/>
                    <a:pt x="13824" y="0"/>
                    <a:pt x="21600" y="0"/>
                  </a:cubicBezTo>
                  <a:cubicBezTo>
                    <a:pt x="12960" y="4582"/>
                    <a:pt x="7776" y="13091"/>
                    <a:pt x="9504"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47" name="Google Shape;247;p15"/>
            <p:cNvSpPr/>
            <p:nvPr/>
          </p:nvSpPr>
          <p:spPr>
            <a:xfrm>
              <a:off x="100163" y="1215890"/>
              <a:ext cx="70629" cy="12701"/>
            </a:xfrm>
            <a:custGeom>
              <a:rect b="b" l="l" r="r" t="t"/>
              <a:pathLst>
                <a:path extrusionOk="0" h="21600" w="21600">
                  <a:moveTo>
                    <a:pt x="0" y="21600"/>
                  </a:moveTo>
                  <a:cubicBezTo>
                    <a:pt x="7958" y="21600"/>
                    <a:pt x="14779" y="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48" name="Google Shape;248;p15"/>
            <p:cNvSpPr/>
            <p:nvPr/>
          </p:nvSpPr>
          <p:spPr>
            <a:xfrm>
              <a:off x="399156" y="627238"/>
              <a:ext cx="466574" cy="481600"/>
            </a:xfrm>
            <a:custGeom>
              <a:rect b="b" l="l" r="r" t="t"/>
              <a:pathLst>
                <a:path extrusionOk="0" h="21429" w="21268">
                  <a:moveTo>
                    <a:pt x="21264" y="10629"/>
                  </a:moveTo>
                  <a:cubicBezTo>
                    <a:pt x="21264" y="4629"/>
                    <a:pt x="16502" y="0"/>
                    <a:pt x="10549" y="0"/>
                  </a:cubicBezTo>
                  <a:cubicBezTo>
                    <a:pt x="10549" y="0"/>
                    <a:pt x="344" y="-171"/>
                    <a:pt x="4" y="10800"/>
                  </a:cubicBezTo>
                  <a:cubicBezTo>
                    <a:pt x="-166" y="16800"/>
                    <a:pt x="4936" y="21429"/>
                    <a:pt x="10889" y="21429"/>
                  </a:cubicBezTo>
                  <a:cubicBezTo>
                    <a:pt x="10889" y="21429"/>
                    <a:pt x="10889" y="21429"/>
                    <a:pt x="10889" y="21429"/>
                  </a:cubicBezTo>
                  <a:cubicBezTo>
                    <a:pt x="10889" y="21429"/>
                    <a:pt x="10889" y="21429"/>
                    <a:pt x="10889" y="21429"/>
                  </a:cubicBezTo>
                  <a:cubicBezTo>
                    <a:pt x="10889" y="21429"/>
                    <a:pt x="10889" y="21429"/>
                    <a:pt x="10889" y="21429"/>
                  </a:cubicBezTo>
                  <a:cubicBezTo>
                    <a:pt x="16672" y="21429"/>
                    <a:pt x="21434" y="16458"/>
                    <a:pt x="21264" y="10629"/>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49" name="Google Shape;249;p15"/>
            <p:cNvSpPr/>
            <p:nvPr/>
          </p:nvSpPr>
          <p:spPr>
            <a:xfrm>
              <a:off x="548328" y="635326"/>
              <a:ext cx="174645" cy="473511"/>
            </a:xfrm>
            <a:custGeom>
              <a:rect b="b" l="l" r="r" t="t"/>
              <a:pathLst>
                <a:path extrusionOk="0" h="21600" w="21600">
                  <a:moveTo>
                    <a:pt x="21600" y="10537"/>
                  </a:moveTo>
                  <a:cubicBezTo>
                    <a:pt x="21600" y="16683"/>
                    <a:pt x="18383" y="21600"/>
                    <a:pt x="11030" y="21600"/>
                  </a:cubicBezTo>
                  <a:cubicBezTo>
                    <a:pt x="3677" y="21600"/>
                    <a:pt x="0" y="16507"/>
                    <a:pt x="0" y="10361"/>
                  </a:cubicBezTo>
                  <a:cubicBezTo>
                    <a:pt x="0" y="4390"/>
                    <a:pt x="3677" y="0"/>
                    <a:pt x="11030" y="0"/>
                  </a:cubicBezTo>
                  <a:cubicBezTo>
                    <a:pt x="18843" y="0"/>
                    <a:pt x="21600" y="4390"/>
                    <a:pt x="21600" y="10537"/>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50" name="Google Shape;250;p15"/>
            <p:cNvSpPr/>
            <p:nvPr/>
          </p:nvSpPr>
          <p:spPr>
            <a:xfrm>
              <a:off x="405789" y="761331"/>
              <a:ext cx="467429" cy="196301"/>
            </a:xfrm>
            <a:custGeom>
              <a:rect b="b" l="l" r="r" t="t"/>
              <a:pathLst>
                <a:path extrusionOk="0" h="21600" w="21600">
                  <a:moveTo>
                    <a:pt x="10541" y="0"/>
                  </a:moveTo>
                  <a:cubicBezTo>
                    <a:pt x="16589" y="0"/>
                    <a:pt x="21600" y="4659"/>
                    <a:pt x="21600" y="11435"/>
                  </a:cubicBezTo>
                  <a:cubicBezTo>
                    <a:pt x="21600" y="18212"/>
                    <a:pt x="16762" y="21600"/>
                    <a:pt x="10714" y="21600"/>
                  </a:cubicBezTo>
                  <a:cubicBezTo>
                    <a:pt x="4666" y="21600"/>
                    <a:pt x="0" y="18212"/>
                    <a:pt x="0" y="11435"/>
                  </a:cubicBezTo>
                  <a:cubicBezTo>
                    <a:pt x="0" y="4659"/>
                    <a:pt x="4666" y="0"/>
                    <a:pt x="10541" y="0"/>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51" name="Google Shape;251;p15"/>
            <p:cNvSpPr/>
            <p:nvPr/>
          </p:nvSpPr>
          <p:spPr>
            <a:xfrm>
              <a:off x="499530" y="1238820"/>
              <a:ext cx="242703" cy="250683"/>
            </a:xfrm>
            <a:prstGeom prst="ellipse">
              <a:avLst/>
            </a:pr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52" name="Google Shape;252;p15"/>
            <p:cNvSpPr/>
            <p:nvPr/>
          </p:nvSpPr>
          <p:spPr>
            <a:xfrm>
              <a:off x="544476" y="1604895"/>
              <a:ext cx="148961" cy="119374"/>
            </a:xfrm>
            <a:custGeom>
              <a:rect b="b" l="l" r="r" t="t"/>
              <a:pathLst>
                <a:path extrusionOk="0" h="21600" w="21600">
                  <a:moveTo>
                    <a:pt x="21600" y="21600"/>
                  </a:moveTo>
                  <a:cubicBezTo>
                    <a:pt x="21600" y="8361"/>
                    <a:pt x="21600" y="8361"/>
                    <a:pt x="21600" y="8361"/>
                  </a:cubicBezTo>
                  <a:cubicBezTo>
                    <a:pt x="21600" y="3484"/>
                    <a:pt x="18900" y="0"/>
                    <a:pt x="15120" y="0"/>
                  </a:cubicBezTo>
                  <a:cubicBezTo>
                    <a:pt x="5940" y="0"/>
                    <a:pt x="5940" y="0"/>
                    <a:pt x="5940" y="0"/>
                  </a:cubicBezTo>
                  <a:cubicBezTo>
                    <a:pt x="2700" y="0"/>
                    <a:pt x="0" y="3484"/>
                    <a:pt x="0" y="8361"/>
                  </a:cubicBezTo>
                  <a:cubicBezTo>
                    <a:pt x="0" y="21600"/>
                    <a:pt x="0" y="21600"/>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53" name="Google Shape;253;p15"/>
            <p:cNvSpPr/>
            <p:nvPr/>
          </p:nvSpPr>
          <p:spPr>
            <a:xfrm>
              <a:off x="480269" y="1539903"/>
              <a:ext cx="276091" cy="188345"/>
            </a:xfrm>
            <a:custGeom>
              <a:rect b="b" l="l" r="r" t="t"/>
              <a:pathLst>
                <a:path extrusionOk="0" h="21600" w="21600">
                  <a:moveTo>
                    <a:pt x="0" y="21600"/>
                  </a:moveTo>
                  <a:cubicBezTo>
                    <a:pt x="0" y="12784"/>
                    <a:pt x="0" y="12784"/>
                    <a:pt x="0" y="12784"/>
                  </a:cubicBezTo>
                  <a:cubicBezTo>
                    <a:pt x="0" y="5731"/>
                    <a:pt x="3795" y="0"/>
                    <a:pt x="8173" y="0"/>
                  </a:cubicBezTo>
                  <a:cubicBezTo>
                    <a:pt x="13135" y="0"/>
                    <a:pt x="13135" y="0"/>
                    <a:pt x="13135" y="0"/>
                  </a:cubicBezTo>
                  <a:cubicBezTo>
                    <a:pt x="17805" y="0"/>
                    <a:pt x="21600" y="5731"/>
                    <a:pt x="21600" y="12784"/>
                  </a:cubicBezTo>
                  <a:cubicBezTo>
                    <a:pt x="21600" y="20718"/>
                    <a:pt x="21600" y="20718"/>
                    <a:pt x="21600" y="20718"/>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54" name="Google Shape;254;p15"/>
            <p:cNvSpPr/>
            <p:nvPr/>
          </p:nvSpPr>
          <p:spPr>
            <a:xfrm>
              <a:off x="405789" y="1439099"/>
              <a:ext cx="1271" cy="88867"/>
            </a:xfrm>
            <a:prstGeom prst="ellipse">
              <a:avLst/>
            </a:pr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255" name="Google Shape;255;p15"/>
            <p:cNvCxnSpPr/>
            <p:nvPr/>
          </p:nvCxnSpPr>
          <p:spPr>
            <a:xfrm>
              <a:off x="368548" y="1481543"/>
              <a:ext cx="78333" cy="1"/>
            </a:xfrm>
            <a:prstGeom prst="straightConnector1">
              <a:avLst/>
            </a:prstGeom>
            <a:solidFill>
              <a:srgbClr val="FFFFFF"/>
            </a:solidFill>
            <a:ln cap="rnd" cmpd="sng" w="9525">
              <a:solidFill>
                <a:srgbClr val="FFFFFF"/>
              </a:solidFill>
              <a:prstDash val="solid"/>
              <a:round/>
              <a:headEnd len="sm" w="sm" type="none"/>
              <a:tailEnd len="sm" w="sm" type="none"/>
            </a:ln>
          </p:spPr>
        </p:cxnSp>
        <p:sp>
          <p:nvSpPr>
            <p:cNvPr id="256" name="Google Shape;256;p15"/>
            <p:cNvSpPr/>
            <p:nvPr/>
          </p:nvSpPr>
          <p:spPr>
            <a:xfrm>
              <a:off x="562453" y="1305138"/>
              <a:ext cx="115573" cy="122025"/>
            </a:xfrm>
            <a:prstGeom prst="ellipse">
              <a:avLst/>
            </a:pr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57" name="Google Shape;257;p15"/>
            <p:cNvSpPr/>
            <p:nvPr/>
          </p:nvSpPr>
          <p:spPr>
            <a:xfrm>
              <a:off x="1789521" y="2452439"/>
              <a:ext cx="12701" cy="141921"/>
            </a:xfrm>
            <a:custGeom>
              <a:rect b="b" l="l" r="r" t="t"/>
              <a:pathLst>
                <a:path extrusionOk="0" h="21600" w="21600">
                  <a:moveTo>
                    <a:pt x="0" y="0"/>
                  </a:moveTo>
                  <a:cubicBezTo>
                    <a:pt x="0" y="19265"/>
                    <a:pt x="21600" y="21600"/>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58" name="Google Shape;258;p15"/>
            <p:cNvSpPr/>
            <p:nvPr/>
          </p:nvSpPr>
          <p:spPr>
            <a:xfrm>
              <a:off x="1537117" y="2359594"/>
              <a:ext cx="51367" cy="80908"/>
            </a:xfrm>
            <a:custGeom>
              <a:rect b="b" l="l" r="r" t="t"/>
              <a:pathLst>
                <a:path extrusionOk="0" h="21600" w="21600">
                  <a:moveTo>
                    <a:pt x="21600" y="0"/>
                  </a:moveTo>
                  <a:cubicBezTo>
                    <a:pt x="13886" y="7200"/>
                    <a:pt x="7714" y="14400"/>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59" name="Google Shape;259;p15"/>
            <p:cNvSpPr/>
            <p:nvPr/>
          </p:nvSpPr>
          <p:spPr>
            <a:xfrm>
              <a:off x="1983998" y="2355615"/>
              <a:ext cx="52650" cy="80908"/>
            </a:xfrm>
            <a:custGeom>
              <a:rect b="b" l="l" r="r" t="t"/>
              <a:pathLst>
                <a:path extrusionOk="0" h="21600" w="21600">
                  <a:moveTo>
                    <a:pt x="0" y="0"/>
                  </a:moveTo>
                  <a:cubicBezTo>
                    <a:pt x="7714" y="7200"/>
                    <a:pt x="13886" y="14400"/>
                    <a:pt x="2160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60" name="Google Shape;260;p15"/>
            <p:cNvSpPr/>
            <p:nvPr/>
          </p:nvSpPr>
          <p:spPr>
            <a:xfrm>
              <a:off x="1789521" y="1712330"/>
              <a:ext cx="12701" cy="143248"/>
            </a:xfrm>
            <a:custGeom>
              <a:rect b="b" l="l" r="r" t="t"/>
              <a:pathLst>
                <a:path extrusionOk="0" h="21600" w="21600">
                  <a:moveTo>
                    <a:pt x="0" y="21600"/>
                  </a:moveTo>
                  <a:cubicBezTo>
                    <a:pt x="0" y="14595"/>
                    <a:pt x="0" y="7005"/>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61" name="Google Shape;261;p15"/>
            <p:cNvSpPr/>
            <p:nvPr/>
          </p:nvSpPr>
          <p:spPr>
            <a:xfrm>
              <a:off x="1507582" y="1793238"/>
              <a:ext cx="51367" cy="80909"/>
            </a:xfrm>
            <a:custGeom>
              <a:rect b="b" l="l" r="r" t="t"/>
              <a:pathLst>
                <a:path extrusionOk="0" h="21600" w="21600">
                  <a:moveTo>
                    <a:pt x="21600" y="21600"/>
                  </a:moveTo>
                  <a:cubicBezTo>
                    <a:pt x="13886" y="14400"/>
                    <a:pt x="7714" y="7200"/>
                    <a:pt x="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62" name="Google Shape;262;p15"/>
            <p:cNvSpPr/>
            <p:nvPr/>
          </p:nvSpPr>
          <p:spPr>
            <a:xfrm>
              <a:off x="2014818" y="1793238"/>
              <a:ext cx="51367" cy="80909"/>
            </a:xfrm>
            <a:custGeom>
              <a:rect b="b" l="l" r="r" t="t"/>
              <a:pathLst>
                <a:path extrusionOk="0" h="21600" w="21600">
                  <a:moveTo>
                    <a:pt x="0" y="21600"/>
                  </a:moveTo>
                  <a:cubicBezTo>
                    <a:pt x="7714" y="14400"/>
                    <a:pt x="13886" y="720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63" name="Google Shape;263;p15"/>
            <p:cNvSpPr/>
            <p:nvPr/>
          </p:nvSpPr>
          <p:spPr>
            <a:xfrm>
              <a:off x="1353485" y="2143016"/>
              <a:ext cx="101447" cy="12701"/>
            </a:xfrm>
            <a:custGeom>
              <a:rect b="b" l="l" r="r" t="t"/>
              <a:pathLst>
                <a:path extrusionOk="0" h="21600" w="21600">
                  <a:moveTo>
                    <a:pt x="21600" y="0"/>
                  </a:moveTo>
                  <a:cubicBezTo>
                    <a:pt x="12800" y="0"/>
                    <a:pt x="8000" y="0"/>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64" name="Google Shape;264;p15"/>
            <p:cNvSpPr/>
            <p:nvPr/>
          </p:nvSpPr>
          <p:spPr>
            <a:xfrm>
              <a:off x="2103423" y="2143016"/>
              <a:ext cx="119427" cy="12701"/>
            </a:xfrm>
            <a:custGeom>
              <a:rect b="b" l="l" r="r" t="t"/>
              <a:pathLst>
                <a:path extrusionOk="0" h="21600" w="21600">
                  <a:moveTo>
                    <a:pt x="21600" y="0"/>
                  </a:moveTo>
                  <a:cubicBezTo>
                    <a:pt x="14175" y="0"/>
                    <a:pt x="7425" y="0"/>
                    <a:pt x="0" y="2160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65" name="Google Shape;265;p15"/>
            <p:cNvSpPr/>
            <p:nvPr/>
          </p:nvSpPr>
          <p:spPr>
            <a:xfrm>
              <a:off x="1532223" y="1911494"/>
              <a:ext cx="520829" cy="460038"/>
            </a:xfrm>
            <a:custGeom>
              <a:rect b="b" l="l" r="r" t="t"/>
              <a:pathLst>
                <a:path extrusionOk="0" h="20985" w="21059">
                  <a:moveTo>
                    <a:pt x="21029" y="6058"/>
                  </a:moveTo>
                  <a:cubicBezTo>
                    <a:pt x="20727" y="3951"/>
                    <a:pt x="19821" y="2546"/>
                    <a:pt x="19216" y="1844"/>
                  </a:cubicBezTo>
                  <a:cubicBezTo>
                    <a:pt x="19216" y="1844"/>
                    <a:pt x="19216" y="1844"/>
                    <a:pt x="19216" y="1844"/>
                  </a:cubicBezTo>
                  <a:cubicBezTo>
                    <a:pt x="17253" y="-615"/>
                    <a:pt x="13930" y="-615"/>
                    <a:pt x="11966" y="1844"/>
                  </a:cubicBezTo>
                  <a:cubicBezTo>
                    <a:pt x="10455" y="3600"/>
                    <a:pt x="10455" y="3600"/>
                    <a:pt x="10455" y="3600"/>
                  </a:cubicBezTo>
                  <a:cubicBezTo>
                    <a:pt x="9096" y="1844"/>
                    <a:pt x="9096" y="1844"/>
                    <a:pt x="9096" y="1844"/>
                  </a:cubicBezTo>
                  <a:cubicBezTo>
                    <a:pt x="7132" y="-615"/>
                    <a:pt x="3809" y="-615"/>
                    <a:pt x="1846" y="1844"/>
                  </a:cubicBezTo>
                  <a:cubicBezTo>
                    <a:pt x="1846" y="1844"/>
                    <a:pt x="1846" y="1844"/>
                    <a:pt x="1846" y="1844"/>
                  </a:cubicBezTo>
                  <a:cubicBezTo>
                    <a:pt x="1241" y="2546"/>
                    <a:pt x="335" y="3951"/>
                    <a:pt x="33" y="6058"/>
                  </a:cubicBezTo>
                  <a:cubicBezTo>
                    <a:pt x="-269" y="9922"/>
                    <a:pt x="1393" y="15014"/>
                    <a:pt x="10455" y="20985"/>
                  </a:cubicBezTo>
                  <a:cubicBezTo>
                    <a:pt x="10455" y="20985"/>
                    <a:pt x="10455" y="20985"/>
                    <a:pt x="10455" y="20985"/>
                  </a:cubicBezTo>
                  <a:cubicBezTo>
                    <a:pt x="10455" y="20985"/>
                    <a:pt x="10455" y="20985"/>
                    <a:pt x="10455" y="20985"/>
                  </a:cubicBezTo>
                  <a:cubicBezTo>
                    <a:pt x="10455" y="20985"/>
                    <a:pt x="10455" y="20985"/>
                    <a:pt x="10455" y="20985"/>
                  </a:cubicBezTo>
                  <a:cubicBezTo>
                    <a:pt x="10455" y="20985"/>
                    <a:pt x="10455" y="20985"/>
                    <a:pt x="10455" y="20985"/>
                  </a:cubicBezTo>
                  <a:cubicBezTo>
                    <a:pt x="19518" y="15014"/>
                    <a:pt x="21331" y="9922"/>
                    <a:pt x="21029" y="6058"/>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66" name="Google Shape;266;p15"/>
            <p:cNvSpPr/>
            <p:nvPr/>
          </p:nvSpPr>
          <p:spPr>
            <a:xfrm>
              <a:off x="1537117" y="2009435"/>
              <a:ext cx="59072" cy="46423"/>
            </a:xfrm>
            <a:custGeom>
              <a:rect b="b" l="l" r="r" t="t"/>
              <a:pathLst>
                <a:path extrusionOk="0" h="21600" w="21600">
                  <a:moveTo>
                    <a:pt x="0" y="21600"/>
                  </a:moveTo>
                  <a:cubicBezTo>
                    <a:pt x="5400" y="14400"/>
                    <a:pt x="13500" y="720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67" name="Google Shape;267;p15"/>
            <p:cNvSpPr/>
            <p:nvPr/>
          </p:nvSpPr>
          <p:spPr>
            <a:xfrm>
              <a:off x="1544822" y="2078406"/>
              <a:ext cx="70629" cy="54381"/>
            </a:xfrm>
            <a:custGeom>
              <a:rect b="b" l="l" r="r" t="t"/>
              <a:pathLst>
                <a:path extrusionOk="0" h="21600" w="21600">
                  <a:moveTo>
                    <a:pt x="0" y="21600"/>
                  </a:moveTo>
                  <a:cubicBezTo>
                    <a:pt x="6821" y="13886"/>
                    <a:pt x="14779" y="7714"/>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268" name="Google Shape;268;p15"/>
            <p:cNvCxnSpPr/>
            <p:nvPr/>
          </p:nvCxnSpPr>
          <p:spPr>
            <a:xfrm flipH="1" rot="10800000">
              <a:off x="1585915" y="2147376"/>
              <a:ext cx="62924" cy="50403"/>
            </a:xfrm>
            <a:prstGeom prst="straightConnector1">
              <a:avLst/>
            </a:prstGeom>
            <a:noFill/>
            <a:ln cap="rnd" cmpd="sng" w="9525">
              <a:solidFill>
                <a:srgbClr val="FFFFFF"/>
              </a:solidFill>
              <a:prstDash val="solid"/>
              <a:round/>
              <a:headEnd len="sm" w="sm" type="none"/>
              <a:tailEnd len="sm" w="sm" type="none"/>
            </a:ln>
          </p:spPr>
        </p:cxnSp>
        <p:sp>
          <p:nvSpPr>
            <p:cNvPr id="269" name="Google Shape;269;p15"/>
            <p:cNvSpPr/>
            <p:nvPr/>
          </p:nvSpPr>
          <p:spPr>
            <a:xfrm>
              <a:off x="1625724" y="2205736"/>
              <a:ext cx="56503" cy="42444"/>
            </a:xfrm>
            <a:custGeom>
              <a:rect b="b" l="l" r="r" t="t"/>
              <a:pathLst>
                <a:path extrusionOk="0" h="21600" w="21600">
                  <a:moveTo>
                    <a:pt x="0" y="21600"/>
                  </a:moveTo>
                  <a:cubicBezTo>
                    <a:pt x="4320" y="15709"/>
                    <a:pt x="17280" y="3927"/>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70" name="Google Shape;270;p15"/>
            <p:cNvSpPr/>
            <p:nvPr/>
          </p:nvSpPr>
          <p:spPr>
            <a:xfrm>
              <a:off x="1682226" y="2262770"/>
              <a:ext cx="48798" cy="34486"/>
            </a:xfrm>
            <a:custGeom>
              <a:rect b="b" l="l" r="r" t="t"/>
              <a:pathLst>
                <a:path extrusionOk="0" h="21600" w="21600">
                  <a:moveTo>
                    <a:pt x="0" y="21600"/>
                  </a:moveTo>
                  <a:cubicBezTo>
                    <a:pt x="8308" y="12000"/>
                    <a:pt x="13292" y="720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71" name="Google Shape;271;p15"/>
            <p:cNvSpPr/>
            <p:nvPr/>
          </p:nvSpPr>
          <p:spPr>
            <a:xfrm>
              <a:off x="1752854" y="2317150"/>
              <a:ext cx="37240" cy="26528"/>
            </a:xfrm>
            <a:custGeom>
              <a:rect b="b" l="l" r="r" t="t"/>
              <a:pathLst>
                <a:path extrusionOk="0" h="21600" w="21600">
                  <a:moveTo>
                    <a:pt x="0" y="21600"/>
                  </a:moveTo>
                  <a:cubicBezTo>
                    <a:pt x="8640" y="12343"/>
                    <a:pt x="12960" y="9257"/>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72" name="Google Shape;272;p15"/>
            <p:cNvSpPr/>
            <p:nvPr/>
          </p:nvSpPr>
          <p:spPr>
            <a:xfrm>
              <a:off x="1890064" y="1958487"/>
              <a:ext cx="97788" cy="125068"/>
            </a:xfrm>
            <a:custGeom>
              <a:rect b="b" l="l" r="r" t="t"/>
              <a:pathLst>
                <a:path extrusionOk="0" h="20573" w="18906">
                  <a:moveTo>
                    <a:pt x="3786" y="8329"/>
                  </a:moveTo>
                  <a:cubicBezTo>
                    <a:pt x="6666" y="9600"/>
                    <a:pt x="8826" y="12141"/>
                    <a:pt x="9546" y="14682"/>
                  </a:cubicBezTo>
                  <a:cubicBezTo>
                    <a:pt x="10266" y="15953"/>
                    <a:pt x="10986" y="17859"/>
                    <a:pt x="11706" y="19129"/>
                  </a:cubicBezTo>
                  <a:cubicBezTo>
                    <a:pt x="12426" y="19764"/>
                    <a:pt x="13866" y="21035"/>
                    <a:pt x="15306" y="20400"/>
                  </a:cubicBezTo>
                  <a:cubicBezTo>
                    <a:pt x="18186" y="20400"/>
                    <a:pt x="18906" y="17859"/>
                    <a:pt x="18906" y="15953"/>
                  </a:cubicBezTo>
                  <a:cubicBezTo>
                    <a:pt x="18906" y="12141"/>
                    <a:pt x="17466" y="8329"/>
                    <a:pt x="14586" y="5153"/>
                  </a:cubicBezTo>
                  <a:cubicBezTo>
                    <a:pt x="12426" y="3247"/>
                    <a:pt x="6666" y="-565"/>
                    <a:pt x="3066" y="70"/>
                  </a:cubicBezTo>
                  <a:cubicBezTo>
                    <a:pt x="-2694" y="1976"/>
                    <a:pt x="906" y="6423"/>
                    <a:pt x="3786" y="8329"/>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73" name="Google Shape;273;p15"/>
            <p:cNvSpPr/>
            <p:nvPr/>
          </p:nvSpPr>
          <p:spPr>
            <a:xfrm>
              <a:off x="1944663" y="2123975"/>
              <a:ext cx="39337" cy="44160"/>
            </a:xfrm>
            <a:custGeom>
              <a:rect b="b" l="l" r="r" t="t"/>
              <a:pathLst>
                <a:path extrusionOk="0" h="18925" w="19460">
                  <a:moveTo>
                    <a:pt x="5060" y="322"/>
                  </a:moveTo>
                  <a:cubicBezTo>
                    <a:pt x="12260" y="-1340"/>
                    <a:pt x="19460" y="3645"/>
                    <a:pt x="19460" y="10291"/>
                  </a:cubicBezTo>
                  <a:cubicBezTo>
                    <a:pt x="19460" y="15275"/>
                    <a:pt x="12260" y="20260"/>
                    <a:pt x="5060" y="18598"/>
                  </a:cubicBezTo>
                  <a:cubicBezTo>
                    <a:pt x="-340" y="15275"/>
                    <a:pt x="-2140" y="6968"/>
                    <a:pt x="3260" y="1983"/>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74" name="Google Shape;274;p15"/>
            <p:cNvSpPr/>
            <p:nvPr/>
          </p:nvSpPr>
          <p:spPr>
            <a:xfrm>
              <a:off x="1596188" y="354138"/>
              <a:ext cx="504668" cy="534524"/>
            </a:xfrm>
            <a:custGeom>
              <a:rect b="b" l="l" r="r" t="t"/>
              <a:pathLst>
                <a:path extrusionOk="0" h="21600" w="21600">
                  <a:moveTo>
                    <a:pt x="10720" y="0"/>
                  </a:moveTo>
                  <a:cubicBezTo>
                    <a:pt x="4800" y="0"/>
                    <a:pt x="0" y="4351"/>
                    <a:pt x="0" y="9635"/>
                  </a:cubicBezTo>
                  <a:cubicBezTo>
                    <a:pt x="0" y="12121"/>
                    <a:pt x="960" y="14296"/>
                    <a:pt x="2720" y="16006"/>
                  </a:cubicBezTo>
                  <a:cubicBezTo>
                    <a:pt x="3520" y="16783"/>
                    <a:pt x="4000" y="17871"/>
                    <a:pt x="4000" y="18958"/>
                  </a:cubicBezTo>
                  <a:cubicBezTo>
                    <a:pt x="4000" y="21600"/>
                    <a:pt x="4000" y="21600"/>
                    <a:pt x="4000" y="21600"/>
                  </a:cubicBezTo>
                  <a:cubicBezTo>
                    <a:pt x="7040" y="19580"/>
                    <a:pt x="7040" y="19580"/>
                    <a:pt x="7040" y="19580"/>
                  </a:cubicBezTo>
                  <a:cubicBezTo>
                    <a:pt x="7520" y="19114"/>
                    <a:pt x="8320" y="18958"/>
                    <a:pt x="8960" y="19114"/>
                  </a:cubicBezTo>
                  <a:cubicBezTo>
                    <a:pt x="9600" y="19269"/>
                    <a:pt x="10240" y="19269"/>
                    <a:pt x="10720" y="19269"/>
                  </a:cubicBezTo>
                  <a:cubicBezTo>
                    <a:pt x="16800" y="19269"/>
                    <a:pt x="21600" y="14918"/>
                    <a:pt x="21600" y="9635"/>
                  </a:cubicBezTo>
                  <a:cubicBezTo>
                    <a:pt x="21600" y="4351"/>
                    <a:pt x="16800" y="0"/>
                    <a:pt x="10720" y="0"/>
                  </a:cubicBezTo>
                  <a:close/>
                  <a:moveTo>
                    <a:pt x="11360" y="11655"/>
                  </a:moveTo>
                  <a:cubicBezTo>
                    <a:pt x="9920" y="10101"/>
                    <a:pt x="9920" y="10101"/>
                    <a:pt x="9920" y="10101"/>
                  </a:cubicBezTo>
                  <a:cubicBezTo>
                    <a:pt x="9440" y="9790"/>
                    <a:pt x="8960" y="9635"/>
                    <a:pt x="8480" y="9945"/>
                  </a:cubicBezTo>
                  <a:cubicBezTo>
                    <a:pt x="4000" y="12432"/>
                    <a:pt x="4000" y="12432"/>
                    <a:pt x="4000" y="12432"/>
                  </a:cubicBezTo>
                  <a:cubicBezTo>
                    <a:pt x="8960" y="7148"/>
                    <a:pt x="8960" y="7148"/>
                    <a:pt x="8960" y="7148"/>
                  </a:cubicBezTo>
                  <a:cubicBezTo>
                    <a:pt x="9280" y="6837"/>
                    <a:pt x="9760" y="6837"/>
                    <a:pt x="10080" y="7148"/>
                  </a:cubicBezTo>
                  <a:cubicBezTo>
                    <a:pt x="11680" y="8858"/>
                    <a:pt x="11680" y="8858"/>
                    <a:pt x="11680" y="8858"/>
                  </a:cubicBezTo>
                  <a:cubicBezTo>
                    <a:pt x="12160" y="9168"/>
                    <a:pt x="12640" y="9324"/>
                    <a:pt x="13120" y="9013"/>
                  </a:cubicBezTo>
                  <a:cubicBezTo>
                    <a:pt x="17600" y="6527"/>
                    <a:pt x="17600" y="6527"/>
                    <a:pt x="17600" y="6527"/>
                  </a:cubicBezTo>
                  <a:cubicBezTo>
                    <a:pt x="12960" y="11655"/>
                    <a:pt x="12960" y="11655"/>
                    <a:pt x="12960" y="11655"/>
                  </a:cubicBezTo>
                  <a:cubicBezTo>
                    <a:pt x="12480" y="12121"/>
                    <a:pt x="11680" y="12121"/>
                    <a:pt x="11360" y="11655"/>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75" name="Google Shape;275;p15"/>
            <p:cNvSpPr/>
            <p:nvPr/>
          </p:nvSpPr>
          <p:spPr>
            <a:xfrm>
              <a:off x="1431817" y="200279"/>
              <a:ext cx="134836" cy="137943"/>
            </a:xfrm>
            <a:custGeom>
              <a:rect b="b" l="l" r="r" t="t"/>
              <a:pathLst>
                <a:path extrusionOk="0" h="21600" w="21600">
                  <a:moveTo>
                    <a:pt x="21600" y="21600"/>
                  </a:moveTo>
                  <a:cubicBezTo>
                    <a:pt x="13800" y="15000"/>
                    <a:pt x="6600" y="7800"/>
                    <a:pt x="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76" name="Google Shape;276;p15"/>
            <p:cNvSpPr/>
            <p:nvPr/>
          </p:nvSpPr>
          <p:spPr>
            <a:xfrm>
              <a:off x="1607746" y="72949"/>
              <a:ext cx="115574" cy="172428"/>
            </a:xfrm>
            <a:custGeom>
              <a:rect b="b" l="l" r="r" t="t"/>
              <a:pathLst>
                <a:path extrusionOk="0" h="21600" w="21600">
                  <a:moveTo>
                    <a:pt x="21600" y="21600"/>
                  </a:moveTo>
                  <a:cubicBezTo>
                    <a:pt x="15329" y="14880"/>
                    <a:pt x="6271" y="6720"/>
                    <a:pt x="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cxnSp>
          <p:nvCxnSpPr>
            <p:cNvPr id="277" name="Google Shape;277;p15"/>
            <p:cNvCxnSpPr/>
            <p:nvPr/>
          </p:nvCxnSpPr>
          <p:spPr>
            <a:xfrm flipH="1" rot="10800000">
              <a:off x="1864573" y="0"/>
              <a:ext cx="34672" cy="218850"/>
            </a:xfrm>
            <a:prstGeom prst="straightConnector1">
              <a:avLst/>
            </a:prstGeom>
            <a:noFill/>
            <a:ln cap="rnd" cmpd="sng" w="9525">
              <a:solidFill>
                <a:srgbClr val="FFFFFF"/>
              </a:solidFill>
              <a:prstDash val="solid"/>
              <a:round/>
              <a:headEnd len="sm" w="sm" type="none"/>
              <a:tailEnd len="sm" w="sm" type="none"/>
            </a:ln>
          </p:spPr>
        </p:cxnSp>
        <p:sp>
          <p:nvSpPr>
            <p:cNvPr id="278" name="Google Shape;278;p15"/>
            <p:cNvSpPr/>
            <p:nvPr/>
          </p:nvSpPr>
          <p:spPr>
            <a:xfrm>
              <a:off x="2040501" y="122024"/>
              <a:ext cx="115573" cy="151206"/>
            </a:xfrm>
            <a:custGeom>
              <a:rect b="b" l="l" r="r" t="t"/>
              <a:pathLst>
                <a:path extrusionOk="0" h="21600" w="21600">
                  <a:moveTo>
                    <a:pt x="0" y="21600"/>
                  </a:moveTo>
                  <a:cubicBezTo>
                    <a:pt x="8361" y="14954"/>
                    <a:pt x="16026" y="7754"/>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79" name="Google Shape;279;p15"/>
            <p:cNvSpPr/>
            <p:nvPr/>
          </p:nvSpPr>
          <p:spPr>
            <a:xfrm>
              <a:off x="2144516" y="319652"/>
              <a:ext cx="183634" cy="115394"/>
            </a:xfrm>
            <a:custGeom>
              <a:rect b="b" l="l" r="r" t="t"/>
              <a:pathLst>
                <a:path extrusionOk="0" h="21600" w="21600">
                  <a:moveTo>
                    <a:pt x="0" y="21600"/>
                  </a:moveTo>
                  <a:cubicBezTo>
                    <a:pt x="6612" y="12960"/>
                    <a:pt x="14106" y="5760"/>
                    <a:pt x="21600" y="0"/>
                  </a:cubicBezTo>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80" name="Google Shape;280;p15"/>
            <p:cNvSpPr/>
            <p:nvPr/>
          </p:nvSpPr>
          <p:spPr>
            <a:xfrm>
              <a:off x="137119" y="2820255"/>
              <a:ext cx="670026" cy="401361"/>
            </a:xfrm>
            <a:custGeom>
              <a:rect b="b" l="l" r="r" t="t"/>
              <a:pathLst>
                <a:path extrusionOk="0" h="20050" w="20417">
                  <a:moveTo>
                    <a:pt x="19223" y="14878"/>
                  </a:moveTo>
                  <a:cubicBezTo>
                    <a:pt x="19110" y="14685"/>
                    <a:pt x="18996" y="14685"/>
                    <a:pt x="18882" y="14685"/>
                  </a:cubicBezTo>
                  <a:cubicBezTo>
                    <a:pt x="18314" y="14492"/>
                    <a:pt x="17746" y="14106"/>
                    <a:pt x="17177" y="13913"/>
                  </a:cubicBezTo>
                  <a:cubicBezTo>
                    <a:pt x="16040" y="13335"/>
                    <a:pt x="14903" y="12756"/>
                    <a:pt x="13653" y="12178"/>
                  </a:cubicBezTo>
                  <a:cubicBezTo>
                    <a:pt x="13653" y="11985"/>
                    <a:pt x="13085" y="11792"/>
                    <a:pt x="12630" y="11599"/>
                  </a:cubicBezTo>
                  <a:cubicBezTo>
                    <a:pt x="11720" y="11020"/>
                    <a:pt x="11834" y="9863"/>
                    <a:pt x="11720" y="9092"/>
                  </a:cubicBezTo>
                  <a:cubicBezTo>
                    <a:pt x="11493" y="6392"/>
                    <a:pt x="10925" y="3692"/>
                    <a:pt x="9219" y="1763"/>
                  </a:cubicBezTo>
                  <a:cubicBezTo>
                    <a:pt x="7514" y="-165"/>
                    <a:pt x="5354" y="-551"/>
                    <a:pt x="3535" y="799"/>
                  </a:cubicBezTo>
                  <a:cubicBezTo>
                    <a:pt x="-103" y="3499"/>
                    <a:pt x="-1126" y="11213"/>
                    <a:pt x="1375" y="16420"/>
                  </a:cubicBezTo>
                  <a:cubicBezTo>
                    <a:pt x="2967" y="19892"/>
                    <a:pt x="5922" y="21049"/>
                    <a:pt x="8310" y="19120"/>
                  </a:cubicBezTo>
                  <a:cubicBezTo>
                    <a:pt x="10583" y="17578"/>
                    <a:pt x="11266" y="14106"/>
                    <a:pt x="13198" y="15263"/>
                  </a:cubicBezTo>
                  <a:cubicBezTo>
                    <a:pt x="14449" y="15842"/>
                    <a:pt x="15699" y="16420"/>
                    <a:pt x="16836" y="16999"/>
                  </a:cubicBezTo>
                  <a:cubicBezTo>
                    <a:pt x="17291" y="17192"/>
                    <a:pt x="17632" y="17385"/>
                    <a:pt x="18087" y="17770"/>
                  </a:cubicBezTo>
                  <a:cubicBezTo>
                    <a:pt x="18541" y="17963"/>
                    <a:pt x="18996" y="18156"/>
                    <a:pt x="19451" y="18156"/>
                  </a:cubicBezTo>
                  <a:cubicBezTo>
                    <a:pt x="19792" y="18156"/>
                    <a:pt x="20019" y="18156"/>
                    <a:pt x="20247" y="17770"/>
                  </a:cubicBezTo>
                  <a:cubicBezTo>
                    <a:pt x="20474" y="17192"/>
                    <a:pt x="20474" y="16228"/>
                    <a:pt x="20247" y="15842"/>
                  </a:cubicBezTo>
                  <a:cubicBezTo>
                    <a:pt x="20019" y="15263"/>
                    <a:pt x="19678" y="15070"/>
                    <a:pt x="19223" y="14878"/>
                  </a:cubicBezTo>
                  <a:close/>
                  <a:moveTo>
                    <a:pt x="7969" y="15842"/>
                  </a:moveTo>
                  <a:cubicBezTo>
                    <a:pt x="6036" y="17770"/>
                    <a:pt x="3649" y="16613"/>
                    <a:pt x="2512" y="13528"/>
                  </a:cubicBezTo>
                  <a:cubicBezTo>
                    <a:pt x="1375" y="10249"/>
                    <a:pt x="1943" y="6199"/>
                    <a:pt x="3876" y="4270"/>
                  </a:cubicBezTo>
                  <a:cubicBezTo>
                    <a:pt x="5695" y="2342"/>
                    <a:pt x="8196" y="3306"/>
                    <a:pt x="9333" y="6585"/>
                  </a:cubicBezTo>
                  <a:cubicBezTo>
                    <a:pt x="10470" y="9670"/>
                    <a:pt x="9788" y="13913"/>
                    <a:pt x="7969" y="15842"/>
                  </a:cubicBezTo>
                  <a:close/>
                </a:path>
              </a:pathLst>
            </a:custGeom>
            <a:noFill/>
            <a:ln cap="flat" cmpd="sng" w="9525">
              <a:solidFill>
                <a:srgbClr val="FFFFFF"/>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sp>
          <p:nvSpPr>
            <p:cNvPr id="281" name="Google Shape;281;p15"/>
            <p:cNvSpPr/>
            <p:nvPr/>
          </p:nvSpPr>
          <p:spPr>
            <a:xfrm>
              <a:off x="267918" y="2929021"/>
              <a:ext cx="134357" cy="77111"/>
            </a:xfrm>
            <a:custGeom>
              <a:rect b="b" l="l" r="r" t="t"/>
              <a:pathLst>
                <a:path extrusionOk="0" h="19933" w="20000">
                  <a:moveTo>
                    <a:pt x="1158" y="7061"/>
                  </a:moveTo>
                  <a:cubicBezTo>
                    <a:pt x="50" y="9024"/>
                    <a:pt x="-504" y="11970"/>
                    <a:pt x="604" y="14915"/>
                  </a:cubicBezTo>
                  <a:cubicBezTo>
                    <a:pt x="1711" y="16879"/>
                    <a:pt x="3927" y="15897"/>
                    <a:pt x="5034" y="14915"/>
                  </a:cubicBezTo>
                  <a:cubicBezTo>
                    <a:pt x="6696" y="13933"/>
                    <a:pt x="8358" y="12951"/>
                    <a:pt x="9465" y="13933"/>
                  </a:cubicBezTo>
                  <a:cubicBezTo>
                    <a:pt x="11681" y="14915"/>
                    <a:pt x="13896" y="17861"/>
                    <a:pt x="15558" y="19824"/>
                  </a:cubicBezTo>
                  <a:cubicBezTo>
                    <a:pt x="18881" y="20806"/>
                    <a:pt x="21096" y="14915"/>
                    <a:pt x="19434" y="10006"/>
                  </a:cubicBezTo>
                  <a:cubicBezTo>
                    <a:pt x="17773" y="4115"/>
                    <a:pt x="13896" y="1170"/>
                    <a:pt x="11127" y="188"/>
                  </a:cubicBezTo>
                  <a:cubicBezTo>
                    <a:pt x="7250" y="-794"/>
                    <a:pt x="3373" y="2151"/>
                    <a:pt x="1158" y="7061"/>
                  </a:cubicBezTo>
                  <a:close/>
                </a:path>
              </a:pathLst>
            </a:custGeom>
            <a:noFill/>
            <a:ln cap="rnd"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C6DA"/>
                </a:buClr>
                <a:buSzPts val="1800"/>
                <a:buFont typeface="Arial"/>
                <a:buNone/>
              </a:pPr>
              <a:r>
                <a:t/>
              </a:r>
              <a:endParaRPr b="0" i="0" sz="1800" u="none" cap="none" strike="noStrike">
                <a:solidFill>
                  <a:srgbClr val="34C6DA"/>
                </a:solidFill>
                <a:latin typeface="Arial"/>
                <a:ea typeface="Arial"/>
                <a:cs typeface="Arial"/>
                <a:sym typeface="Arial"/>
              </a:endParaRPr>
            </a:p>
          </p:txBody>
        </p:sp>
      </p:grpSp>
      <p:sp>
        <p:nvSpPr>
          <p:cNvPr id="282" name="Google Shape;282;p15"/>
          <p:cNvSpPr txBox="1"/>
          <p:nvPr/>
        </p:nvSpPr>
        <p:spPr>
          <a:xfrm>
            <a:off x="7185404" y="4849417"/>
            <a:ext cx="2934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Arial"/>
              <a:ea typeface="Arial"/>
              <a:cs typeface="Arial"/>
              <a:sym typeface="Arial"/>
            </a:endParaRPr>
          </a:p>
        </p:txBody>
      </p:sp>
      <p:sp>
        <p:nvSpPr>
          <p:cNvPr id="283" name="Google Shape;283;p15"/>
          <p:cNvSpPr txBox="1"/>
          <p:nvPr/>
        </p:nvSpPr>
        <p:spPr>
          <a:xfrm>
            <a:off x="6286499" y="3725125"/>
            <a:ext cx="50073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Arial"/>
              <a:ea typeface="Arial"/>
              <a:cs typeface="Arial"/>
              <a:sym typeface="Arial"/>
            </a:endParaRPr>
          </a:p>
        </p:txBody>
      </p:sp>
      <p:pic>
        <p:nvPicPr>
          <p:cNvPr id="284" name="Google Shape;284;p15"/>
          <p:cNvPicPr preferRelativeResize="0"/>
          <p:nvPr/>
        </p:nvPicPr>
        <p:blipFill rotWithShape="1">
          <a:blip r:embed="rId4">
            <a:alphaModFix/>
          </a:blip>
          <a:srcRect b="0" l="0" r="0" t="0"/>
          <a:stretch/>
        </p:blipFill>
        <p:spPr>
          <a:xfrm>
            <a:off x="79375" y="76001"/>
            <a:ext cx="1367964" cy="882075"/>
          </a:xfrm>
          <a:prstGeom prst="rect">
            <a:avLst/>
          </a:prstGeom>
          <a:noFill/>
          <a:ln>
            <a:noFill/>
          </a:ln>
        </p:spPr>
      </p:pic>
      <p:sp>
        <p:nvSpPr>
          <p:cNvPr id="285" name="Google Shape;285;p15"/>
          <p:cNvSpPr txBox="1"/>
          <p:nvPr/>
        </p:nvSpPr>
        <p:spPr>
          <a:xfrm>
            <a:off x="5292225" y="4433850"/>
            <a:ext cx="65337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2500">
                <a:solidFill>
                  <a:srgbClr val="BFED52"/>
                </a:solidFill>
                <a:latin typeface="Calibri"/>
                <a:ea typeface="Calibri"/>
                <a:cs typeface="Calibri"/>
                <a:sym typeface="Calibri"/>
              </a:rPr>
              <a:t>LEARN WITH BRAINMINE</a:t>
            </a:r>
            <a:endParaRPr b="1" sz="2500">
              <a:solidFill>
                <a:srgbClr val="BFED52"/>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2ef68494f82_0_83"/>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291" name="Google Shape;291;g2ef68494f82_0_83"/>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292" name="Google Shape;292;g2ef68494f82_0_83"/>
          <p:cNvGrpSpPr/>
          <p:nvPr/>
        </p:nvGrpSpPr>
        <p:grpSpPr>
          <a:xfrm>
            <a:off x="271462" y="171448"/>
            <a:ext cx="790579" cy="743101"/>
            <a:chOff x="-1" y="-1"/>
            <a:chExt cx="790579" cy="743101"/>
          </a:xfrm>
        </p:grpSpPr>
        <p:sp>
          <p:nvSpPr>
            <p:cNvPr id="293" name="Google Shape;293;g2ef68494f82_0_83"/>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294" name="Google Shape;294;g2ef68494f82_0_83"/>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295" name="Google Shape;295;g2ef68494f82_0_83"/>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296" name="Google Shape;296;g2ef68494f82_0_83"/>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lang="en-IN" sz="3500">
                <a:solidFill>
                  <a:srgbClr val="92D050"/>
                </a:solidFill>
                <a:latin typeface="Arial Rounded"/>
                <a:ea typeface="Arial Rounded"/>
                <a:cs typeface="Arial Rounded"/>
                <a:sym typeface="Arial Rounded"/>
              </a:rPr>
              <a:t>Digital Marketing</a:t>
            </a:r>
            <a:endParaRPr b="0" i="0" sz="1400" u="none" cap="none" strike="noStrike">
              <a:solidFill>
                <a:srgbClr val="000000"/>
              </a:solidFill>
              <a:latin typeface="Arial"/>
              <a:ea typeface="Arial"/>
              <a:cs typeface="Arial"/>
              <a:sym typeface="Arial"/>
            </a:endParaRPr>
          </a:p>
        </p:txBody>
      </p:sp>
      <p:grpSp>
        <p:nvGrpSpPr>
          <p:cNvPr id="297" name="Google Shape;297;g2ef68494f82_0_83"/>
          <p:cNvGrpSpPr/>
          <p:nvPr/>
        </p:nvGrpSpPr>
        <p:grpSpPr>
          <a:xfrm>
            <a:off x="451715" y="377055"/>
            <a:ext cx="382428" cy="331722"/>
            <a:chOff x="0" y="-1"/>
            <a:chExt cx="382428" cy="331722"/>
          </a:xfrm>
        </p:grpSpPr>
        <p:sp>
          <p:nvSpPr>
            <p:cNvPr id="298" name="Google Shape;298;g2ef68494f82_0_83"/>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299" name="Google Shape;299;g2ef68494f82_0_83"/>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00" name="Google Shape;300;g2ef68494f82_0_83"/>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01" name="Google Shape;301;g2ef68494f82_0_83"/>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02" name="Google Shape;302;g2ef68494f82_0_83"/>
          <p:cNvSpPr txBox="1"/>
          <p:nvPr/>
        </p:nvSpPr>
        <p:spPr>
          <a:xfrm>
            <a:off x="190050" y="982825"/>
            <a:ext cx="11906400" cy="2373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What is Digital Marketing?</a:t>
            </a:r>
            <a:endParaRPr b="1"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IN" sz="1800">
                <a:solidFill>
                  <a:schemeClr val="dk1"/>
                </a:solidFill>
                <a:latin typeface="Calibri"/>
                <a:ea typeface="Calibri"/>
                <a:cs typeface="Calibri"/>
                <a:sym typeface="Calibri"/>
              </a:rPr>
              <a:t>Digital marketing, also called online marketing, refers to all marketing efforts that occur on the internet. Businesses leverage digital channels such as search engines, social media, email, and other websites to connect with current and prospective customers. This also includes communication through text or multimedia messages.</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IN" sz="1800">
                <a:solidFill>
                  <a:schemeClr val="dk1"/>
                </a:solidFill>
                <a:latin typeface="Calibri"/>
                <a:ea typeface="Calibri"/>
                <a:cs typeface="Calibri"/>
                <a:sym typeface="Calibri"/>
              </a:rPr>
              <a:t>Digital marketing helps you reach a larger audience than you could through traditional methods, and target the prospects who are most likely to buy your product or service. Additionally, it's often more cost-effective than traditional advertising, and enables you to measure success on a daily basis and pivot as you see fit.</a:t>
            </a:r>
            <a:endParaRPr sz="1800" u="sng">
              <a:solidFill>
                <a:schemeClr val="dk1"/>
              </a:solidFill>
              <a:latin typeface="Calibri"/>
              <a:ea typeface="Calibri"/>
              <a:cs typeface="Calibri"/>
              <a:sym typeface="Calibri"/>
            </a:endParaRPr>
          </a:p>
        </p:txBody>
      </p:sp>
      <p:sp>
        <p:nvSpPr>
          <p:cNvPr id="303" name="Google Shape;303;g2ef68494f82_0_83"/>
          <p:cNvSpPr txBox="1"/>
          <p:nvPr/>
        </p:nvSpPr>
        <p:spPr>
          <a:xfrm>
            <a:off x="190050" y="3503575"/>
            <a:ext cx="11906400" cy="332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What are the types of Digital Marketing?</a:t>
            </a:r>
            <a:endParaRPr b="1"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IN" sz="1800">
                <a:solidFill>
                  <a:schemeClr val="dk1"/>
                </a:solidFill>
                <a:latin typeface="Calibri"/>
                <a:ea typeface="Calibri"/>
                <a:cs typeface="Calibri"/>
                <a:sym typeface="Calibri"/>
              </a:rPr>
              <a:t>Here are five of the most effective types of digital marketing:</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Content Marketing - </a:t>
            </a:r>
            <a:r>
              <a:rPr lang="en-IN" sz="1800">
                <a:solidFill>
                  <a:schemeClr val="dk1"/>
                </a:solidFill>
                <a:latin typeface="Calibri"/>
                <a:ea typeface="Calibri"/>
                <a:cs typeface="Calibri"/>
                <a:sym typeface="Calibri"/>
              </a:rPr>
              <a:t>Content marketing is a strategic marketing approach focused on creating and distributing valuable, relevant, and consistent content to attract and retain a clearly defined audience — and, ultimately, to drive profitable customer action.</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Search Engine Optimization - </a:t>
            </a:r>
            <a:r>
              <a:rPr lang="en-IN" sz="1800">
                <a:solidFill>
                  <a:schemeClr val="dk1"/>
                </a:solidFill>
                <a:latin typeface="Calibri"/>
                <a:ea typeface="Calibri"/>
                <a:cs typeface="Calibri"/>
                <a:sym typeface="Calibri"/>
              </a:rPr>
              <a:t>SEO is the process of improving your site to increase its visibility when people search for products or services related to your business in Google, Bing, and other search engines. The better visibility your pages have in search results, the more likely you are to garner attention and attract prospective and existing customers to your business.</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1855f2f892_0_11"/>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309" name="Google Shape;309;g31855f2f892_0_11"/>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310" name="Google Shape;310;g31855f2f892_0_11"/>
          <p:cNvGrpSpPr/>
          <p:nvPr/>
        </p:nvGrpSpPr>
        <p:grpSpPr>
          <a:xfrm>
            <a:off x="271462" y="171448"/>
            <a:ext cx="790579" cy="743101"/>
            <a:chOff x="-1" y="-1"/>
            <a:chExt cx="790579" cy="743101"/>
          </a:xfrm>
        </p:grpSpPr>
        <p:sp>
          <p:nvSpPr>
            <p:cNvPr id="311" name="Google Shape;311;g31855f2f892_0_11"/>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12" name="Google Shape;312;g31855f2f892_0_11"/>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13" name="Google Shape;313;g31855f2f892_0_11"/>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14" name="Google Shape;314;g31855f2f892_0_11"/>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lang="en-IN" sz="3500">
                <a:solidFill>
                  <a:srgbClr val="92D050"/>
                </a:solidFill>
                <a:latin typeface="Arial Rounded"/>
                <a:ea typeface="Arial Rounded"/>
                <a:cs typeface="Arial Rounded"/>
                <a:sym typeface="Arial Rounded"/>
              </a:rPr>
              <a:t>Digital Marketing</a:t>
            </a:r>
            <a:endParaRPr b="0" i="0" sz="1400" u="none" cap="none" strike="noStrike">
              <a:solidFill>
                <a:srgbClr val="000000"/>
              </a:solidFill>
              <a:latin typeface="Arial"/>
              <a:ea typeface="Arial"/>
              <a:cs typeface="Arial"/>
              <a:sym typeface="Arial"/>
            </a:endParaRPr>
          </a:p>
        </p:txBody>
      </p:sp>
      <p:grpSp>
        <p:nvGrpSpPr>
          <p:cNvPr id="315" name="Google Shape;315;g31855f2f892_0_11"/>
          <p:cNvGrpSpPr/>
          <p:nvPr/>
        </p:nvGrpSpPr>
        <p:grpSpPr>
          <a:xfrm>
            <a:off x="451715" y="377055"/>
            <a:ext cx="382428" cy="331722"/>
            <a:chOff x="0" y="-1"/>
            <a:chExt cx="382428" cy="331722"/>
          </a:xfrm>
        </p:grpSpPr>
        <p:sp>
          <p:nvSpPr>
            <p:cNvPr id="316" name="Google Shape;316;g31855f2f892_0_11"/>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17" name="Google Shape;317;g31855f2f892_0_11"/>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18" name="Google Shape;318;g31855f2f892_0_11"/>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19" name="Google Shape;319;g31855f2f892_0_11"/>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20" name="Google Shape;320;g31855f2f892_0_11"/>
          <p:cNvSpPr txBox="1"/>
          <p:nvPr/>
        </p:nvSpPr>
        <p:spPr>
          <a:xfrm>
            <a:off x="113850" y="1081900"/>
            <a:ext cx="11906400" cy="5241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Pay Per Click - </a:t>
            </a:r>
            <a:r>
              <a:rPr lang="en-IN" sz="1800">
                <a:solidFill>
                  <a:schemeClr val="dk1"/>
                </a:solidFill>
                <a:latin typeface="Calibri"/>
                <a:ea typeface="Calibri"/>
                <a:cs typeface="Calibri"/>
                <a:sym typeface="Calibri"/>
              </a:rPr>
              <a:t>PPC is an online marketing model. This form of advertising is prevalent and most closely associated with Google, though you can see PPC ads on Facebook, Bing, and other places as well. With PPC marketing, the advertiser has to pay a fee every time someone clicks on their ad — hence the name pay-per-click.</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Social Media Marketing - </a:t>
            </a:r>
            <a:r>
              <a:rPr lang="en-IN" sz="1800">
                <a:solidFill>
                  <a:schemeClr val="dk1"/>
                </a:solidFill>
                <a:latin typeface="Calibri"/>
                <a:ea typeface="Calibri"/>
                <a:cs typeface="Calibri"/>
                <a:sym typeface="Calibri"/>
              </a:rPr>
              <a:t>Social media marketing is the process of creating content for social media platforms to promote your products and/or services, build community with your target audience, and drive traffic to your business. With new features and platforms emerging every day, social media marketing is constantly evolving.</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Email Marketing - </a:t>
            </a:r>
            <a:r>
              <a:rPr lang="en-IN" sz="1800">
                <a:solidFill>
                  <a:schemeClr val="dk1"/>
                </a:solidFill>
                <a:latin typeface="Calibri"/>
                <a:ea typeface="Calibri"/>
                <a:cs typeface="Calibri"/>
                <a:sym typeface="Calibri"/>
              </a:rPr>
              <a:t>Email marketing is a powerful marketing channel, a form of direct marketing as well as digital marketing, that uses email to promote your business’s products or services. It can help make your customers aware of your latest items or offers by integrating it into your marketing automation efforts.</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Influencer Marketing - I</a:t>
            </a:r>
            <a:r>
              <a:rPr lang="en-IN" sz="1800">
                <a:solidFill>
                  <a:schemeClr val="dk1"/>
                </a:solidFill>
                <a:latin typeface="Calibri"/>
                <a:ea typeface="Calibri"/>
                <a:cs typeface="Calibri"/>
                <a:sym typeface="Calibri"/>
              </a:rPr>
              <a:t>nfluencer marketing is a way brands can promote their products through endorsements or recommendations from influencers and content creators on the internet. Social media and blogs are home to the majority of</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IN" sz="1800">
                <a:solidFill>
                  <a:schemeClr val="dk1"/>
                </a:solidFill>
                <a:latin typeface="Calibri"/>
                <a:ea typeface="Calibri"/>
                <a:cs typeface="Calibri"/>
                <a:sym typeface="Calibri"/>
              </a:rPr>
              <a:t>influencers, although other creators like podcast hosts can fit the bill, too. Many times, influencer marketing is a part of brand awareness campaigns, but it can also result in plenty of conversions and sales.</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1855f2f892_0_32"/>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326" name="Google Shape;326;g31855f2f892_0_32"/>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327" name="Google Shape;327;g31855f2f892_0_32"/>
          <p:cNvGrpSpPr/>
          <p:nvPr/>
        </p:nvGrpSpPr>
        <p:grpSpPr>
          <a:xfrm>
            <a:off x="271462" y="171448"/>
            <a:ext cx="790579" cy="743101"/>
            <a:chOff x="-1" y="-1"/>
            <a:chExt cx="790579" cy="743101"/>
          </a:xfrm>
        </p:grpSpPr>
        <p:sp>
          <p:nvSpPr>
            <p:cNvPr id="328" name="Google Shape;328;g31855f2f892_0_32"/>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29" name="Google Shape;329;g31855f2f892_0_32"/>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30" name="Google Shape;330;g31855f2f892_0_32"/>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31" name="Google Shape;331;g31855f2f892_0_32"/>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lang="en-IN" sz="3500">
                <a:solidFill>
                  <a:srgbClr val="92D050"/>
                </a:solidFill>
                <a:latin typeface="Arial Rounded"/>
                <a:ea typeface="Arial Rounded"/>
                <a:cs typeface="Arial Rounded"/>
                <a:sym typeface="Arial Rounded"/>
              </a:rPr>
              <a:t>Digital Marketing</a:t>
            </a:r>
            <a:endParaRPr b="0" i="0" sz="1400" u="none" cap="none" strike="noStrike">
              <a:solidFill>
                <a:srgbClr val="000000"/>
              </a:solidFill>
              <a:latin typeface="Arial"/>
              <a:ea typeface="Arial"/>
              <a:cs typeface="Arial"/>
              <a:sym typeface="Arial"/>
            </a:endParaRPr>
          </a:p>
        </p:txBody>
      </p:sp>
      <p:grpSp>
        <p:nvGrpSpPr>
          <p:cNvPr id="332" name="Google Shape;332;g31855f2f892_0_32"/>
          <p:cNvGrpSpPr/>
          <p:nvPr/>
        </p:nvGrpSpPr>
        <p:grpSpPr>
          <a:xfrm>
            <a:off x="451715" y="377055"/>
            <a:ext cx="382428" cy="331722"/>
            <a:chOff x="0" y="-1"/>
            <a:chExt cx="382428" cy="331722"/>
          </a:xfrm>
        </p:grpSpPr>
        <p:sp>
          <p:nvSpPr>
            <p:cNvPr id="333" name="Google Shape;333;g31855f2f892_0_32"/>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34" name="Google Shape;334;g31855f2f892_0_32"/>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35" name="Google Shape;335;g31855f2f892_0_32"/>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36" name="Google Shape;336;g31855f2f892_0_32"/>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37" name="Google Shape;337;g31855f2f892_0_32"/>
          <p:cNvSpPr txBox="1"/>
          <p:nvPr/>
        </p:nvSpPr>
        <p:spPr>
          <a:xfrm>
            <a:off x="113850" y="1081900"/>
            <a:ext cx="11906400" cy="5241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Explain Inbound and Outbound Marketing?</a:t>
            </a:r>
            <a:endParaRPr b="1"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IN" sz="1800">
                <a:solidFill>
                  <a:schemeClr val="dk1"/>
                </a:solidFill>
                <a:latin typeface="Calibri"/>
                <a:ea typeface="Calibri"/>
                <a:cs typeface="Calibri"/>
                <a:sym typeface="Calibri"/>
              </a:rPr>
              <a:t>Outbound marketing is a traditional method of marketing seeking to push messaging out to potential customers. Outbound marketing includes activities such as trade shows, seminar series, and cold calling. It is costly and the ROI is much lower than inbound marketing.</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IN" sz="1800">
                <a:solidFill>
                  <a:schemeClr val="dk1"/>
                </a:solidFill>
                <a:latin typeface="Calibri"/>
                <a:ea typeface="Calibri"/>
                <a:cs typeface="Calibri"/>
                <a:sym typeface="Calibri"/>
              </a:rPr>
              <a:t>Inbound marketing is a strategy where you create content or social media tactics that spread brand awareness so people learn about you, might go to your website for information, show interest in your product, and potentially make a purchase.</a:t>
            </a:r>
            <a:endParaRPr sz="1800">
              <a:solidFill>
                <a:schemeClr val="dk1"/>
              </a:solidFill>
              <a:latin typeface="Calibri"/>
              <a:ea typeface="Calibri"/>
              <a:cs typeface="Calibri"/>
              <a:sym typeface="Calibri"/>
            </a:endParaRPr>
          </a:p>
        </p:txBody>
      </p:sp>
      <p:pic>
        <p:nvPicPr>
          <p:cNvPr id="338" name="Google Shape;338;g31855f2f892_0_32"/>
          <p:cNvPicPr preferRelativeResize="0"/>
          <p:nvPr/>
        </p:nvPicPr>
        <p:blipFill>
          <a:blip r:embed="rId3">
            <a:alphaModFix/>
          </a:blip>
          <a:stretch>
            <a:fillRect/>
          </a:stretch>
        </p:blipFill>
        <p:spPr>
          <a:xfrm>
            <a:off x="3708400" y="3142025"/>
            <a:ext cx="5454200" cy="2936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1855f2f892_0_53"/>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344" name="Google Shape;344;g31855f2f892_0_53"/>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345" name="Google Shape;345;g31855f2f892_0_53"/>
          <p:cNvGrpSpPr/>
          <p:nvPr/>
        </p:nvGrpSpPr>
        <p:grpSpPr>
          <a:xfrm>
            <a:off x="271462" y="171448"/>
            <a:ext cx="790579" cy="743101"/>
            <a:chOff x="-1" y="-1"/>
            <a:chExt cx="790579" cy="743101"/>
          </a:xfrm>
        </p:grpSpPr>
        <p:sp>
          <p:nvSpPr>
            <p:cNvPr id="346" name="Google Shape;346;g31855f2f892_0_53"/>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47" name="Google Shape;347;g31855f2f892_0_53"/>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48" name="Google Shape;348;g31855f2f892_0_53"/>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49" name="Google Shape;349;g31855f2f892_0_53"/>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lang="en-IN" sz="3500">
                <a:solidFill>
                  <a:srgbClr val="92D050"/>
                </a:solidFill>
                <a:latin typeface="Arial Rounded"/>
                <a:ea typeface="Arial Rounded"/>
                <a:cs typeface="Arial Rounded"/>
                <a:sym typeface="Arial Rounded"/>
              </a:rPr>
              <a:t>Digital Marketing</a:t>
            </a:r>
            <a:endParaRPr b="0" i="0" sz="1400" u="none" cap="none" strike="noStrike">
              <a:solidFill>
                <a:srgbClr val="000000"/>
              </a:solidFill>
              <a:latin typeface="Arial"/>
              <a:ea typeface="Arial"/>
              <a:cs typeface="Arial"/>
              <a:sym typeface="Arial"/>
            </a:endParaRPr>
          </a:p>
        </p:txBody>
      </p:sp>
      <p:grpSp>
        <p:nvGrpSpPr>
          <p:cNvPr id="350" name="Google Shape;350;g31855f2f892_0_53"/>
          <p:cNvGrpSpPr/>
          <p:nvPr/>
        </p:nvGrpSpPr>
        <p:grpSpPr>
          <a:xfrm>
            <a:off x="451715" y="377055"/>
            <a:ext cx="382428" cy="331722"/>
            <a:chOff x="0" y="-1"/>
            <a:chExt cx="382428" cy="331722"/>
          </a:xfrm>
        </p:grpSpPr>
        <p:sp>
          <p:nvSpPr>
            <p:cNvPr id="351" name="Google Shape;351;g31855f2f892_0_53"/>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52" name="Google Shape;352;g31855f2f892_0_53"/>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53" name="Google Shape;353;g31855f2f892_0_53"/>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54" name="Google Shape;354;g31855f2f892_0_53"/>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55" name="Google Shape;355;g31855f2f892_0_53"/>
          <p:cNvSpPr txBox="1"/>
          <p:nvPr/>
        </p:nvSpPr>
        <p:spPr>
          <a:xfrm>
            <a:off x="113850" y="1081900"/>
            <a:ext cx="11906400" cy="5241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What is SEO? Why SEO is important for Marketing?</a:t>
            </a:r>
            <a:endParaRPr b="1"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IN" sz="1800">
                <a:solidFill>
                  <a:schemeClr val="dk1"/>
                </a:solidFill>
                <a:latin typeface="Calibri"/>
                <a:ea typeface="Calibri"/>
                <a:cs typeface="Calibri"/>
                <a:sym typeface="Calibri"/>
              </a:rPr>
              <a:t>To understand the value of SEO, let's break our definition into three parts:</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Organic Search Results: </a:t>
            </a:r>
            <a:r>
              <a:rPr lang="en-IN" sz="1800">
                <a:solidFill>
                  <a:schemeClr val="dk1"/>
                </a:solidFill>
                <a:latin typeface="Calibri"/>
                <a:ea typeface="Calibri"/>
                <a:cs typeface="Calibri"/>
                <a:sym typeface="Calibri"/>
              </a:rPr>
              <a:t>the unpaid listings on a search engine results page (SERP) that the search engine has determined are most relevant to the user’s query. Ads (in this context, PPC or pay-per- click ads) make up a significant portion of many SERPs. Organic search results are distinct from these ads in that they are positioned based on the search engine’s organic ranking algorithms rather than advertiser bids. You can’t pay for your page to rank higher in organic search results.</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Quality of Organic Traffic:</a:t>
            </a:r>
            <a:r>
              <a:rPr lang="en-IN" sz="1800">
                <a:solidFill>
                  <a:schemeClr val="dk1"/>
                </a:solidFill>
                <a:latin typeface="Calibri"/>
                <a:ea typeface="Calibri"/>
                <a:cs typeface="Calibri"/>
                <a:sym typeface="Calibri"/>
              </a:rPr>
              <a:t> how relevant the user and their search query are to the content that exists on your website. You can attract all the visitors in the world, but if they're coming to your site because Google tells them you're a resource for Apple computers when really you're a farmer selling apples, those visitors are likely to leave your site without completing any conversions. High-quality traffic includes only visitors who are genuinely interested in the products, information, or other resources your site offers. High-quality SEO capitalizes on the search engine’s effort to match a user’s search intent to the web pages listed in the SERP.</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IN" sz="1800">
                <a:solidFill>
                  <a:schemeClr val="dk1"/>
                </a:solidFill>
                <a:latin typeface="Calibri"/>
                <a:ea typeface="Calibri"/>
                <a:cs typeface="Calibri"/>
                <a:sym typeface="Calibri"/>
              </a:rPr>
              <a:t>Quantity of Organic Traffic: </a:t>
            </a:r>
            <a:r>
              <a:rPr lang="en-IN" sz="1800">
                <a:solidFill>
                  <a:schemeClr val="dk1"/>
                </a:solidFill>
                <a:latin typeface="Calibri"/>
                <a:ea typeface="Calibri"/>
                <a:cs typeface="Calibri"/>
                <a:sym typeface="Calibri"/>
              </a:rPr>
              <a:t>the number of users who reach your site via organic search results. Users are far more likely to click on search results that appear near the top of the SERP, which is why it’s important to use your SEO strategy to rank relevant pages as highly as you can. The more high-quality visitors you attract to your site, the more likely you are to see an increase in valuable conversions.</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1855f2f892_0_73"/>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361" name="Google Shape;361;g31855f2f892_0_73"/>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362" name="Google Shape;362;g31855f2f892_0_73"/>
          <p:cNvGrpSpPr/>
          <p:nvPr/>
        </p:nvGrpSpPr>
        <p:grpSpPr>
          <a:xfrm>
            <a:off x="271462" y="171448"/>
            <a:ext cx="790579" cy="743101"/>
            <a:chOff x="-1" y="-1"/>
            <a:chExt cx="790579" cy="743101"/>
          </a:xfrm>
        </p:grpSpPr>
        <p:sp>
          <p:nvSpPr>
            <p:cNvPr id="363" name="Google Shape;363;g31855f2f892_0_73"/>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64" name="Google Shape;364;g31855f2f892_0_73"/>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65" name="Google Shape;365;g31855f2f892_0_73"/>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66" name="Google Shape;366;g31855f2f892_0_73"/>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lang="en-IN" sz="3500">
                <a:solidFill>
                  <a:srgbClr val="92D050"/>
                </a:solidFill>
                <a:latin typeface="Arial Rounded"/>
                <a:ea typeface="Arial Rounded"/>
                <a:cs typeface="Arial Rounded"/>
                <a:sym typeface="Arial Rounded"/>
              </a:rPr>
              <a:t>Digital Marketing</a:t>
            </a:r>
            <a:endParaRPr b="0" i="0" sz="1400" u="none" cap="none" strike="noStrike">
              <a:solidFill>
                <a:srgbClr val="000000"/>
              </a:solidFill>
              <a:latin typeface="Arial"/>
              <a:ea typeface="Arial"/>
              <a:cs typeface="Arial"/>
              <a:sym typeface="Arial"/>
            </a:endParaRPr>
          </a:p>
        </p:txBody>
      </p:sp>
      <p:grpSp>
        <p:nvGrpSpPr>
          <p:cNvPr id="367" name="Google Shape;367;g31855f2f892_0_73"/>
          <p:cNvGrpSpPr/>
          <p:nvPr/>
        </p:nvGrpSpPr>
        <p:grpSpPr>
          <a:xfrm>
            <a:off x="451715" y="377055"/>
            <a:ext cx="382428" cy="331722"/>
            <a:chOff x="0" y="-1"/>
            <a:chExt cx="382428" cy="331722"/>
          </a:xfrm>
        </p:grpSpPr>
        <p:sp>
          <p:nvSpPr>
            <p:cNvPr id="368" name="Google Shape;368;g31855f2f892_0_73"/>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69" name="Google Shape;369;g31855f2f892_0_73"/>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70" name="Google Shape;370;g31855f2f892_0_73"/>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71" name="Google Shape;371;g31855f2f892_0_73"/>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72" name="Google Shape;372;g31855f2f892_0_73"/>
          <p:cNvSpPr txBox="1"/>
          <p:nvPr/>
        </p:nvSpPr>
        <p:spPr>
          <a:xfrm>
            <a:off x="113850" y="1069200"/>
            <a:ext cx="11906400" cy="5715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1047753" rtl="0" algn="just">
              <a:lnSpc>
                <a:spcPct val="118746"/>
              </a:lnSpc>
              <a:spcBef>
                <a:spcPts val="1034"/>
              </a:spcBef>
              <a:spcAft>
                <a:spcPts val="0"/>
              </a:spcAft>
              <a:buNone/>
            </a:pPr>
            <a:r>
              <a:rPr b="1" lang="en-IN" sz="1800">
                <a:solidFill>
                  <a:schemeClr val="dk1"/>
                </a:solidFill>
                <a:latin typeface="Calibri"/>
                <a:ea typeface="Calibri"/>
                <a:cs typeface="Calibri"/>
                <a:sym typeface="Calibri"/>
              </a:rPr>
              <a:t>What is Search Engine? How do search engines actually work? </a:t>
            </a:r>
            <a:r>
              <a:rPr lang="en-IN" sz="1800">
                <a:solidFill>
                  <a:schemeClr val="dk1"/>
                </a:solidFill>
                <a:latin typeface="Calibri"/>
                <a:ea typeface="Calibri"/>
                <a:cs typeface="Calibri"/>
                <a:sym typeface="Calibri"/>
              </a:rPr>
              <a:t>Search engines are tools that find and rank web content matching a user’s search query. Each search engine consists of two main parts: </a:t>
            </a:r>
            <a:endParaRPr sz="1800">
              <a:solidFill>
                <a:schemeClr val="dk1"/>
              </a:solidFill>
              <a:latin typeface="Calibri"/>
              <a:ea typeface="Calibri"/>
              <a:cs typeface="Calibri"/>
              <a:sym typeface="Calibri"/>
            </a:endParaRPr>
          </a:p>
          <a:p>
            <a:pPr indent="0" lvl="0" marL="0" rtl="0" algn="just">
              <a:spcBef>
                <a:spcPts val="0"/>
              </a:spcBef>
              <a:spcAft>
                <a:spcPts val="0"/>
              </a:spcAft>
              <a:buNone/>
            </a:pPr>
            <a:r>
              <a:rPr lang="en-IN" sz="1800">
                <a:solidFill>
                  <a:schemeClr val="dk1"/>
                </a:solidFill>
                <a:latin typeface="Calibri"/>
                <a:ea typeface="Calibri"/>
                <a:cs typeface="Calibri"/>
                <a:sym typeface="Calibri"/>
              </a:rPr>
              <a:t>Search index. A digital library of information about web pages. </a:t>
            </a:r>
            <a:endParaRPr sz="1800">
              <a:solidFill>
                <a:schemeClr val="dk1"/>
              </a:solidFill>
              <a:latin typeface="Calibri"/>
              <a:ea typeface="Calibri"/>
              <a:cs typeface="Calibri"/>
              <a:sym typeface="Calibri"/>
            </a:endParaRPr>
          </a:p>
          <a:p>
            <a:pPr indent="0" lvl="0" marL="0" rtl="0" algn="just">
              <a:spcBef>
                <a:spcPts val="217"/>
              </a:spcBef>
              <a:spcAft>
                <a:spcPts val="0"/>
              </a:spcAft>
              <a:buNone/>
            </a:pPr>
            <a:r>
              <a:rPr lang="en-IN" sz="1800">
                <a:solidFill>
                  <a:schemeClr val="dk1"/>
                </a:solidFill>
                <a:latin typeface="Calibri"/>
                <a:ea typeface="Calibri"/>
                <a:cs typeface="Calibri"/>
                <a:sym typeface="Calibri"/>
              </a:rPr>
              <a:t>Search algorithm(s). Computer program(s) that rank matching results from the search index. </a:t>
            </a:r>
            <a:endParaRPr sz="1800">
              <a:solidFill>
                <a:schemeClr val="dk1"/>
              </a:solidFill>
              <a:latin typeface="Calibri"/>
              <a:ea typeface="Calibri"/>
              <a:cs typeface="Calibri"/>
              <a:sym typeface="Calibri"/>
            </a:endParaRPr>
          </a:p>
          <a:p>
            <a:pPr indent="0" lvl="0" marL="0" rtl="0" algn="just">
              <a:spcBef>
                <a:spcPts val="1718"/>
              </a:spcBef>
              <a:spcAft>
                <a:spcPts val="0"/>
              </a:spcAft>
              <a:buNone/>
            </a:pPr>
            <a:r>
              <a:rPr b="1" lang="en-IN" sz="1800">
                <a:solidFill>
                  <a:schemeClr val="dk1"/>
                </a:solidFill>
                <a:latin typeface="Calibri"/>
                <a:ea typeface="Calibri"/>
                <a:cs typeface="Calibri"/>
                <a:sym typeface="Calibri"/>
              </a:rPr>
              <a:t>Examples of popular search engines include Google, Bing, and DuckDuckGo. </a:t>
            </a:r>
            <a:endParaRPr b="1" sz="1800">
              <a:solidFill>
                <a:schemeClr val="dk1"/>
              </a:solidFill>
              <a:latin typeface="Calibri"/>
              <a:ea typeface="Calibri"/>
              <a:cs typeface="Calibri"/>
              <a:sym typeface="Calibri"/>
            </a:endParaRPr>
          </a:p>
          <a:p>
            <a:pPr indent="0" lvl="0" marL="0" rtl="0" algn="just">
              <a:spcBef>
                <a:spcPts val="1718"/>
              </a:spcBef>
              <a:spcAft>
                <a:spcPts val="0"/>
              </a:spcAft>
              <a:buNone/>
            </a:pPr>
            <a:r>
              <a:rPr lang="en-IN" sz="1800">
                <a:solidFill>
                  <a:schemeClr val="dk1"/>
                </a:solidFill>
                <a:latin typeface="Calibri"/>
                <a:ea typeface="Calibri"/>
                <a:cs typeface="Calibri"/>
                <a:sym typeface="Calibri"/>
              </a:rPr>
              <a:t>There are three steps to how search engines work: crawling, which is the discovery stage; indexing, which is the filing stage; and ranking, which is the retrieval stage. </a:t>
            </a:r>
            <a:endParaRPr sz="1800">
              <a:solidFill>
                <a:schemeClr val="dk1"/>
              </a:solidFill>
              <a:latin typeface="Calibri"/>
              <a:ea typeface="Calibri"/>
              <a:cs typeface="Calibri"/>
              <a:sym typeface="Calibri"/>
            </a:endParaRPr>
          </a:p>
          <a:p>
            <a:pPr indent="-342900" lvl="0" marL="457200" marR="55872" rtl="0" algn="just">
              <a:lnSpc>
                <a:spcPct val="113642"/>
              </a:lnSpc>
              <a:spcBef>
                <a:spcPts val="67"/>
              </a:spcBef>
              <a:spcAft>
                <a:spcPts val="0"/>
              </a:spcAft>
              <a:buClr>
                <a:schemeClr val="dk1"/>
              </a:buClr>
              <a:buSzPts val="1800"/>
              <a:buFont typeface="Calibri"/>
              <a:buChar char="●"/>
            </a:pPr>
            <a:r>
              <a:rPr b="1" lang="en-IN" sz="1800">
                <a:solidFill>
                  <a:schemeClr val="dk1"/>
                </a:solidFill>
                <a:latin typeface="Calibri"/>
                <a:ea typeface="Calibri"/>
                <a:cs typeface="Calibri"/>
                <a:sym typeface="Calibri"/>
              </a:rPr>
              <a:t>Crawling - </a:t>
            </a:r>
            <a:r>
              <a:rPr lang="en-IN" sz="1800">
                <a:solidFill>
                  <a:schemeClr val="dk1"/>
                </a:solidFill>
                <a:latin typeface="Calibri"/>
                <a:ea typeface="Calibri"/>
                <a:cs typeface="Calibri"/>
                <a:sym typeface="Calibri"/>
              </a:rPr>
              <a:t>It is the discovery process in which search engines send out a team of robots (known as crawlers or spiders) to find new and updated content. Content can vary — it could be a webpage, an image, a video, a PDF, etc. — but regardless of the format, content is discovered by links. </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b="1" lang="en-IN" sz="1800">
                <a:solidFill>
                  <a:schemeClr val="dk1"/>
                </a:solidFill>
                <a:latin typeface="Calibri"/>
                <a:ea typeface="Calibri"/>
                <a:cs typeface="Calibri"/>
                <a:sym typeface="Calibri"/>
              </a:rPr>
              <a:t>Indexing (How do search engines interpret and store your pages?) - </a:t>
            </a:r>
            <a:r>
              <a:rPr lang="en-IN" sz="1800">
                <a:solidFill>
                  <a:schemeClr val="dk1"/>
                </a:solidFill>
                <a:latin typeface="Calibri"/>
                <a:ea typeface="Calibri"/>
                <a:cs typeface="Calibri"/>
                <a:sym typeface="Calibri"/>
              </a:rPr>
              <a:t>Store and organize the content found during the crawling process. Once a page is in the index, it’s in the running to be displayed as a result to relevant queries. </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b="1" lang="en-IN" sz="1800">
                <a:solidFill>
                  <a:schemeClr val="dk1"/>
                </a:solidFill>
                <a:latin typeface="Calibri"/>
                <a:ea typeface="Calibri"/>
                <a:cs typeface="Calibri"/>
                <a:sym typeface="Calibri"/>
              </a:rPr>
              <a:t>Ranking - </a:t>
            </a:r>
            <a:r>
              <a:rPr lang="en-IN" sz="1800">
                <a:solidFill>
                  <a:schemeClr val="dk1"/>
                </a:solidFill>
                <a:latin typeface="Calibri"/>
                <a:ea typeface="Calibri"/>
                <a:cs typeface="Calibri"/>
                <a:sym typeface="Calibri"/>
              </a:rPr>
              <a:t>When someone performs a search, search engines scour their index for highly relevant content and then orders that content in the hopes of solving the searcher's query. This ordering of search results by relevance is known as ranking. In general, you can assume that the higher a website is ranked, the more relevant the search engine believes that site is to the query.  </a:t>
            </a:r>
            <a:endParaRPr sz="1800">
              <a:solidFill>
                <a:schemeClr val="dk1"/>
              </a:solidFill>
              <a:latin typeface="Calibri"/>
              <a:ea typeface="Calibri"/>
              <a:cs typeface="Calibri"/>
              <a:sym typeface="Calibri"/>
            </a:endParaRPr>
          </a:p>
          <a:p>
            <a:pPr indent="0" lvl="0" marL="0" marR="322351" rtl="0" algn="just">
              <a:lnSpc>
                <a:spcPct val="113642"/>
              </a:lnSpc>
              <a:spcBef>
                <a:spcPts val="0"/>
              </a:spcBef>
              <a:spcAft>
                <a:spcPts val="0"/>
              </a:spcAft>
              <a:buNone/>
            </a:pPr>
            <a:r>
              <a:rPr b="1" lang="en-IN" sz="1800">
                <a:solidFill>
                  <a:schemeClr val="dk1"/>
                </a:solidFill>
                <a:latin typeface="Calibri"/>
                <a:ea typeface="Calibri"/>
                <a:cs typeface="Calibri"/>
                <a:sym typeface="Calibri"/>
              </a:rPr>
              <a:t>Learn more - </a:t>
            </a:r>
            <a:r>
              <a:rPr lang="en-IN" sz="1800" u="sng">
                <a:solidFill>
                  <a:schemeClr val="dk1"/>
                </a:solidFill>
                <a:latin typeface="Calibri"/>
                <a:ea typeface="Calibri"/>
                <a:cs typeface="Calibri"/>
                <a:sym typeface="Calibri"/>
              </a:rPr>
              <a:t>https://moz.com/beginners-guide-to-seo/how-search-engines-operate</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1855f2f892_0_89"/>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378" name="Google Shape;378;g31855f2f892_0_89"/>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379" name="Google Shape;379;g31855f2f892_0_89"/>
          <p:cNvGrpSpPr/>
          <p:nvPr/>
        </p:nvGrpSpPr>
        <p:grpSpPr>
          <a:xfrm>
            <a:off x="271462" y="171448"/>
            <a:ext cx="790579" cy="743101"/>
            <a:chOff x="-1" y="-1"/>
            <a:chExt cx="790579" cy="743101"/>
          </a:xfrm>
        </p:grpSpPr>
        <p:sp>
          <p:nvSpPr>
            <p:cNvPr id="380" name="Google Shape;380;g31855f2f892_0_89"/>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81" name="Google Shape;381;g31855f2f892_0_89"/>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82" name="Google Shape;382;g31855f2f892_0_89"/>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83" name="Google Shape;383;g31855f2f892_0_89"/>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lang="en-IN" sz="3500">
                <a:solidFill>
                  <a:srgbClr val="92D050"/>
                </a:solidFill>
                <a:latin typeface="Arial Rounded"/>
                <a:ea typeface="Arial Rounded"/>
                <a:cs typeface="Arial Rounded"/>
                <a:sym typeface="Arial Rounded"/>
              </a:rPr>
              <a:t>Digital Marketing</a:t>
            </a:r>
            <a:endParaRPr b="0" i="0" sz="1400" u="none" cap="none" strike="noStrike">
              <a:solidFill>
                <a:srgbClr val="000000"/>
              </a:solidFill>
              <a:latin typeface="Arial"/>
              <a:ea typeface="Arial"/>
              <a:cs typeface="Arial"/>
              <a:sym typeface="Arial"/>
            </a:endParaRPr>
          </a:p>
        </p:txBody>
      </p:sp>
      <p:grpSp>
        <p:nvGrpSpPr>
          <p:cNvPr id="384" name="Google Shape;384;g31855f2f892_0_89"/>
          <p:cNvGrpSpPr/>
          <p:nvPr/>
        </p:nvGrpSpPr>
        <p:grpSpPr>
          <a:xfrm>
            <a:off x="451715" y="377055"/>
            <a:ext cx="382428" cy="331722"/>
            <a:chOff x="0" y="-1"/>
            <a:chExt cx="382428" cy="331722"/>
          </a:xfrm>
        </p:grpSpPr>
        <p:sp>
          <p:nvSpPr>
            <p:cNvPr id="385" name="Google Shape;385;g31855f2f892_0_89"/>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86" name="Google Shape;386;g31855f2f892_0_89"/>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87" name="Google Shape;387;g31855f2f892_0_89"/>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388" name="Google Shape;388;g31855f2f892_0_89"/>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389" name="Google Shape;389;g31855f2f892_0_89"/>
          <p:cNvSpPr txBox="1"/>
          <p:nvPr/>
        </p:nvSpPr>
        <p:spPr>
          <a:xfrm>
            <a:off x="113850" y="1069200"/>
            <a:ext cx="11906400" cy="5715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322351" rtl="0" algn="just">
              <a:lnSpc>
                <a:spcPct val="113642"/>
              </a:lnSpc>
              <a:spcBef>
                <a:spcPts val="0"/>
              </a:spcBef>
              <a:spcAft>
                <a:spcPts val="0"/>
              </a:spcAft>
              <a:buNone/>
            </a:pPr>
            <a:r>
              <a:rPr b="1" lang="en-IN" sz="1800">
                <a:solidFill>
                  <a:schemeClr val="dk1"/>
                </a:solidFill>
                <a:latin typeface="Calibri"/>
                <a:ea typeface="Calibri"/>
                <a:cs typeface="Calibri"/>
                <a:sym typeface="Calibri"/>
              </a:rPr>
              <a:t>What is Google Algorithm &amp; How Search algorithms work?</a:t>
            </a:r>
            <a:endParaRPr b="1" sz="1800">
              <a:solidFill>
                <a:schemeClr val="dk1"/>
              </a:solidFill>
              <a:latin typeface="Calibri"/>
              <a:ea typeface="Calibri"/>
              <a:cs typeface="Calibri"/>
              <a:sym typeface="Calibri"/>
            </a:endParaRPr>
          </a:p>
          <a:p>
            <a:pPr indent="0" lvl="0" marL="0" marR="322351" rtl="0" algn="just">
              <a:lnSpc>
                <a:spcPct val="113642"/>
              </a:lnSpc>
              <a:spcBef>
                <a:spcPts val="0"/>
              </a:spcBef>
              <a:spcAft>
                <a:spcPts val="0"/>
              </a:spcAft>
              <a:buNone/>
            </a:pPr>
            <a:r>
              <a:rPr lang="en-IN" sz="1800">
                <a:solidFill>
                  <a:schemeClr val="dk1"/>
                </a:solidFill>
                <a:latin typeface="Calibri"/>
                <a:ea typeface="Calibri"/>
                <a:cs typeface="Calibri"/>
                <a:sym typeface="Calibri"/>
              </a:rPr>
              <a:t>The Google search algorithm refers to the internal process that Google uses to rank content. With the amount of information available on the web, finding what you need would be nearly impossible without some help sorting through it. Google ranking systems are designed to do just that: sort through hundreds of billions of web pages in our Search index to find the most relevant, useful results in a fraction of a second, and present them in a way that helps you find what you’re looking for. These ranking systems are made up of not one, but a whole series of algorithms. To give you the most useful information, Search algorithms look at many factors, including the words of your query, relevance and usability of pages, expertise of sources, and your location and settings.</a:t>
            </a:r>
            <a:endParaRPr sz="1800">
              <a:solidFill>
                <a:schemeClr val="dk1"/>
              </a:solidFill>
              <a:latin typeface="Calibri"/>
              <a:ea typeface="Calibri"/>
              <a:cs typeface="Calibri"/>
              <a:sym typeface="Calibri"/>
            </a:endParaRPr>
          </a:p>
          <a:p>
            <a:pPr indent="0" lvl="0" marL="0" marR="322351" rtl="0" algn="just">
              <a:lnSpc>
                <a:spcPct val="113642"/>
              </a:lnSpc>
              <a:spcBef>
                <a:spcPts val="0"/>
              </a:spcBef>
              <a:spcAft>
                <a:spcPts val="0"/>
              </a:spcAft>
              <a:buNone/>
            </a:pPr>
            <a:r>
              <a:t/>
            </a:r>
            <a:endParaRPr b="1" sz="1800">
              <a:solidFill>
                <a:schemeClr val="dk1"/>
              </a:solidFill>
              <a:latin typeface="Calibri"/>
              <a:ea typeface="Calibri"/>
              <a:cs typeface="Calibri"/>
              <a:sym typeface="Calibri"/>
            </a:endParaRPr>
          </a:p>
        </p:txBody>
      </p:sp>
      <p:pic>
        <p:nvPicPr>
          <p:cNvPr id="390" name="Google Shape;390;g31855f2f892_0_89"/>
          <p:cNvPicPr preferRelativeResize="0"/>
          <p:nvPr/>
        </p:nvPicPr>
        <p:blipFill>
          <a:blip r:embed="rId3">
            <a:alphaModFix/>
          </a:blip>
          <a:stretch>
            <a:fillRect/>
          </a:stretch>
        </p:blipFill>
        <p:spPr>
          <a:xfrm>
            <a:off x="386049" y="3777427"/>
            <a:ext cx="4704975" cy="2637351"/>
          </a:xfrm>
          <a:prstGeom prst="rect">
            <a:avLst/>
          </a:prstGeom>
          <a:noFill/>
          <a:ln>
            <a:noFill/>
          </a:ln>
        </p:spPr>
      </p:pic>
      <p:pic>
        <p:nvPicPr>
          <p:cNvPr id="391" name="Google Shape;391;g31855f2f892_0_89"/>
          <p:cNvPicPr preferRelativeResize="0"/>
          <p:nvPr/>
        </p:nvPicPr>
        <p:blipFill>
          <a:blip r:embed="rId4">
            <a:alphaModFix/>
          </a:blip>
          <a:stretch>
            <a:fillRect/>
          </a:stretch>
        </p:blipFill>
        <p:spPr>
          <a:xfrm>
            <a:off x="5665270" y="3464763"/>
            <a:ext cx="5926504" cy="3262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1855f2f892_0_109"/>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397" name="Google Shape;397;g31855f2f892_0_109"/>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398" name="Google Shape;398;g31855f2f892_0_109"/>
          <p:cNvGrpSpPr/>
          <p:nvPr/>
        </p:nvGrpSpPr>
        <p:grpSpPr>
          <a:xfrm>
            <a:off x="271462" y="171448"/>
            <a:ext cx="790579" cy="743101"/>
            <a:chOff x="-1" y="-1"/>
            <a:chExt cx="790579" cy="743101"/>
          </a:xfrm>
        </p:grpSpPr>
        <p:sp>
          <p:nvSpPr>
            <p:cNvPr id="399" name="Google Shape;399;g31855f2f892_0_109"/>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00" name="Google Shape;400;g31855f2f892_0_109"/>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01" name="Google Shape;401;g31855f2f892_0_109"/>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02" name="Google Shape;402;g31855f2f892_0_109"/>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lang="en-IN" sz="3500">
                <a:solidFill>
                  <a:srgbClr val="92D050"/>
                </a:solidFill>
                <a:latin typeface="Arial Rounded"/>
                <a:ea typeface="Arial Rounded"/>
                <a:cs typeface="Arial Rounded"/>
                <a:sym typeface="Arial Rounded"/>
              </a:rPr>
              <a:t>Digital Marketing</a:t>
            </a:r>
            <a:endParaRPr b="0" i="0" sz="1400" u="none" cap="none" strike="noStrike">
              <a:solidFill>
                <a:srgbClr val="000000"/>
              </a:solidFill>
              <a:latin typeface="Arial"/>
              <a:ea typeface="Arial"/>
              <a:cs typeface="Arial"/>
              <a:sym typeface="Arial"/>
            </a:endParaRPr>
          </a:p>
        </p:txBody>
      </p:sp>
      <p:grpSp>
        <p:nvGrpSpPr>
          <p:cNvPr id="403" name="Google Shape;403;g31855f2f892_0_109"/>
          <p:cNvGrpSpPr/>
          <p:nvPr/>
        </p:nvGrpSpPr>
        <p:grpSpPr>
          <a:xfrm>
            <a:off x="451715" y="377055"/>
            <a:ext cx="382428" cy="331722"/>
            <a:chOff x="0" y="-1"/>
            <a:chExt cx="382428" cy="331722"/>
          </a:xfrm>
        </p:grpSpPr>
        <p:sp>
          <p:nvSpPr>
            <p:cNvPr id="404" name="Google Shape;404;g31855f2f892_0_109"/>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05" name="Google Shape;405;g31855f2f892_0_109"/>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06" name="Google Shape;406;g31855f2f892_0_109"/>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07" name="Google Shape;407;g31855f2f892_0_109"/>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08" name="Google Shape;408;g31855f2f892_0_109"/>
          <p:cNvSpPr txBox="1"/>
          <p:nvPr/>
        </p:nvSpPr>
        <p:spPr>
          <a:xfrm>
            <a:off x="113850" y="1069200"/>
            <a:ext cx="11906400" cy="5715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322351" rtl="0" algn="just">
              <a:lnSpc>
                <a:spcPct val="113642"/>
              </a:lnSpc>
              <a:spcBef>
                <a:spcPts val="0"/>
              </a:spcBef>
              <a:spcAft>
                <a:spcPts val="0"/>
              </a:spcAft>
              <a:buNone/>
            </a:pPr>
            <a:r>
              <a:rPr b="1" lang="en-IN" sz="1800">
                <a:solidFill>
                  <a:schemeClr val="dk1"/>
                </a:solidFill>
                <a:latin typeface="Calibri"/>
                <a:ea typeface="Calibri"/>
                <a:cs typeface="Calibri"/>
                <a:sym typeface="Calibri"/>
              </a:rPr>
              <a:t>What are the SEO Ranking Factors?</a:t>
            </a:r>
            <a:endParaRPr b="1"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Content</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Mobile Friendly Website | Responsive Website</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Page Experience (Site </a:t>
            </a:r>
            <a:r>
              <a:rPr lang="en-IN" sz="1800">
                <a:solidFill>
                  <a:schemeClr val="dk1"/>
                </a:solidFill>
                <a:latin typeface="Calibri"/>
                <a:ea typeface="Calibri"/>
                <a:cs typeface="Calibri"/>
                <a:sym typeface="Calibri"/>
              </a:rPr>
              <a:t>Architecture</a:t>
            </a:r>
            <a:r>
              <a:rPr lang="en-I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Page Speed</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On -Page Optimization</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Internal Site Structure</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Backlinks</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Local SEO</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Domain Authority</a:t>
            </a:r>
            <a:endParaRPr sz="1800">
              <a:solidFill>
                <a:schemeClr val="dk1"/>
              </a:solidFill>
              <a:latin typeface="Calibri"/>
              <a:ea typeface="Calibri"/>
              <a:cs typeface="Calibri"/>
              <a:sym typeface="Calibri"/>
            </a:endParaRPr>
          </a:p>
          <a:p>
            <a:pPr indent="0" lvl="0" marL="0" marR="322351" rtl="0" algn="just">
              <a:lnSpc>
                <a:spcPct val="113642"/>
              </a:lnSpc>
              <a:spcBef>
                <a:spcPts val="0"/>
              </a:spcBef>
              <a:spcAft>
                <a:spcPts val="0"/>
              </a:spcAft>
              <a:buNone/>
            </a:pPr>
            <a:r>
              <a:t/>
            </a:r>
            <a:endParaRPr b="1" sz="1800">
              <a:solidFill>
                <a:schemeClr val="dk1"/>
              </a:solidFill>
              <a:latin typeface="Calibri"/>
              <a:ea typeface="Calibri"/>
              <a:cs typeface="Calibri"/>
              <a:sym typeface="Calibri"/>
            </a:endParaRPr>
          </a:p>
        </p:txBody>
      </p:sp>
      <p:pic>
        <p:nvPicPr>
          <p:cNvPr id="409" name="Google Shape;409;g31855f2f892_0_109"/>
          <p:cNvPicPr preferRelativeResize="0"/>
          <p:nvPr/>
        </p:nvPicPr>
        <p:blipFill>
          <a:blip r:embed="rId3">
            <a:alphaModFix/>
          </a:blip>
          <a:stretch>
            <a:fillRect/>
          </a:stretch>
        </p:blipFill>
        <p:spPr>
          <a:xfrm>
            <a:off x="6859902" y="1202775"/>
            <a:ext cx="5001751" cy="54478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31855f2f892_0_131"/>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415" name="Google Shape;415;g31855f2f892_0_131"/>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416" name="Google Shape;416;g31855f2f892_0_131"/>
          <p:cNvGrpSpPr/>
          <p:nvPr/>
        </p:nvGrpSpPr>
        <p:grpSpPr>
          <a:xfrm>
            <a:off x="271462" y="171448"/>
            <a:ext cx="790579" cy="743101"/>
            <a:chOff x="-1" y="-1"/>
            <a:chExt cx="790579" cy="743101"/>
          </a:xfrm>
        </p:grpSpPr>
        <p:sp>
          <p:nvSpPr>
            <p:cNvPr id="417" name="Google Shape;417;g31855f2f892_0_131"/>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18" name="Google Shape;418;g31855f2f892_0_131"/>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19" name="Google Shape;419;g31855f2f892_0_131"/>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20" name="Google Shape;420;g31855f2f892_0_131"/>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lang="en-IN" sz="3500">
                <a:solidFill>
                  <a:srgbClr val="92D050"/>
                </a:solidFill>
                <a:latin typeface="Arial Rounded"/>
                <a:ea typeface="Arial Rounded"/>
                <a:cs typeface="Arial Rounded"/>
                <a:sym typeface="Arial Rounded"/>
              </a:rPr>
              <a:t>Digital Marketing</a:t>
            </a:r>
            <a:endParaRPr b="0" i="0" sz="1400" u="none" cap="none" strike="noStrike">
              <a:solidFill>
                <a:srgbClr val="000000"/>
              </a:solidFill>
              <a:latin typeface="Arial"/>
              <a:ea typeface="Arial"/>
              <a:cs typeface="Arial"/>
              <a:sym typeface="Arial"/>
            </a:endParaRPr>
          </a:p>
        </p:txBody>
      </p:sp>
      <p:grpSp>
        <p:nvGrpSpPr>
          <p:cNvPr id="421" name="Google Shape;421;g31855f2f892_0_131"/>
          <p:cNvGrpSpPr/>
          <p:nvPr/>
        </p:nvGrpSpPr>
        <p:grpSpPr>
          <a:xfrm>
            <a:off x="451715" y="377055"/>
            <a:ext cx="382428" cy="331722"/>
            <a:chOff x="0" y="-1"/>
            <a:chExt cx="382428" cy="331722"/>
          </a:xfrm>
        </p:grpSpPr>
        <p:sp>
          <p:nvSpPr>
            <p:cNvPr id="422" name="Google Shape;422;g31855f2f892_0_131"/>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23" name="Google Shape;423;g31855f2f892_0_131"/>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24" name="Google Shape;424;g31855f2f892_0_131"/>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25" name="Google Shape;425;g31855f2f892_0_131"/>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26" name="Google Shape;426;g31855f2f892_0_131"/>
          <p:cNvSpPr txBox="1"/>
          <p:nvPr/>
        </p:nvSpPr>
        <p:spPr>
          <a:xfrm>
            <a:off x="113850" y="1069200"/>
            <a:ext cx="11906400" cy="5712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322351" rtl="0" algn="just">
              <a:lnSpc>
                <a:spcPct val="113642"/>
              </a:lnSpc>
              <a:spcBef>
                <a:spcPts val="0"/>
              </a:spcBef>
              <a:spcAft>
                <a:spcPts val="0"/>
              </a:spcAft>
              <a:buNone/>
            </a:pPr>
            <a:r>
              <a:rPr b="1" lang="en-IN" sz="1800">
                <a:solidFill>
                  <a:schemeClr val="dk1"/>
                </a:solidFill>
                <a:latin typeface="Calibri"/>
                <a:ea typeface="Calibri"/>
                <a:cs typeface="Calibri"/>
                <a:sym typeface="Calibri"/>
              </a:rPr>
              <a:t>What is KPI? List down the SEO KPIs you need to track.</a:t>
            </a:r>
            <a:endParaRPr b="1" sz="1800">
              <a:solidFill>
                <a:schemeClr val="dk1"/>
              </a:solidFill>
              <a:latin typeface="Calibri"/>
              <a:ea typeface="Calibri"/>
              <a:cs typeface="Calibri"/>
              <a:sym typeface="Calibri"/>
            </a:endParaRPr>
          </a:p>
          <a:p>
            <a:pPr indent="0" lvl="0" marL="0" marR="322351" rtl="0" algn="just">
              <a:lnSpc>
                <a:spcPct val="113642"/>
              </a:lnSpc>
              <a:spcBef>
                <a:spcPts val="0"/>
              </a:spcBef>
              <a:spcAft>
                <a:spcPts val="0"/>
              </a:spcAft>
              <a:buNone/>
            </a:pPr>
            <a:r>
              <a:rPr lang="en-IN" sz="1800">
                <a:solidFill>
                  <a:schemeClr val="dk1"/>
                </a:solidFill>
                <a:latin typeface="Calibri"/>
                <a:ea typeface="Calibri"/>
                <a:cs typeface="Calibri"/>
                <a:sym typeface="Calibri"/>
              </a:rPr>
              <a:t>Goals and KPIs are among the most important parts of your SEO strategy. Without KPIs, you will not be able to effectively track your campaign’s progress and ensure that your efforts are paying off or determine if you are on the right track towards success. So, KPIs are objective metrics that help to measure and give clarity into the success of a given organization or campaign. </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To learn in detail, visit </a:t>
            </a:r>
            <a:r>
              <a:rPr lang="en-IN" sz="1800">
                <a:solidFill>
                  <a:schemeClr val="dk1"/>
                </a:solidFill>
                <a:latin typeface="Calibri"/>
                <a:ea typeface="Calibri"/>
                <a:cs typeface="Calibri"/>
                <a:sym typeface="Calibri"/>
              </a:rPr>
              <a:t>- https://www.semrush.com/blog/seo-kpis/</a:t>
            </a:r>
            <a:endParaRPr b="1" sz="1800">
              <a:solidFill>
                <a:schemeClr val="dk1"/>
              </a:solidFill>
              <a:latin typeface="Calibri"/>
              <a:ea typeface="Calibri"/>
              <a:cs typeface="Calibri"/>
              <a:sym typeface="Calibri"/>
            </a:endParaRPr>
          </a:p>
          <a:p>
            <a:pPr indent="0" lvl="0" marL="0" marR="322351" rtl="0" algn="just">
              <a:lnSpc>
                <a:spcPct val="113642"/>
              </a:lnSpc>
              <a:spcBef>
                <a:spcPts val="0"/>
              </a:spcBef>
              <a:spcAft>
                <a:spcPts val="0"/>
              </a:spcAft>
              <a:buNone/>
            </a:pPr>
            <a:r>
              <a:rPr b="1" lang="en-IN" sz="1800">
                <a:solidFill>
                  <a:schemeClr val="dk1"/>
                </a:solidFill>
                <a:latin typeface="Calibri"/>
                <a:ea typeface="Calibri"/>
                <a:cs typeface="Calibri"/>
                <a:sym typeface="Calibri"/>
              </a:rPr>
              <a:t>Following are the most important KPIs you should be using -</a:t>
            </a:r>
            <a:endParaRPr b="1"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ROI</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Conversions (Sales and Leads)</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Organic Visibility</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Organic Sessions</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Branded vs. Non-Branded Traffic</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Keyword Rankings</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Backlinks</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Organic CTR</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Bounce Rate</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Average Time on Page</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Coverage Issues</a:t>
            </a:r>
            <a:endParaRPr sz="1800">
              <a:solidFill>
                <a:schemeClr val="dk1"/>
              </a:solidFill>
              <a:latin typeface="Calibri"/>
              <a:ea typeface="Calibri"/>
              <a:cs typeface="Calibri"/>
              <a:sym typeface="Calibri"/>
            </a:endParaRPr>
          </a:p>
          <a:p>
            <a:pPr indent="-342900" lvl="0" marL="457200" marR="322351" rtl="0" algn="just">
              <a:lnSpc>
                <a:spcPct val="113642"/>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PageSpeed</a:t>
            </a:r>
            <a:endParaRPr sz="1800">
              <a:solidFill>
                <a:schemeClr val="dk1"/>
              </a:solidFill>
              <a:latin typeface="Calibri"/>
              <a:ea typeface="Calibri"/>
              <a:cs typeface="Calibri"/>
              <a:sym typeface="Calibri"/>
            </a:endParaRPr>
          </a:p>
          <a:p>
            <a:pPr indent="0" lvl="0" marL="0" marR="322351" rtl="0" algn="just">
              <a:lnSpc>
                <a:spcPct val="113642"/>
              </a:lnSpc>
              <a:spcBef>
                <a:spcPts val="0"/>
              </a:spcBef>
              <a:spcAft>
                <a:spcPts val="0"/>
              </a:spcAft>
              <a:buNone/>
            </a:pPr>
            <a:r>
              <a:t/>
            </a:r>
            <a:endParaRPr b="1" sz="1800">
              <a:solidFill>
                <a:schemeClr val="dk1"/>
              </a:solidFill>
              <a:latin typeface="Calibri"/>
              <a:ea typeface="Calibri"/>
              <a:cs typeface="Calibri"/>
              <a:sym typeface="Calibri"/>
            </a:endParaRPr>
          </a:p>
          <a:p>
            <a:pPr indent="0" lvl="0" marL="0" marR="322351" rtl="0" algn="just">
              <a:lnSpc>
                <a:spcPct val="113642"/>
              </a:lnSpc>
              <a:spcBef>
                <a:spcPts val="0"/>
              </a:spcBef>
              <a:spcAft>
                <a:spcPts val="0"/>
              </a:spcAft>
              <a:buNone/>
            </a:pPr>
            <a:r>
              <a:t/>
            </a:r>
            <a:endParaRPr b="1" sz="1800">
              <a:solidFill>
                <a:schemeClr val="dk1"/>
              </a:solidFill>
              <a:latin typeface="Calibri"/>
              <a:ea typeface="Calibri"/>
              <a:cs typeface="Calibri"/>
              <a:sym typeface="Calibri"/>
            </a:endParaRPr>
          </a:p>
        </p:txBody>
      </p:sp>
      <p:pic>
        <p:nvPicPr>
          <p:cNvPr id="427" name="Google Shape;427;g31855f2f892_0_131"/>
          <p:cNvPicPr preferRelativeResize="0"/>
          <p:nvPr/>
        </p:nvPicPr>
        <p:blipFill>
          <a:blip r:embed="rId3">
            <a:alphaModFix/>
          </a:blip>
          <a:stretch>
            <a:fillRect/>
          </a:stretch>
        </p:blipFill>
        <p:spPr>
          <a:xfrm>
            <a:off x="6591525" y="2767825"/>
            <a:ext cx="5231801" cy="39238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
          <p:cNvSpPr txBox="1"/>
          <p:nvPr>
            <p:ph idx="4294967295" type="sldNum"/>
          </p:nvPr>
        </p:nvSpPr>
        <p:spPr>
          <a:xfrm>
            <a:off x="11172458" y="6414780"/>
            <a:ext cx="181343" cy="248265"/>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433" name="Google Shape;433;p1"/>
          <p:cNvSpPr/>
          <p:nvPr/>
        </p:nvSpPr>
        <p:spPr>
          <a:xfrm>
            <a:off x="0" y="266700"/>
            <a:ext cx="12192000" cy="55245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434" name="Google Shape;434;p1"/>
          <p:cNvGrpSpPr/>
          <p:nvPr/>
        </p:nvGrpSpPr>
        <p:grpSpPr>
          <a:xfrm>
            <a:off x="271462" y="171448"/>
            <a:ext cx="790577" cy="742952"/>
            <a:chOff x="-1" y="-1"/>
            <a:chExt cx="790576" cy="742951"/>
          </a:xfrm>
        </p:grpSpPr>
        <p:sp>
          <p:nvSpPr>
            <p:cNvPr id="435" name="Google Shape;435;p1"/>
            <p:cNvSpPr/>
            <p:nvPr/>
          </p:nvSpPr>
          <p:spPr>
            <a:xfrm>
              <a:off x="-1" y="0"/>
              <a:ext cx="742951" cy="74295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36" name="Google Shape;436;p1"/>
            <p:cNvSpPr/>
            <p:nvPr/>
          </p:nvSpPr>
          <p:spPr>
            <a:xfrm>
              <a:off x="742950" y="-1"/>
              <a:ext cx="47625" cy="95251"/>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37" name="Google Shape;437;p1"/>
            <p:cNvSpPr/>
            <p:nvPr/>
          </p:nvSpPr>
          <p:spPr>
            <a:xfrm flipH="1" rot="10800000">
              <a:off x="742950" y="647700"/>
              <a:ext cx="47625" cy="95250"/>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38" name="Google Shape;438;p1"/>
          <p:cNvSpPr txBox="1"/>
          <p:nvPr/>
        </p:nvSpPr>
        <p:spPr>
          <a:xfrm>
            <a:off x="1095339" y="214290"/>
            <a:ext cx="10362369" cy="630902"/>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3500"/>
              <a:buFont typeface="Arial"/>
              <a:buNone/>
            </a:pPr>
            <a:r>
              <a:rPr b="1" i="0" lang="en-IN" sz="3500" u="none" cap="none" strike="noStrike">
                <a:solidFill>
                  <a:srgbClr val="92D050"/>
                </a:solidFill>
                <a:latin typeface="Arial Rounded"/>
                <a:ea typeface="Arial Rounded"/>
                <a:cs typeface="Arial Rounded"/>
                <a:sym typeface="Arial Rounded"/>
              </a:rPr>
              <a:t>SEO Tools Analysis- </a:t>
            </a:r>
            <a:r>
              <a:rPr b="1" lang="en-IN" sz="1800">
                <a:solidFill>
                  <a:schemeClr val="lt1"/>
                </a:solidFill>
                <a:latin typeface="Arial Rounded"/>
                <a:ea typeface="Arial Rounded"/>
                <a:cs typeface="Arial Rounded"/>
                <a:sym typeface="Arial Rounded"/>
              </a:rPr>
              <a:t>https://www.emsphere.com/</a:t>
            </a:r>
            <a:endParaRPr b="0" i="0" sz="1400" u="none" cap="none" strike="noStrike">
              <a:solidFill>
                <a:schemeClr val="lt1"/>
              </a:solidFill>
              <a:latin typeface="Arial"/>
              <a:ea typeface="Arial"/>
              <a:cs typeface="Arial"/>
              <a:sym typeface="Arial"/>
            </a:endParaRPr>
          </a:p>
        </p:txBody>
      </p:sp>
      <p:grpSp>
        <p:nvGrpSpPr>
          <p:cNvPr id="439" name="Google Shape;439;p1"/>
          <p:cNvGrpSpPr/>
          <p:nvPr/>
        </p:nvGrpSpPr>
        <p:grpSpPr>
          <a:xfrm>
            <a:off x="451715" y="377055"/>
            <a:ext cx="382449" cy="331738"/>
            <a:chOff x="0" y="-1"/>
            <a:chExt cx="382448" cy="331737"/>
          </a:xfrm>
        </p:grpSpPr>
        <p:sp>
          <p:nvSpPr>
            <p:cNvPr id="440" name="Google Shape;440;p1"/>
            <p:cNvSpPr/>
            <p:nvPr/>
          </p:nvSpPr>
          <p:spPr>
            <a:xfrm>
              <a:off x="38033" y="179602"/>
              <a:ext cx="101423" cy="76068"/>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41" name="Google Shape;441;p1"/>
            <p:cNvSpPr/>
            <p:nvPr/>
          </p:nvSpPr>
          <p:spPr>
            <a:xfrm>
              <a:off x="139455" y="25355"/>
              <a:ext cx="103537" cy="76068"/>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42" name="Google Shape;442;p1"/>
            <p:cNvSpPr/>
            <p:nvPr/>
          </p:nvSpPr>
          <p:spPr>
            <a:xfrm>
              <a:off x="0" y="-1"/>
              <a:ext cx="382448" cy="331737"/>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43" name="Google Shape;443;p1"/>
            <p:cNvSpPr/>
            <p:nvPr/>
          </p:nvSpPr>
          <p:spPr>
            <a:xfrm>
              <a:off x="242991" y="179602"/>
              <a:ext cx="101423" cy="76068"/>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44" name="Google Shape;444;p1"/>
          <p:cNvSpPr txBox="1"/>
          <p:nvPr/>
        </p:nvSpPr>
        <p:spPr>
          <a:xfrm>
            <a:off x="451725" y="1100375"/>
            <a:ext cx="12378000" cy="190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Clr>
                <a:srgbClr val="000000"/>
              </a:buClr>
              <a:buSzPts val="1900"/>
              <a:buFont typeface="Arial"/>
              <a:buNone/>
            </a:pPr>
            <a:r>
              <a:rPr b="1" i="0" lang="en-IN" sz="1900" u="none" cap="none" strike="noStrike">
                <a:solidFill>
                  <a:schemeClr val="dk1"/>
                </a:solidFill>
                <a:latin typeface="Cambria"/>
                <a:ea typeface="Cambria"/>
                <a:cs typeface="Cambria"/>
                <a:sym typeface="Cambria"/>
              </a:rPr>
              <a:t>1. SEO ability:</a:t>
            </a:r>
            <a:endParaRPr sz="19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IN" sz="1900">
                <a:solidFill>
                  <a:schemeClr val="dk1"/>
                </a:solidFill>
                <a:latin typeface="Calibri"/>
                <a:ea typeface="Calibri"/>
                <a:cs typeface="Calibri"/>
                <a:sym typeface="Calibri"/>
              </a:rPr>
              <a:t>Optimize the website every month and ensure that its score always remains above 75%.</a:t>
            </a:r>
            <a:endParaRPr sz="19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sz="19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1900"/>
              <a:buFont typeface="Arial"/>
              <a:buNone/>
            </a:pPr>
            <a:r>
              <a:t/>
            </a:r>
            <a:endParaRPr sz="1900">
              <a:solidFill>
                <a:schemeClr val="dk1"/>
              </a:solidFill>
              <a:latin typeface="Calibri"/>
              <a:ea typeface="Calibri"/>
              <a:cs typeface="Calibri"/>
              <a:sym typeface="Calibri"/>
            </a:endParaRPr>
          </a:p>
        </p:txBody>
      </p:sp>
      <p:sp>
        <p:nvSpPr>
          <p:cNvPr id="445" name="Google Shape;445;p1"/>
          <p:cNvSpPr txBox="1"/>
          <p:nvPr/>
        </p:nvSpPr>
        <p:spPr>
          <a:xfrm>
            <a:off x="6095999" y="1019523"/>
            <a:ext cx="48903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Clr>
                <a:srgbClr val="000000"/>
              </a:buClr>
              <a:buSzPts val="1900"/>
              <a:buFont typeface="Arial"/>
              <a:buNone/>
            </a:pPr>
            <a:r>
              <a:t/>
            </a:r>
            <a:endParaRPr b="0" i="0" sz="1900" u="none" cap="none" strike="noStrike">
              <a:solidFill>
                <a:srgbClr val="666666"/>
              </a:solidFill>
              <a:latin typeface="Cambria"/>
              <a:ea typeface="Cambria"/>
              <a:cs typeface="Cambria"/>
              <a:sym typeface="Cambria"/>
            </a:endParaRPr>
          </a:p>
        </p:txBody>
      </p:sp>
      <p:pic>
        <p:nvPicPr>
          <p:cNvPr id="446" name="Google Shape;446;p1"/>
          <p:cNvPicPr preferRelativeResize="0"/>
          <p:nvPr/>
        </p:nvPicPr>
        <p:blipFill>
          <a:blip r:embed="rId3">
            <a:alphaModFix/>
          </a:blip>
          <a:stretch>
            <a:fillRect/>
          </a:stretch>
        </p:blipFill>
        <p:spPr>
          <a:xfrm>
            <a:off x="451735" y="2195237"/>
            <a:ext cx="6846515" cy="2710775"/>
          </a:xfrm>
          <a:prstGeom prst="rect">
            <a:avLst/>
          </a:prstGeom>
          <a:noFill/>
          <a:ln>
            <a:noFill/>
          </a:ln>
        </p:spPr>
      </p:pic>
      <p:pic>
        <p:nvPicPr>
          <p:cNvPr id="447" name="Google Shape;447;p1"/>
          <p:cNvPicPr preferRelativeResize="0"/>
          <p:nvPr/>
        </p:nvPicPr>
        <p:blipFill>
          <a:blip r:embed="rId4">
            <a:alphaModFix/>
          </a:blip>
          <a:stretch>
            <a:fillRect/>
          </a:stretch>
        </p:blipFill>
        <p:spPr>
          <a:xfrm>
            <a:off x="5156050" y="5056251"/>
            <a:ext cx="7035944" cy="18017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2ec6938249b_0_43"/>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453" name="Google Shape;453;g2ec6938249b_0_43"/>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454" name="Google Shape;454;g2ec6938249b_0_43"/>
          <p:cNvGrpSpPr/>
          <p:nvPr/>
        </p:nvGrpSpPr>
        <p:grpSpPr>
          <a:xfrm>
            <a:off x="271462" y="171448"/>
            <a:ext cx="790579" cy="743101"/>
            <a:chOff x="-1" y="-1"/>
            <a:chExt cx="790579" cy="743101"/>
          </a:xfrm>
        </p:grpSpPr>
        <p:sp>
          <p:nvSpPr>
            <p:cNvPr id="455" name="Google Shape;455;g2ec6938249b_0_43"/>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56" name="Google Shape;456;g2ec6938249b_0_43"/>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57" name="Google Shape;457;g2ec6938249b_0_43"/>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58" name="Google Shape;458;g2ec6938249b_0_43"/>
          <p:cNvSpPr txBox="1"/>
          <p:nvPr/>
        </p:nvSpPr>
        <p:spPr>
          <a:xfrm>
            <a:off x="1095339" y="214290"/>
            <a:ext cx="10154551" cy="630902"/>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3500"/>
              <a:buFont typeface="Arial"/>
              <a:buNone/>
            </a:pPr>
            <a:r>
              <a:rPr b="1" i="0" lang="en-IN" sz="3500" u="none" cap="none" strike="noStrike">
                <a:solidFill>
                  <a:srgbClr val="92D050"/>
                </a:solidFill>
                <a:latin typeface="Arial Rounded"/>
                <a:ea typeface="Arial Rounded"/>
                <a:cs typeface="Arial Rounded"/>
                <a:sym typeface="Arial Rounded"/>
              </a:rPr>
              <a:t>Semrush Audit- </a:t>
            </a:r>
            <a:r>
              <a:rPr b="1" lang="en-IN" sz="2000">
                <a:solidFill>
                  <a:schemeClr val="lt1"/>
                </a:solidFill>
                <a:latin typeface="Arial Rounded"/>
                <a:ea typeface="Arial Rounded"/>
                <a:cs typeface="Arial Rounded"/>
                <a:sym typeface="Arial Rounded"/>
              </a:rPr>
              <a:t>https://www.emsphere.com/</a:t>
            </a:r>
            <a:endParaRPr b="0" i="0" sz="1400" u="none" cap="none" strike="noStrike">
              <a:solidFill>
                <a:schemeClr val="lt1"/>
              </a:solidFill>
              <a:latin typeface="Arial"/>
              <a:ea typeface="Arial"/>
              <a:cs typeface="Arial"/>
              <a:sym typeface="Arial"/>
            </a:endParaRPr>
          </a:p>
        </p:txBody>
      </p:sp>
      <p:grpSp>
        <p:nvGrpSpPr>
          <p:cNvPr id="459" name="Google Shape;459;g2ec6938249b_0_43"/>
          <p:cNvGrpSpPr/>
          <p:nvPr/>
        </p:nvGrpSpPr>
        <p:grpSpPr>
          <a:xfrm>
            <a:off x="451715" y="377055"/>
            <a:ext cx="382428" cy="331722"/>
            <a:chOff x="0" y="-1"/>
            <a:chExt cx="382428" cy="331722"/>
          </a:xfrm>
        </p:grpSpPr>
        <p:sp>
          <p:nvSpPr>
            <p:cNvPr id="460" name="Google Shape;460;g2ec6938249b_0_43"/>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61" name="Google Shape;461;g2ec6938249b_0_43"/>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62" name="Google Shape;462;g2ec6938249b_0_43"/>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63" name="Google Shape;463;g2ec6938249b_0_43"/>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64" name="Google Shape;464;g2ec6938249b_0_43"/>
          <p:cNvSpPr txBox="1"/>
          <p:nvPr/>
        </p:nvSpPr>
        <p:spPr>
          <a:xfrm>
            <a:off x="271462" y="1002599"/>
            <a:ext cx="101715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Clr>
                <a:srgbClr val="000000"/>
              </a:buClr>
              <a:buSzPts val="1900"/>
              <a:buFont typeface="Arial"/>
              <a:buNone/>
            </a:pPr>
            <a:r>
              <a:rPr b="1" i="0" lang="en-IN" sz="1900" u="none" cap="none" strike="noStrike">
                <a:solidFill>
                  <a:schemeClr val="dk1"/>
                </a:solidFill>
                <a:latin typeface="Calibri"/>
                <a:ea typeface="Calibri"/>
                <a:cs typeface="Calibri"/>
                <a:sym typeface="Calibri"/>
              </a:rPr>
              <a:t>Current Status: </a:t>
            </a:r>
            <a:endParaRPr b="1" i="0" sz="1900" u="none" cap="none" strike="noStrike">
              <a:solidFill>
                <a:schemeClr val="dk1"/>
              </a:solidFill>
              <a:latin typeface="Calibri"/>
              <a:ea typeface="Calibri"/>
              <a:cs typeface="Calibri"/>
              <a:sym typeface="Calibri"/>
            </a:endParaRPr>
          </a:p>
        </p:txBody>
      </p:sp>
      <p:sp>
        <p:nvSpPr>
          <p:cNvPr id="465" name="Google Shape;465;g2ec6938249b_0_43"/>
          <p:cNvSpPr txBox="1"/>
          <p:nvPr/>
        </p:nvSpPr>
        <p:spPr>
          <a:xfrm>
            <a:off x="8067117" y="1913547"/>
            <a:ext cx="3902100" cy="280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IN" sz="1600" u="sng" cap="none" strike="noStrike">
                <a:solidFill>
                  <a:schemeClr val="dk1"/>
                </a:solidFill>
                <a:latin typeface="Calibri"/>
                <a:ea typeface="Calibri"/>
                <a:cs typeface="Calibri"/>
                <a:sym typeface="Calibri"/>
              </a:rPr>
              <a:t>Actionable Step</a:t>
            </a:r>
            <a:r>
              <a:rPr b="1" i="0" lang="en-IN" sz="1600" u="none" cap="none" strike="noStrike">
                <a:solidFill>
                  <a:schemeClr val="dk1"/>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Quality content on Website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On-page SEO</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Technical SEO</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Keyword Research </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Local SEO</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Guest Blogging</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Clear CTAs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Improving UI/UX of website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Quality Backlink Building</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AutoNum type="arabicPeriod"/>
            </a:pPr>
            <a:r>
              <a:rPr b="0" i="0" lang="en-IN" sz="1400" u="none" cap="none" strike="noStrike">
                <a:solidFill>
                  <a:schemeClr val="dk1"/>
                </a:solidFill>
                <a:latin typeface="Calibri"/>
                <a:ea typeface="Calibri"/>
                <a:cs typeface="Calibri"/>
                <a:sym typeface="Calibri"/>
              </a:rPr>
              <a:t>Content Marketing Strategy</a:t>
            </a:r>
            <a:endParaRPr b="0" i="0" sz="1400" u="none" cap="none" strike="noStrike">
              <a:solidFill>
                <a:schemeClr val="dk1"/>
              </a:solidFill>
              <a:latin typeface="Calibri"/>
              <a:ea typeface="Calibri"/>
              <a:cs typeface="Calibri"/>
              <a:sym typeface="Calibri"/>
            </a:endParaRPr>
          </a:p>
        </p:txBody>
      </p:sp>
      <p:pic>
        <p:nvPicPr>
          <p:cNvPr id="466" name="Google Shape;466;g2ec6938249b_0_43"/>
          <p:cNvPicPr preferRelativeResize="0"/>
          <p:nvPr/>
        </p:nvPicPr>
        <p:blipFill>
          <a:blip r:embed="rId3">
            <a:alphaModFix/>
          </a:blip>
          <a:stretch>
            <a:fillRect/>
          </a:stretch>
        </p:blipFill>
        <p:spPr>
          <a:xfrm>
            <a:off x="152400" y="1631999"/>
            <a:ext cx="7762316" cy="3132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2ec6938249b_0_99"/>
          <p:cNvSpPr txBox="1"/>
          <p:nvPr>
            <p:ph idx="4294967295" type="sldNum"/>
          </p:nvPr>
        </p:nvSpPr>
        <p:spPr>
          <a:xfrm>
            <a:off x="11172458" y="6414780"/>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472" name="Google Shape;472;g2ec6938249b_0_99"/>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473" name="Google Shape;473;g2ec6938249b_0_99"/>
          <p:cNvGrpSpPr/>
          <p:nvPr/>
        </p:nvGrpSpPr>
        <p:grpSpPr>
          <a:xfrm>
            <a:off x="271462" y="171448"/>
            <a:ext cx="790579" cy="743101"/>
            <a:chOff x="-1" y="-1"/>
            <a:chExt cx="790579" cy="743101"/>
          </a:xfrm>
        </p:grpSpPr>
        <p:sp>
          <p:nvSpPr>
            <p:cNvPr id="474" name="Google Shape;474;g2ec6938249b_0_99"/>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75" name="Google Shape;475;g2ec6938249b_0_99"/>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76" name="Google Shape;476;g2ec6938249b_0_99"/>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77" name="Google Shape;477;g2ec6938249b_0_99"/>
          <p:cNvSpPr txBox="1"/>
          <p:nvPr/>
        </p:nvSpPr>
        <p:spPr>
          <a:xfrm>
            <a:off x="1095351" y="214300"/>
            <a:ext cx="11813700" cy="11853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92D050"/>
                </a:solidFill>
                <a:latin typeface="Arial Rounded"/>
                <a:ea typeface="Arial Rounded"/>
                <a:cs typeface="Arial Rounded"/>
                <a:sym typeface="Arial Rounded"/>
              </a:rPr>
              <a:t>Website Speed Optimization- </a:t>
            </a:r>
            <a:r>
              <a:rPr b="1" lang="en-IN" sz="2000">
                <a:solidFill>
                  <a:schemeClr val="lt1"/>
                </a:solidFill>
                <a:latin typeface="Arial Rounded"/>
                <a:ea typeface="Arial Rounded"/>
                <a:cs typeface="Arial Rounded"/>
                <a:sym typeface="Arial Rounded"/>
              </a:rPr>
              <a:t>https://www.emsphere.com/</a:t>
            </a:r>
            <a:endParaRPr>
              <a:solidFill>
                <a:schemeClr val="lt1"/>
              </a:solidFill>
            </a:endParaRPr>
          </a:p>
          <a:p>
            <a:pPr indent="0" lvl="0" marL="0" marR="0" rtl="0" algn="l">
              <a:lnSpc>
                <a:spcPct val="100000"/>
              </a:lnSpc>
              <a:spcBef>
                <a:spcPts val="0"/>
              </a:spcBef>
              <a:spcAft>
                <a:spcPts val="0"/>
              </a:spcAft>
              <a:buClr>
                <a:srgbClr val="000000"/>
              </a:buClr>
              <a:buSzPts val="3200"/>
              <a:buFont typeface="Arial"/>
              <a:buNone/>
            </a:pPr>
            <a:r>
              <a:t/>
            </a:r>
            <a:endParaRPr b="1" sz="2000">
              <a:solidFill>
                <a:schemeClr val="lt1"/>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3200"/>
              <a:buFont typeface="Arial"/>
              <a:buNone/>
            </a:pPr>
            <a:r>
              <a:t/>
            </a:r>
            <a:endParaRPr b="1" i="0" sz="1900" u="none" cap="none" strike="noStrike">
              <a:solidFill>
                <a:schemeClr val="lt1"/>
              </a:solidFill>
              <a:latin typeface="Arial Rounded"/>
              <a:ea typeface="Arial Rounded"/>
              <a:cs typeface="Arial Rounded"/>
              <a:sym typeface="Arial Rounded"/>
            </a:endParaRPr>
          </a:p>
        </p:txBody>
      </p:sp>
      <p:grpSp>
        <p:nvGrpSpPr>
          <p:cNvPr id="478" name="Google Shape;478;g2ec6938249b_0_99"/>
          <p:cNvGrpSpPr/>
          <p:nvPr/>
        </p:nvGrpSpPr>
        <p:grpSpPr>
          <a:xfrm>
            <a:off x="451715" y="377055"/>
            <a:ext cx="382428" cy="331722"/>
            <a:chOff x="0" y="-1"/>
            <a:chExt cx="382428" cy="331722"/>
          </a:xfrm>
        </p:grpSpPr>
        <p:sp>
          <p:nvSpPr>
            <p:cNvPr id="479" name="Google Shape;479;g2ec6938249b_0_99"/>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80" name="Google Shape;480;g2ec6938249b_0_99"/>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81" name="Google Shape;481;g2ec6938249b_0_99"/>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82" name="Google Shape;482;g2ec6938249b_0_99"/>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83" name="Google Shape;483;g2ec6938249b_0_99"/>
          <p:cNvSpPr txBox="1"/>
          <p:nvPr/>
        </p:nvSpPr>
        <p:spPr>
          <a:xfrm>
            <a:off x="489748" y="5195455"/>
            <a:ext cx="47751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Desktop Performance Score</a:t>
            </a:r>
            <a:r>
              <a:rPr b="0" i="0" lang="en-IN" sz="1400" u="none" cap="none" strike="noStrike">
                <a:solidFill>
                  <a:srgbClr val="000000"/>
                </a:solidFill>
                <a:latin typeface="Arial"/>
                <a:ea typeface="Arial"/>
                <a:cs typeface="Arial"/>
                <a:sym typeface="Arial"/>
              </a:rPr>
              <a:t>:  70</a:t>
            </a:r>
            <a:r>
              <a:rPr b="0" i="0" lang="en-IN" sz="14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The performance score indicates moderate speed, but there is room for improvement.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Recommended Score: Above </a:t>
            </a:r>
            <a:r>
              <a:rPr lang="en-IN"/>
              <a:t>80</a:t>
            </a:r>
            <a:endParaRPr b="0" i="0" sz="1400" u="none" cap="none" strike="noStrike">
              <a:solidFill>
                <a:srgbClr val="000000"/>
              </a:solidFill>
              <a:latin typeface="Arial"/>
              <a:ea typeface="Arial"/>
              <a:cs typeface="Arial"/>
              <a:sym typeface="Arial"/>
            </a:endParaRPr>
          </a:p>
        </p:txBody>
      </p:sp>
      <p:sp>
        <p:nvSpPr>
          <p:cNvPr id="484" name="Google Shape;484;g2ec6938249b_0_99"/>
          <p:cNvSpPr txBox="1"/>
          <p:nvPr/>
        </p:nvSpPr>
        <p:spPr>
          <a:xfrm>
            <a:off x="6220690" y="5087733"/>
            <a:ext cx="50568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Mobile Performance Score</a:t>
            </a:r>
            <a:r>
              <a:rPr b="0" i="0" lang="en-IN" sz="1400" u="none" cap="none" strike="noStrike">
                <a:solidFill>
                  <a:srgbClr val="000000"/>
                </a:solidFill>
                <a:latin typeface="Arial"/>
                <a:ea typeface="Arial"/>
                <a:cs typeface="Arial"/>
                <a:sym typeface="Arial"/>
              </a:rPr>
              <a:t>: </a:t>
            </a:r>
            <a:r>
              <a:rPr lang="en-IN"/>
              <a:t>98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5" name="Google Shape;485;g2ec6938249b_0_99"/>
          <p:cNvPicPr preferRelativeResize="0"/>
          <p:nvPr/>
        </p:nvPicPr>
        <p:blipFill>
          <a:blip r:embed="rId3">
            <a:alphaModFix/>
          </a:blip>
          <a:stretch>
            <a:fillRect/>
          </a:stretch>
        </p:blipFill>
        <p:spPr>
          <a:xfrm>
            <a:off x="6373102" y="1468225"/>
            <a:ext cx="5140273" cy="3383333"/>
          </a:xfrm>
          <a:prstGeom prst="rect">
            <a:avLst/>
          </a:prstGeom>
          <a:noFill/>
          <a:ln>
            <a:noFill/>
          </a:ln>
        </p:spPr>
      </p:pic>
      <p:pic>
        <p:nvPicPr>
          <p:cNvPr id="486" name="Google Shape;486;g2ec6938249b_0_99"/>
          <p:cNvPicPr preferRelativeResize="0"/>
          <p:nvPr/>
        </p:nvPicPr>
        <p:blipFill>
          <a:blip r:embed="rId4">
            <a:alphaModFix/>
          </a:blip>
          <a:stretch>
            <a:fillRect/>
          </a:stretch>
        </p:blipFill>
        <p:spPr>
          <a:xfrm>
            <a:off x="271450" y="1414363"/>
            <a:ext cx="4874897" cy="34910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17"/>
          <p:cNvSpPr txBox="1"/>
          <p:nvPr>
            <p:ph idx="4294967295" type="sldNum"/>
          </p:nvPr>
        </p:nvSpPr>
        <p:spPr>
          <a:xfrm>
            <a:off x="11172438" y="6414775"/>
            <a:ext cx="4509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492" name="Google Shape;492;p17"/>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493" name="Google Shape;493;p17"/>
          <p:cNvGrpSpPr/>
          <p:nvPr/>
        </p:nvGrpSpPr>
        <p:grpSpPr>
          <a:xfrm>
            <a:off x="271462" y="171448"/>
            <a:ext cx="790579" cy="743101"/>
            <a:chOff x="-1" y="-1"/>
            <a:chExt cx="790579" cy="743101"/>
          </a:xfrm>
        </p:grpSpPr>
        <p:sp>
          <p:nvSpPr>
            <p:cNvPr id="494" name="Google Shape;494;p17"/>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95" name="Google Shape;495;p17"/>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496" name="Google Shape;496;p17"/>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497" name="Google Shape;497;p17"/>
          <p:cNvSpPr txBox="1"/>
          <p:nvPr/>
        </p:nvSpPr>
        <p:spPr>
          <a:xfrm>
            <a:off x="1095340" y="214290"/>
            <a:ext cx="8952300" cy="630902"/>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i="0" lang="en-IN" sz="3500" u="none" cap="none" strike="noStrike">
                <a:solidFill>
                  <a:srgbClr val="92D050"/>
                </a:solidFill>
                <a:latin typeface="Arial Rounded"/>
                <a:ea typeface="Arial Rounded"/>
                <a:cs typeface="Arial Rounded"/>
                <a:sym typeface="Arial Rounded"/>
              </a:rPr>
              <a:t>Diagnostics for Speed Optimization</a:t>
            </a:r>
            <a:endParaRPr b="0" i="0" sz="1400" u="none" cap="none" strike="noStrike">
              <a:solidFill>
                <a:srgbClr val="000000"/>
              </a:solidFill>
              <a:latin typeface="Arial"/>
              <a:ea typeface="Arial"/>
              <a:cs typeface="Arial"/>
              <a:sym typeface="Arial"/>
            </a:endParaRPr>
          </a:p>
        </p:txBody>
      </p:sp>
      <p:grpSp>
        <p:nvGrpSpPr>
          <p:cNvPr id="498" name="Google Shape;498;p17"/>
          <p:cNvGrpSpPr/>
          <p:nvPr/>
        </p:nvGrpSpPr>
        <p:grpSpPr>
          <a:xfrm>
            <a:off x="451715" y="377055"/>
            <a:ext cx="382428" cy="331722"/>
            <a:chOff x="0" y="-1"/>
            <a:chExt cx="382428" cy="331722"/>
          </a:xfrm>
        </p:grpSpPr>
        <p:sp>
          <p:nvSpPr>
            <p:cNvPr id="499" name="Google Shape;499;p17"/>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00" name="Google Shape;500;p17"/>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01" name="Google Shape;501;p17"/>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02" name="Google Shape;502;p17"/>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503" name="Google Shape;503;p17"/>
          <p:cNvSpPr txBox="1"/>
          <p:nvPr/>
        </p:nvSpPr>
        <p:spPr>
          <a:xfrm>
            <a:off x="134906" y="865800"/>
            <a:ext cx="10633200" cy="344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00"/>
                </a:solidFill>
                <a:latin typeface="Calibri"/>
                <a:ea typeface="Calibri"/>
                <a:cs typeface="Calibri"/>
                <a:sym typeface="Calibri"/>
              </a:rPr>
              <a:t>First Contentful Paint Test:-</a:t>
            </a:r>
            <a:r>
              <a:rPr b="1" lang="en-IN" sz="1600">
                <a:latin typeface="Calibri"/>
                <a:ea typeface="Calibri"/>
                <a:cs typeface="Calibri"/>
                <a:sym typeface="Calibri"/>
              </a:rPr>
              <a:t> </a:t>
            </a:r>
            <a:r>
              <a:rPr lang="en-IN" sz="1500">
                <a:solidFill>
                  <a:srgbClr val="1F1F1F"/>
                </a:solidFill>
                <a:highlight>
                  <a:srgbClr val="FFFFFF"/>
                </a:highlight>
              </a:rPr>
              <a:t>In plain way, FCP is when the user can see some part of your page change. Often, this comes as a header bar or background image.</a:t>
            </a:r>
            <a:endParaRPr b="1" sz="16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Calibri"/>
                <a:ea typeface="Calibri"/>
                <a:cs typeface="Calibri"/>
                <a:sym typeface="Calibri"/>
              </a:rPr>
              <a:t>To provide a good user experience, Google recommends that sites should strive to have a First Contentful Paint value of </a:t>
            </a:r>
            <a:r>
              <a:rPr b="0" i="0" lang="en-IN" sz="1600" u="none" cap="none" strike="noStrike">
                <a:solidFill>
                  <a:srgbClr val="6AA84F"/>
                </a:solidFill>
                <a:latin typeface="Calibri"/>
                <a:ea typeface="Calibri"/>
                <a:cs typeface="Calibri"/>
                <a:sym typeface="Calibri"/>
              </a:rPr>
              <a:t>1.8 seconds or less</a:t>
            </a:r>
            <a:r>
              <a:rPr b="0" i="0" lang="en-IN" sz="16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00"/>
                </a:solidFill>
                <a:latin typeface="Calibri"/>
                <a:ea typeface="Calibri"/>
                <a:cs typeface="Calibri"/>
                <a:sym typeface="Calibri"/>
              </a:rPr>
              <a:t>Largest Content ful Paint Test:- </a:t>
            </a:r>
            <a:r>
              <a:rPr lang="en-IN" sz="1500">
                <a:solidFill>
                  <a:srgbClr val="040C28"/>
                </a:solidFill>
                <a:highlight>
                  <a:schemeClr val="lt1"/>
                </a:highlight>
              </a:rPr>
              <a:t>A web performance indicator that measures how quickly the main content of a website becomes visible to users</a:t>
            </a:r>
            <a:r>
              <a:rPr lang="en-IN" sz="1500">
                <a:solidFill>
                  <a:srgbClr val="1F1F1F"/>
                </a:solidFill>
                <a:highlight>
                  <a:srgbClr val="FFFFFF"/>
                </a:highlight>
              </a:rPr>
              <a:t>.</a:t>
            </a:r>
            <a:r>
              <a:rPr b="0" i="0" lang="en-IN" sz="1600" u="none" cap="none" strike="noStrike">
                <a:solidFill>
                  <a:srgbClr val="000000"/>
                </a:solidFill>
                <a:latin typeface="Calibri"/>
                <a:ea typeface="Calibri"/>
                <a:cs typeface="Calibri"/>
                <a:sym typeface="Calibri"/>
              </a:rPr>
              <a:t>To provide a good user experience, Google recommends that sites should strive to have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Calibri"/>
                <a:ea typeface="Calibri"/>
                <a:cs typeface="Calibri"/>
                <a:sym typeface="Calibri"/>
              </a:rPr>
              <a:t>Largest Contentful Paint of </a:t>
            </a:r>
            <a:r>
              <a:rPr b="0" i="0" lang="en-IN" sz="1600" u="none" cap="none" strike="noStrike">
                <a:solidFill>
                  <a:srgbClr val="00B050"/>
                </a:solidFill>
                <a:latin typeface="Calibri"/>
                <a:ea typeface="Calibri"/>
                <a:cs typeface="Calibri"/>
                <a:sym typeface="Calibri"/>
              </a:rPr>
              <a:t>2.5 seconds or less.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IN" sz="1600" u="none" cap="none" strike="noStrike">
                <a:solidFill>
                  <a:srgbClr val="000000"/>
                </a:solidFill>
                <a:latin typeface="Calibri"/>
                <a:ea typeface="Calibri"/>
                <a:cs typeface="Calibri"/>
                <a:sym typeface="Calibri"/>
              </a:rPr>
            </a:b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br>
              <a:rPr b="0" i="0" lang="en-IN" sz="1600" u="none" cap="none" strike="noStrike">
                <a:solidFill>
                  <a:srgbClr val="000000"/>
                </a:solidFill>
                <a:latin typeface="Calibri"/>
                <a:ea typeface="Calibri"/>
                <a:cs typeface="Calibri"/>
                <a:sym typeface="Calibri"/>
              </a:rPr>
            </a:br>
            <a:endParaRPr b="1" i="0" sz="1600" u="none" cap="none" strike="noStrike">
              <a:solidFill>
                <a:srgbClr val="000000"/>
              </a:solidFill>
              <a:latin typeface="Calibri"/>
              <a:ea typeface="Calibri"/>
              <a:cs typeface="Calibri"/>
              <a:sym typeface="Calibri"/>
            </a:endParaRPr>
          </a:p>
          <a:p>
            <a:pPr indent="-228600" lvl="0" marL="457200" marR="0" rtl="0" algn="l">
              <a:lnSpc>
                <a:spcPct val="100000"/>
              </a:lnSpc>
              <a:spcBef>
                <a:spcPts val="600"/>
              </a:spcBef>
              <a:spcAft>
                <a:spcPts val="0"/>
              </a:spcAft>
              <a:buClr>
                <a:schemeClr val="dk1"/>
              </a:buClr>
              <a:buSzPts val="1900"/>
              <a:buFont typeface="Calibri"/>
              <a:buNone/>
            </a:pPr>
            <a:r>
              <a:t/>
            </a:r>
            <a:endParaRPr b="0" i="0" sz="1600" u="none" cap="none" strike="noStrike">
              <a:solidFill>
                <a:schemeClr val="dk1"/>
              </a:solidFill>
              <a:latin typeface="Calibri"/>
              <a:ea typeface="Calibri"/>
              <a:cs typeface="Calibri"/>
              <a:sym typeface="Calibri"/>
            </a:endParaRPr>
          </a:p>
        </p:txBody>
      </p:sp>
      <p:pic>
        <p:nvPicPr>
          <p:cNvPr id="504" name="Google Shape;504;p17"/>
          <p:cNvPicPr preferRelativeResize="0"/>
          <p:nvPr/>
        </p:nvPicPr>
        <p:blipFill rotWithShape="1">
          <a:blip r:embed="rId3">
            <a:alphaModFix/>
          </a:blip>
          <a:srcRect b="0" l="0" r="0" t="0"/>
          <a:stretch/>
        </p:blipFill>
        <p:spPr>
          <a:xfrm>
            <a:off x="10220315" y="2069172"/>
            <a:ext cx="1971675" cy="1562100"/>
          </a:xfrm>
          <a:prstGeom prst="rect">
            <a:avLst/>
          </a:prstGeom>
          <a:noFill/>
          <a:ln>
            <a:noFill/>
          </a:ln>
        </p:spPr>
      </p:pic>
      <p:pic>
        <p:nvPicPr>
          <p:cNvPr id="505" name="Google Shape;505;p17"/>
          <p:cNvPicPr preferRelativeResize="0"/>
          <p:nvPr/>
        </p:nvPicPr>
        <p:blipFill>
          <a:blip r:embed="rId4">
            <a:alphaModFix/>
          </a:blip>
          <a:stretch>
            <a:fillRect/>
          </a:stretch>
        </p:blipFill>
        <p:spPr>
          <a:xfrm>
            <a:off x="3692525" y="2976501"/>
            <a:ext cx="5819325" cy="3881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2ec6938249b_0_157"/>
          <p:cNvSpPr txBox="1"/>
          <p:nvPr>
            <p:ph idx="4294967295" type="sldNum"/>
          </p:nvPr>
        </p:nvSpPr>
        <p:spPr>
          <a:xfrm>
            <a:off x="11172438" y="6414775"/>
            <a:ext cx="4509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511" name="Google Shape;511;g2ec6938249b_0_157"/>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512" name="Google Shape;512;g2ec6938249b_0_157"/>
          <p:cNvGrpSpPr/>
          <p:nvPr/>
        </p:nvGrpSpPr>
        <p:grpSpPr>
          <a:xfrm>
            <a:off x="271462" y="171448"/>
            <a:ext cx="790579" cy="743101"/>
            <a:chOff x="-1" y="-1"/>
            <a:chExt cx="790579" cy="743101"/>
          </a:xfrm>
        </p:grpSpPr>
        <p:sp>
          <p:nvSpPr>
            <p:cNvPr id="513" name="Google Shape;513;g2ec6938249b_0_157"/>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14" name="Google Shape;514;g2ec6938249b_0_157"/>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15" name="Google Shape;515;g2ec6938249b_0_157"/>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516" name="Google Shape;516;g2ec6938249b_0_157"/>
          <p:cNvSpPr txBox="1"/>
          <p:nvPr/>
        </p:nvSpPr>
        <p:spPr>
          <a:xfrm>
            <a:off x="1095340" y="214290"/>
            <a:ext cx="8952300" cy="6309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i="0" lang="en-IN" sz="3500" u="none" cap="none" strike="noStrike">
                <a:solidFill>
                  <a:srgbClr val="92D050"/>
                </a:solidFill>
                <a:latin typeface="Arial Rounded"/>
                <a:ea typeface="Arial Rounded"/>
                <a:cs typeface="Arial Rounded"/>
                <a:sym typeface="Arial Rounded"/>
              </a:rPr>
              <a:t>On-Page SEO Recommendation</a:t>
            </a:r>
            <a:endParaRPr b="0" i="0" sz="1400" u="none" cap="none" strike="noStrike">
              <a:solidFill>
                <a:srgbClr val="000000"/>
              </a:solidFill>
              <a:latin typeface="Arial"/>
              <a:ea typeface="Arial"/>
              <a:cs typeface="Arial"/>
              <a:sym typeface="Arial"/>
            </a:endParaRPr>
          </a:p>
        </p:txBody>
      </p:sp>
      <p:grpSp>
        <p:nvGrpSpPr>
          <p:cNvPr id="517" name="Google Shape;517;g2ec6938249b_0_157"/>
          <p:cNvGrpSpPr/>
          <p:nvPr/>
        </p:nvGrpSpPr>
        <p:grpSpPr>
          <a:xfrm>
            <a:off x="451715" y="377055"/>
            <a:ext cx="382428" cy="331722"/>
            <a:chOff x="0" y="-1"/>
            <a:chExt cx="382428" cy="331722"/>
          </a:xfrm>
        </p:grpSpPr>
        <p:sp>
          <p:nvSpPr>
            <p:cNvPr id="518" name="Google Shape;518;g2ec6938249b_0_157"/>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19" name="Google Shape;519;g2ec6938249b_0_157"/>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20" name="Google Shape;520;g2ec6938249b_0_157"/>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21" name="Google Shape;521;g2ec6938249b_0_157"/>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522" name="Google Shape;522;g2ec6938249b_0_157"/>
          <p:cNvSpPr/>
          <p:nvPr/>
        </p:nvSpPr>
        <p:spPr>
          <a:xfrm>
            <a:off x="271461" y="1085123"/>
            <a:ext cx="672983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Home page - https://www.radheshamwellpack.com/</a:t>
            </a:r>
            <a:endParaRPr b="0" i="0" sz="1400" u="none" cap="none" strike="noStrike">
              <a:solidFill>
                <a:srgbClr val="000000"/>
              </a:solidFill>
              <a:latin typeface="Arial"/>
              <a:ea typeface="Arial"/>
              <a:cs typeface="Arial"/>
              <a:sym typeface="Arial"/>
            </a:endParaRPr>
          </a:p>
        </p:txBody>
      </p:sp>
      <p:sp>
        <p:nvSpPr>
          <p:cNvPr id="523" name="Google Shape;523;g2ec6938249b_0_157"/>
          <p:cNvSpPr/>
          <p:nvPr/>
        </p:nvSpPr>
        <p:spPr>
          <a:xfrm>
            <a:off x="540454" y="4268464"/>
            <a:ext cx="6096000" cy="18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Title - </a:t>
            </a:r>
            <a:r>
              <a:rPr b="0" i="0" lang="en-IN" sz="1400" u="none" cap="none" strike="noStrike">
                <a:solidFill>
                  <a:srgbClr val="000000"/>
                </a:solidFill>
                <a:latin typeface="Arial"/>
                <a:ea typeface="Arial"/>
                <a:cs typeface="Arial"/>
                <a:sym typeface="Arial"/>
              </a:rPr>
              <a:t>93 characters - recommended under 55 to 60 characters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Description - </a:t>
            </a:r>
            <a:r>
              <a:rPr b="0" i="0" lang="en-IN" sz="1400" u="none" cap="none" strike="noStrike">
                <a:solidFill>
                  <a:srgbClr val="000000"/>
                </a:solidFill>
                <a:latin typeface="Arial"/>
                <a:ea typeface="Arial"/>
                <a:cs typeface="Arial"/>
                <a:sym typeface="Arial"/>
              </a:rPr>
              <a:t>153 Characters - recommended 155 to 160 characters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Keywords - </a:t>
            </a:r>
            <a:r>
              <a:rPr b="0" i="0" lang="en-IN" sz="1400" u="none" cap="none" strike="noStrike">
                <a:solidFill>
                  <a:srgbClr val="000000"/>
                </a:solidFill>
                <a:latin typeface="Arial"/>
                <a:ea typeface="Arial"/>
                <a:cs typeface="Arial"/>
                <a:sym typeface="Arial"/>
              </a:rPr>
              <a:t>We are targeting multiple keywords on a single page. We should try to focus on one main keyword and its alternative keywords per page.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2ec6938249b_0_157"/>
          <p:cNvSpPr/>
          <p:nvPr/>
        </p:nvSpPr>
        <p:spPr>
          <a:xfrm>
            <a:off x="6636450" y="4838250"/>
            <a:ext cx="5305500" cy="13218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The heading structure of the website is not correct. The headings are not following a proper hierarchy. Headings should start from H1 and go up to H6, Our homepage has H2 tag but they are not in proper structure and even H1 is missing. We have total 24 H2 Tags. We need to optimise the heading structure to improve the ranking.</a:t>
            </a:r>
            <a:br>
              <a:rPr b="0" i="0" lang="en-I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id="525" name="Google Shape;525;g2ec6938249b_0_157"/>
          <p:cNvPicPr preferRelativeResize="0"/>
          <p:nvPr/>
        </p:nvPicPr>
        <p:blipFill rotWithShape="1">
          <a:blip r:embed="rId3">
            <a:alphaModFix/>
          </a:blip>
          <a:srcRect b="0" l="0" r="0" t="0"/>
          <a:stretch/>
        </p:blipFill>
        <p:spPr>
          <a:xfrm>
            <a:off x="266700" y="1486900"/>
            <a:ext cx="6423041" cy="2547850"/>
          </a:xfrm>
          <a:prstGeom prst="rect">
            <a:avLst/>
          </a:prstGeom>
          <a:noFill/>
          <a:ln>
            <a:noFill/>
          </a:ln>
        </p:spPr>
      </p:pic>
      <p:pic>
        <p:nvPicPr>
          <p:cNvPr id="526" name="Google Shape;526;g2ec6938249b_0_157"/>
          <p:cNvPicPr preferRelativeResize="0"/>
          <p:nvPr/>
        </p:nvPicPr>
        <p:blipFill rotWithShape="1">
          <a:blip r:embed="rId4">
            <a:alphaModFix/>
          </a:blip>
          <a:srcRect b="0" l="0" r="0" t="0"/>
          <a:stretch/>
        </p:blipFill>
        <p:spPr>
          <a:xfrm>
            <a:off x="7001300" y="1040052"/>
            <a:ext cx="4885900" cy="35774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
          <p:cNvSpPr txBox="1"/>
          <p:nvPr>
            <p:ph idx="4294967295" type="sldNum"/>
          </p:nvPr>
        </p:nvSpPr>
        <p:spPr>
          <a:xfrm>
            <a:off x="11172438" y="6414775"/>
            <a:ext cx="4509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b="0" i="0" lang="en-IN"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532" name="Google Shape;532;p3"/>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533" name="Google Shape;533;p3"/>
          <p:cNvGrpSpPr/>
          <p:nvPr/>
        </p:nvGrpSpPr>
        <p:grpSpPr>
          <a:xfrm>
            <a:off x="271462" y="171448"/>
            <a:ext cx="790579" cy="743101"/>
            <a:chOff x="-1" y="-1"/>
            <a:chExt cx="790579" cy="743101"/>
          </a:xfrm>
        </p:grpSpPr>
        <p:sp>
          <p:nvSpPr>
            <p:cNvPr id="534" name="Google Shape;534;p3"/>
            <p:cNvSpPr/>
            <p:nvPr/>
          </p:nvSpPr>
          <p:spPr>
            <a:xfrm>
              <a:off x="-1" y="0"/>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35" name="Google Shape;535;p3"/>
            <p:cNvSpPr/>
            <p:nvPr/>
          </p:nvSpPr>
          <p:spPr>
            <a:xfrm>
              <a:off x="742950" y="-1"/>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36" name="Google Shape;536;p3"/>
            <p:cNvSpPr/>
            <p:nvPr/>
          </p:nvSpPr>
          <p:spPr>
            <a:xfrm flipH="1" rot="10800000">
              <a:off x="742950" y="647694"/>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537" name="Google Shape;537;p3"/>
          <p:cNvSpPr txBox="1"/>
          <p:nvPr/>
        </p:nvSpPr>
        <p:spPr>
          <a:xfrm>
            <a:off x="1095340" y="214290"/>
            <a:ext cx="8952300" cy="630902"/>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92D050"/>
              </a:buClr>
              <a:buSzPts val="3500"/>
              <a:buFont typeface="Arial Rounded"/>
              <a:buNone/>
            </a:pPr>
            <a:r>
              <a:rPr b="1" i="0" lang="en-IN" sz="3500" u="none" cap="none" strike="noStrike">
                <a:solidFill>
                  <a:srgbClr val="92D050"/>
                </a:solidFill>
                <a:latin typeface="Arial Rounded"/>
                <a:ea typeface="Arial Rounded"/>
                <a:cs typeface="Arial Rounded"/>
                <a:sym typeface="Arial Rounded"/>
              </a:rPr>
              <a:t>Scope of Work  </a:t>
            </a:r>
            <a:endParaRPr b="0" i="0" sz="1400" u="none" cap="none" strike="noStrike">
              <a:solidFill>
                <a:schemeClr val="lt1"/>
              </a:solidFill>
              <a:latin typeface="Arial"/>
              <a:ea typeface="Arial"/>
              <a:cs typeface="Arial"/>
              <a:sym typeface="Arial"/>
            </a:endParaRPr>
          </a:p>
        </p:txBody>
      </p:sp>
      <p:grpSp>
        <p:nvGrpSpPr>
          <p:cNvPr id="538" name="Google Shape;538;p3"/>
          <p:cNvGrpSpPr/>
          <p:nvPr/>
        </p:nvGrpSpPr>
        <p:grpSpPr>
          <a:xfrm>
            <a:off x="451715" y="377055"/>
            <a:ext cx="382428" cy="331722"/>
            <a:chOff x="0" y="-1"/>
            <a:chExt cx="382428" cy="331722"/>
          </a:xfrm>
        </p:grpSpPr>
        <p:sp>
          <p:nvSpPr>
            <p:cNvPr id="539" name="Google Shape;539;p3"/>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40" name="Google Shape;540;p3"/>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41" name="Google Shape;541;p3"/>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42" name="Google Shape;542;p3"/>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543" name="Google Shape;543;p3"/>
          <p:cNvSpPr txBox="1"/>
          <p:nvPr/>
        </p:nvSpPr>
        <p:spPr>
          <a:xfrm>
            <a:off x="8043354" y="4062852"/>
            <a:ext cx="1848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I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graphicFrame>
        <p:nvGraphicFramePr>
          <p:cNvPr id="544" name="Google Shape;544;p3"/>
          <p:cNvGraphicFramePr/>
          <p:nvPr/>
        </p:nvGraphicFramePr>
        <p:xfrm>
          <a:off x="834167" y="972555"/>
          <a:ext cx="3000000" cy="3000000"/>
        </p:xfrm>
        <a:graphic>
          <a:graphicData uri="http://schemas.openxmlformats.org/drawingml/2006/table">
            <a:tbl>
              <a:tblPr>
                <a:noFill/>
                <a:tableStyleId>{9E40D392-B5C5-49C3-B114-7B2D6DA775A4}</a:tableStyleId>
              </a:tblPr>
              <a:tblGrid>
                <a:gridCol w="3752600"/>
                <a:gridCol w="647925"/>
                <a:gridCol w="2578200"/>
                <a:gridCol w="647925"/>
                <a:gridCol w="2929175"/>
              </a:tblGrid>
              <a:tr h="206625">
                <a:tc>
                  <a:txBody>
                    <a:bodyPr/>
                    <a:lstStyle/>
                    <a:p>
                      <a:pPr indent="0" lvl="0" marL="0" marR="0" rtl="0" algn="ctr">
                        <a:lnSpc>
                          <a:spcPct val="100000"/>
                        </a:lnSpc>
                        <a:spcBef>
                          <a:spcPts val="0"/>
                        </a:spcBef>
                        <a:spcAft>
                          <a:spcPts val="0"/>
                        </a:spcAft>
                        <a:buClr>
                          <a:srgbClr val="000000"/>
                        </a:buClr>
                        <a:buSzPts val="1200"/>
                        <a:buFont typeface="Arial"/>
                        <a:buNone/>
                      </a:pPr>
                      <a:r>
                        <a:rPr b="1" lang="en-IN" sz="1200" u="none" cap="none" strike="noStrike">
                          <a:latin typeface="Calibri"/>
                          <a:ea typeface="Calibri"/>
                          <a:cs typeface="Calibri"/>
                          <a:sym typeface="Calibri"/>
                        </a:rPr>
                        <a:t>Technical Activities</a:t>
                      </a:r>
                      <a:endParaRPr sz="1400" u="none" cap="none" strike="noStrike"/>
                    </a:p>
                  </a:txBody>
                  <a:tcPr marT="6225" marB="6225" marR="6225" marL="6225" anchor="ctr">
                    <a:solidFill>
                      <a:srgbClr val="CEF396"/>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IN" sz="1200" u="none" cap="none" strike="noStrike">
                          <a:latin typeface="Calibri"/>
                          <a:ea typeface="Calibri"/>
                          <a:cs typeface="Calibri"/>
                          <a:sym typeface="Calibri"/>
                        </a:rPr>
                        <a:t>On-Page Activities</a:t>
                      </a:r>
                      <a:endParaRPr sz="1400" u="none" cap="none" strike="noStrike"/>
                    </a:p>
                  </a:txBody>
                  <a:tcPr marT="6225" marB="6225" marR="6225" marL="6225" anchor="ctr">
                    <a:solidFill>
                      <a:srgbClr val="B8F156"/>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IN" sz="1200" u="none" cap="none" strike="noStrike">
                          <a:latin typeface="Calibri"/>
                          <a:ea typeface="Calibri"/>
                          <a:cs typeface="Calibri"/>
                          <a:sym typeface="Calibri"/>
                        </a:rPr>
                        <a:t>Backlinks Activities</a:t>
                      </a:r>
                      <a:endParaRPr sz="1400" u="none" cap="none" strike="noStrike"/>
                    </a:p>
                  </a:txBody>
                  <a:tcPr marT="6225" marB="6225" marR="6225" marL="6225" anchor="ctr">
                    <a:solidFill>
                      <a:srgbClr val="BFED52"/>
                    </a:solidFill>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Broken Pages/Resources</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Optimizing Meta Title</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Social Bookmarking</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Broken Images</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Optimizing Meta Description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Directory Submission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Dynamic URLs Resolution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Implementing Rich Snippet/Schema</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Local Citation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Image Compression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Optimizing Image Alt Text</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Profile Creation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Script Issues - Java and CSS Resolution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URL Structure Review and Suggestions</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Web 2.0</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Page Loading Speed</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Content Optimization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Classified Ads</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Duplication Issues</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Optimizing Internal Linking</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Quora</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Canonical Issues</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Header Tags Setup</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Reddit</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Redirection Issues (HTTPS &amp; WWW)</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CTA Review and Suggestions</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Forums (niche)</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91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Robots.txt and Sitemap.xml</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IN" sz="1200" u="none" cap="none" strike="noStrike">
                          <a:solidFill>
                            <a:srgbClr val="000000"/>
                          </a:solidFill>
                          <a:latin typeface="Calibri"/>
                          <a:ea typeface="Calibri"/>
                          <a:cs typeface="Calibri"/>
                          <a:sym typeface="Calibri"/>
                        </a:rPr>
                        <a:t>Home page UI/UX changes</a:t>
                      </a:r>
                      <a:endParaRPr b="0" i="0" sz="1200" u="none" cap="none" strike="noStrike">
                        <a:solidFill>
                          <a:srgbClr val="000000"/>
                        </a:solidFill>
                        <a:latin typeface="Calibri"/>
                        <a:ea typeface="Calibri"/>
                        <a:cs typeface="Calibri"/>
                        <a:sym typeface="Calibri"/>
                      </a:endParaRPr>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Blog Commenting</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Setting up Tracking </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IN" sz="1200" u="none" cap="none" strike="noStrike">
                          <a:solidFill>
                            <a:srgbClr val="000000"/>
                          </a:solidFill>
                          <a:latin typeface="Calibri"/>
                          <a:ea typeface="Calibri"/>
                          <a:cs typeface="Calibri"/>
                          <a:sym typeface="Calibri"/>
                        </a:rPr>
                        <a:t>Internal Link Optimization</a:t>
                      </a:r>
                      <a:endParaRPr b="0" i="0" sz="1200" u="none" cap="none" strike="noStrike">
                        <a:solidFill>
                          <a:srgbClr val="000000"/>
                        </a:solidFill>
                        <a:latin typeface="Calibri"/>
                        <a:ea typeface="Calibri"/>
                        <a:cs typeface="Calibri"/>
                        <a:sym typeface="Calibri"/>
                      </a:endParaRPr>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Web 2.0 SB</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Workable Link Structure (Social icons/policy pages, etc.)</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Social Site Sharing</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Article Submission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PPT Creation * Submission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PDF Creation * Submission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Video Submission - Need Video from client</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Infographics Creation * Submission</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Competitor Backlinks</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Guest Blogging *</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Editorial *</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6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225" marB="6225" marR="6225" marL="62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libri"/>
                          <a:ea typeface="Calibri"/>
                          <a:cs typeface="Calibri"/>
                          <a:sym typeface="Calibri"/>
                        </a:rPr>
                        <a:t>Press Release *</a:t>
                      </a:r>
                      <a:endParaRPr sz="1400" u="none" cap="none" strike="noStrike"/>
                    </a:p>
                  </a:txBody>
                  <a:tcPr marT="6225" marB="6225" marR="6225" marL="6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45" name="Google Shape;545;p3"/>
          <p:cNvSpPr txBox="1"/>
          <p:nvPr/>
        </p:nvSpPr>
        <p:spPr>
          <a:xfrm>
            <a:off x="591150" y="4432300"/>
            <a:ext cx="4139100" cy="2062500"/>
          </a:xfrm>
          <a:prstGeom prst="rect">
            <a:avLst/>
          </a:prstGeom>
          <a:solidFill>
            <a:srgbClr val="CAFE54"/>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600"/>
              <a:buFont typeface="Arial"/>
              <a:buChar char="➢"/>
            </a:pPr>
            <a:r>
              <a:rPr b="1" i="0" lang="en-IN" sz="1600" u="none" cap="none" strike="noStrike">
                <a:solidFill>
                  <a:srgbClr val="000000"/>
                </a:solidFill>
                <a:latin typeface="Calibri"/>
                <a:ea typeface="Calibri"/>
                <a:cs typeface="Calibri"/>
                <a:sym typeface="Calibri"/>
              </a:rPr>
              <a:t> Focusing on below matrix :</a:t>
            </a:r>
            <a:endParaRPr b="0" i="0" sz="1400" u="none" cap="none" strike="noStrike">
              <a:solidFill>
                <a:srgbClr val="000000"/>
              </a:solidFill>
              <a:latin typeface="Arial"/>
              <a:ea typeface="Arial"/>
              <a:cs typeface="Arial"/>
              <a:sym typeface="Arial"/>
            </a:endParaRPr>
          </a:p>
          <a:p>
            <a:pPr indent="-101600" lvl="1" marL="630237" marR="0" rtl="0" algn="l">
              <a:lnSpc>
                <a:spcPct val="100000"/>
              </a:lnSpc>
              <a:spcBef>
                <a:spcPts val="0"/>
              </a:spcBef>
              <a:spcAft>
                <a:spcPts val="0"/>
              </a:spcAft>
              <a:buClr>
                <a:srgbClr val="000000"/>
              </a:buClr>
              <a:buSzPts val="1600"/>
              <a:buFont typeface="Arial"/>
              <a:buChar char="✓"/>
            </a:pPr>
            <a:r>
              <a:rPr b="1" i="0" lang="en-IN" sz="1600" u="none" cap="none" strike="noStrike">
                <a:solidFill>
                  <a:srgbClr val="000000"/>
                </a:solidFill>
                <a:latin typeface="Calibri"/>
                <a:ea typeface="Calibri"/>
                <a:cs typeface="Calibri"/>
                <a:sym typeface="Calibri"/>
              </a:rPr>
              <a:t> Search Visibility</a:t>
            </a:r>
            <a:endParaRPr b="0" i="0" sz="1400" u="none" cap="none" strike="noStrike">
              <a:solidFill>
                <a:srgbClr val="000000"/>
              </a:solidFill>
              <a:latin typeface="Arial"/>
              <a:ea typeface="Arial"/>
              <a:cs typeface="Arial"/>
              <a:sym typeface="Arial"/>
            </a:endParaRPr>
          </a:p>
          <a:p>
            <a:pPr indent="-101600" lvl="1" marL="630237" marR="0" rtl="0" algn="l">
              <a:lnSpc>
                <a:spcPct val="100000"/>
              </a:lnSpc>
              <a:spcBef>
                <a:spcPts val="0"/>
              </a:spcBef>
              <a:spcAft>
                <a:spcPts val="0"/>
              </a:spcAft>
              <a:buClr>
                <a:srgbClr val="000000"/>
              </a:buClr>
              <a:buSzPts val="1600"/>
              <a:buFont typeface="Arial"/>
              <a:buChar char="✓"/>
            </a:pPr>
            <a:r>
              <a:rPr b="1" i="0" lang="en-IN" sz="1600" u="none" cap="none" strike="noStrike">
                <a:solidFill>
                  <a:srgbClr val="000000"/>
                </a:solidFill>
                <a:latin typeface="Calibri"/>
                <a:ea typeface="Calibri"/>
                <a:cs typeface="Calibri"/>
                <a:sym typeface="Calibri"/>
              </a:rPr>
              <a:t> Traffic</a:t>
            </a:r>
            <a:endParaRPr b="0" i="0" sz="1400" u="none" cap="none" strike="noStrike">
              <a:solidFill>
                <a:srgbClr val="000000"/>
              </a:solidFill>
              <a:latin typeface="Arial"/>
              <a:ea typeface="Arial"/>
              <a:cs typeface="Arial"/>
              <a:sym typeface="Arial"/>
            </a:endParaRPr>
          </a:p>
          <a:p>
            <a:pPr indent="-101600" lvl="1" marL="630237" marR="0" rtl="0" algn="l">
              <a:lnSpc>
                <a:spcPct val="100000"/>
              </a:lnSpc>
              <a:spcBef>
                <a:spcPts val="0"/>
              </a:spcBef>
              <a:spcAft>
                <a:spcPts val="0"/>
              </a:spcAft>
              <a:buClr>
                <a:srgbClr val="000000"/>
              </a:buClr>
              <a:buSzPts val="1600"/>
              <a:buFont typeface="Arial"/>
              <a:buChar char="✓"/>
            </a:pPr>
            <a:r>
              <a:rPr b="1" i="0" lang="en-IN" sz="1600" u="none" cap="none" strike="noStrike">
                <a:solidFill>
                  <a:srgbClr val="000000"/>
                </a:solidFill>
                <a:latin typeface="Calibri"/>
                <a:ea typeface="Calibri"/>
                <a:cs typeface="Calibri"/>
                <a:sym typeface="Calibri"/>
              </a:rPr>
              <a:t> Content Syndication</a:t>
            </a:r>
            <a:endParaRPr b="0" i="0" sz="1400" u="none" cap="none" strike="noStrike">
              <a:solidFill>
                <a:srgbClr val="000000"/>
              </a:solidFill>
              <a:latin typeface="Arial"/>
              <a:ea typeface="Arial"/>
              <a:cs typeface="Arial"/>
              <a:sym typeface="Arial"/>
            </a:endParaRPr>
          </a:p>
          <a:p>
            <a:pPr indent="-101600" lvl="1" marL="630237" marR="0" rtl="0" algn="l">
              <a:lnSpc>
                <a:spcPct val="100000"/>
              </a:lnSpc>
              <a:spcBef>
                <a:spcPts val="0"/>
              </a:spcBef>
              <a:spcAft>
                <a:spcPts val="0"/>
              </a:spcAft>
              <a:buClr>
                <a:srgbClr val="000000"/>
              </a:buClr>
              <a:buSzPts val="1600"/>
              <a:buFont typeface="Arial"/>
              <a:buChar char="✓"/>
            </a:pPr>
            <a:r>
              <a:rPr b="1" i="0" lang="en-IN" sz="1600" u="none" cap="none" strike="noStrike">
                <a:solidFill>
                  <a:srgbClr val="000000"/>
                </a:solidFill>
                <a:latin typeface="Calibri"/>
                <a:ea typeface="Calibri"/>
                <a:cs typeface="Calibri"/>
                <a:sym typeface="Calibri"/>
              </a:rPr>
              <a:t> Crawlability </a:t>
            </a:r>
            <a:endParaRPr b="0" i="0" sz="1400" u="none" cap="none" strike="noStrike">
              <a:solidFill>
                <a:srgbClr val="000000"/>
              </a:solidFill>
              <a:latin typeface="Arial"/>
              <a:ea typeface="Arial"/>
              <a:cs typeface="Arial"/>
              <a:sym typeface="Arial"/>
            </a:endParaRPr>
          </a:p>
          <a:p>
            <a:pPr indent="-101600" lvl="1" marL="630237" marR="0" rtl="0" algn="l">
              <a:lnSpc>
                <a:spcPct val="100000"/>
              </a:lnSpc>
              <a:spcBef>
                <a:spcPts val="0"/>
              </a:spcBef>
              <a:spcAft>
                <a:spcPts val="0"/>
              </a:spcAft>
              <a:buClr>
                <a:srgbClr val="000000"/>
              </a:buClr>
              <a:buSzPts val="1600"/>
              <a:buFont typeface="Arial"/>
              <a:buChar char="✓"/>
            </a:pPr>
            <a:r>
              <a:rPr b="1" i="0" lang="en-IN" sz="1600" u="none" cap="none" strike="noStrike">
                <a:solidFill>
                  <a:srgbClr val="000000"/>
                </a:solidFill>
                <a:latin typeface="Calibri"/>
                <a:ea typeface="Calibri"/>
                <a:cs typeface="Calibri"/>
                <a:sym typeface="Calibri"/>
              </a:rPr>
              <a:t> Backlinks</a:t>
            </a:r>
            <a:endParaRPr b="0" i="0" sz="1400" u="none" cap="none" strike="noStrike">
              <a:solidFill>
                <a:srgbClr val="000000"/>
              </a:solidFill>
              <a:latin typeface="Arial"/>
              <a:ea typeface="Arial"/>
              <a:cs typeface="Arial"/>
              <a:sym typeface="Arial"/>
            </a:endParaRPr>
          </a:p>
          <a:p>
            <a:pPr indent="-101600" lvl="1" marL="630237" marR="0" rtl="0" algn="l">
              <a:lnSpc>
                <a:spcPct val="100000"/>
              </a:lnSpc>
              <a:spcBef>
                <a:spcPts val="0"/>
              </a:spcBef>
              <a:spcAft>
                <a:spcPts val="0"/>
              </a:spcAft>
              <a:buClr>
                <a:srgbClr val="000000"/>
              </a:buClr>
              <a:buSzPts val="1600"/>
              <a:buFont typeface="Arial"/>
              <a:buChar char="✓"/>
            </a:pPr>
            <a:r>
              <a:rPr b="1" i="0" lang="en-IN" sz="1600" u="none" cap="none" strike="noStrike">
                <a:solidFill>
                  <a:srgbClr val="000000"/>
                </a:solidFill>
                <a:latin typeface="Calibri"/>
                <a:ea typeface="Calibri"/>
                <a:cs typeface="Calibri"/>
                <a:sym typeface="Calibri"/>
              </a:rPr>
              <a:t> Domain Authority</a:t>
            </a:r>
            <a:endParaRPr b="1"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i="0" sz="1600"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25"/>
          <p:cNvSpPr/>
          <p:nvPr/>
        </p:nvSpPr>
        <p:spPr>
          <a:xfrm>
            <a:off x="-1" y="1488669"/>
            <a:ext cx="12192001" cy="3887032"/>
          </a:xfrm>
          <a:prstGeom prst="rect">
            <a:avLst/>
          </a:prstGeom>
          <a:solidFill>
            <a:srgbClr val="2F2F2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551" name="Google Shape;551;p25"/>
          <p:cNvGrpSpPr/>
          <p:nvPr/>
        </p:nvGrpSpPr>
        <p:grpSpPr>
          <a:xfrm>
            <a:off x="479483" y="1034352"/>
            <a:ext cx="4395352" cy="4789296"/>
            <a:chOff x="-1" y="-1"/>
            <a:chExt cx="4395351" cy="4789295"/>
          </a:xfrm>
        </p:grpSpPr>
        <p:grpSp>
          <p:nvGrpSpPr>
            <p:cNvPr id="552" name="Google Shape;552;p25"/>
            <p:cNvGrpSpPr/>
            <p:nvPr/>
          </p:nvGrpSpPr>
          <p:grpSpPr>
            <a:xfrm>
              <a:off x="4166747" y="11721"/>
              <a:ext cx="228603" cy="4777573"/>
              <a:chOff x="0" y="-1"/>
              <a:chExt cx="228601" cy="4777572"/>
            </a:xfrm>
          </p:grpSpPr>
          <p:sp>
            <p:nvSpPr>
              <p:cNvPr id="553" name="Google Shape;553;p25"/>
              <p:cNvSpPr/>
              <p:nvPr/>
            </p:nvSpPr>
            <p:spPr>
              <a:xfrm flipH="1" rot="10800000">
                <a:off x="0" y="4320370"/>
                <a:ext cx="228601" cy="457201"/>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54" name="Google Shape;554;p25"/>
              <p:cNvSpPr/>
              <p:nvPr/>
            </p:nvSpPr>
            <p:spPr>
              <a:xfrm>
                <a:off x="0" y="-1"/>
                <a:ext cx="228600" cy="457201"/>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grpSp>
          <p:nvGrpSpPr>
            <p:cNvPr id="555" name="Google Shape;555;p25"/>
            <p:cNvGrpSpPr/>
            <p:nvPr/>
          </p:nvGrpSpPr>
          <p:grpSpPr>
            <a:xfrm>
              <a:off x="317050" y="321446"/>
              <a:ext cx="3749697" cy="4134267"/>
              <a:chOff x="-1" y="0"/>
              <a:chExt cx="3749695" cy="4134265"/>
            </a:xfrm>
          </p:grpSpPr>
          <p:sp>
            <p:nvSpPr>
              <p:cNvPr id="556" name="Google Shape;556;p25"/>
              <p:cNvSpPr/>
              <p:nvPr/>
            </p:nvSpPr>
            <p:spPr>
              <a:xfrm>
                <a:off x="1454932" y="3362456"/>
                <a:ext cx="373667" cy="472051"/>
              </a:xfrm>
              <a:custGeom>
                <a:rect b="b" l="l" r="r" t="t"/>
                <a:pathLst>
                  <a:path extrusionOk="0" h="21004" w="21451">
                    <a:moveTo>
                      <a:pt x="0" y="19633"/>
                    </a:moveTo>
                    <a:cubicBezTo>
                      <a:pt x="0" y="19975"/>
                      <a:pt x="214" y="21004"/>
                      <a:pt x="428" y="21004"/>
                    </a:cubicBezTo>
                    <a:cubicBezTo>
                      <a:pt x="428" y="21004"/>
                      <a:pt x="2994" y="21004"/>
                      <a:pt x="5988" y="21004"/>
                    </a:cubicBezTo>
                    <a:cubicBezTo>
                      <a:pt x="7699" y="21004"/>
                      <a:pt x="9196" y="21004"/>
                      <a:pt x="10693" y="21004"/>
                    </a:cubicBezTo>
                    <a:cubicBezTo>
                      <a:pt x="12190" y="21004"/>
                      <a:pt x="13901" y="21004"/>
                      <a:pt x="15398" y="21004"/>
                    </a:cubicBezTo>
                    <a:cubicBezTo>
                      <a:pt x="18392" y="21004"/>
                      <a:pt x="20958" y="21004"/>
                      <a:pt x="20958" y="21004"/>
                    </a:cubicBezTo>
                    <a:cubicBezTo>
                      <a:pt x="21386" y="21004"/>
                      <a:pt x="21386" y="19975"/>
                      <a:pt x="21386" y="19633"/>
                    </a:cubicBezTo>
                    <a:cubicBezTo>
                      <a:pt x="21600" y="17747"/>
                      <a:pt x="21386" y="16033"/>
                      <a:pt x="19248" y="15004"/>
                    </a:cubicBezTo>
                    <a:cubicBezTo>
                      <a:pt x="18606" y="14490"/>
                      <a:pt x="16681" y="13975"/>
                      <a:pt x="15612" y="13461"/>
                    </a:cubicBezTo>
                    <a:cubicBezTo>
                      <a:pt x="14543" y="13118"/>
                      <a:pt x="12832" y="11918"/>
                      <a:pt x="13687" y="10890"/>
                    </a:cubicBezTo>
                    <a:cubicBezTo>
                      <a:pt x="14329" y="10033"/>
                      <a:pt x="16040" y="10547"/>
                      <a:pt x="16681" y="9518"/>
                    </a:cubicBezTo>
                    <a:cubicBezTo>
                      <a:pt x="16895" y="9347"/>
                      <a:pt x="16467" y="9004"/>
                      <a:pt x="16467" y="8147"/>
                    </a:cubicBezTo>
                    <a:cubicBezTo>
                      <a:pt x="16467" y="7461"/>
                      <a:pt x="16467" y="4718"/>
                      <a:pt x="16253" y="3861"/>
                    </a:cubicBezTo>
                    <a:cubicBezTo>
                      <a:pt x="15612" y="2661"/>
                      <a:pt x="14970" y="1461"/>
                      <a:pt x="13473" y="604"/>
                    </a:cubicBezTo>
                    <a:cubicBezTo>
                      <a:pt x="11335" y="-596"/>
                      <a:pt x="8127" y="90"/>
                      <a:pt x="6416" y="1804"/>
                    </a:cubicBezTo>
                    <a:cubicBezTo>
                      <a:pt x="4919" y="3690"/>
                      <a:pt x="5133" y="6090"/>
                      <a:pt x="5133" y="8147"/>
                    </a:cubicBezTo>
                    <a:cubicBezTo>
                      <a:pt x="4919" y="9004"/>
                      <a:pt x="4491" y="9347"/>
                      <a:pt x="4705" y="9518"/>
                    </a:cubicBezTo>
                    <a:cubicBezTo>
                      <a:pt x="5347" y="10375"/>
                      <a:pt x="7057" y="10204"/>
                      <a:pt x="7699" y="10890"/>
                    </a:cubicBezTo>
                    <a:cubicBezTo>
                      <a:pt x="8768" y="11747"/>
                      <a:pt x="6844" y="13118"/>
                      <a:pt x="5988" y="13461"/>
                    </a:cubicBezTo>
                    <a:cubicBezTo>
                      <a:pt x="4705" y="13975"/>
                      <a:pt x="2994" y="14490"/>
                      <a:pt x="2139" y="15004"/>
                    </a:cubicBezTo>
                    <a:cubicBezTo>
                      <a:pt x="214" y="16033"/>
                      <a:pt x="0" y="17747"/>
                      <a:pt x="0" y="19633"/>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57" name="Google Shape;557;p25"/>
              <p:cNvSpPr/>
              <p:nvPr/>
            </p:nvSpPr>
            <p:spPr>
              <a:xfrm>
                <a:off x="1773396" y="3329163"/>
                <a:ext cx="314124" cy="505344"/>
              </a:xfrm>
              <a:custGeom>
                <a:rect b="b" l="l" r="r" t="t"/>
                <a:pathLst>
                  <a:path extrusionOk="0" h="21600" w="20884">
                    <a:moveTo>
                      <a:pt x="6122" y="989"/>
                    </a:moveTo>
                    <a:cubicBezTo>
                      <a:pt x="7860" y="989"/>
                      <a:pt x="9349" y="1484"/>
                      <a:pt x="10094" y="2473"/>
                    </a:cubicBezTo>
                    <a:cubicBezTo>
                      <a:pt x="10343" y="2968"/>
                      <a:pt x="10343" y="3298"/>
                      <a:pt x="10094" y="3957"/>
                    </a:cubicBezTo>
                    <a:cubicBezTo>
                      <a:pt x="10094" y="4287"/>
                      <a:pt x="10094" y="4947"/>
                      <a:pt x="10094" y="5606"/>
                    </a:cubicBezTo>
                    <a:cubicBezTo>
                      <a:pt x="10094" y="6101"/>
                      <a:pt x="10094" y="6101"/>
                      <a:pt x="10094" y="6101"/>
                    </a:cubicBezTo>
                    <a:cubicBezTo>
                      <a:pt x="10839" y="6266"/>
                      <a:pt x="10839" y="6266"/>
                      <a:pt x="10839" y="6266"/>
                    </a:cubicBezTo>
                    <a:cubicBezTo>
                      <a:pt x="10839" y="6266"/>
                      <a:pt x="10839" y="6431"/>
                      <a:pt x="10839" y="6595"/>
                    </a:cubicBezTo>
                    <a:cubicBezTo>
                      <a:pt x="10591" y="6760"/>
                      <a:pt x="10591" y="6760"/>
                      <a:pt x="10343" y="6925"/>
                    </a:cubicBezTo>
                    <a:cubicBezTo>
                      <a:pt x="9846" y="7090"/>
                      <a:pt x="9349" y="7420"/>
                      <a:pt x="9101" y="7915"/>
                    </a:cubicBezTo>
                    <a:cubicBezTo>
                      <a:pt x="9101" y="8079"/>
                      <a:pt x="9101" y="8079"/>
                      <a:pt x="9101" y="8244"/>
                    </a:cubicBezTo>
                    <a:cubicBezTo>
                      <a:pt x="8853" y="8904"/>
                      <a:pt x="8356" y="10058"/>
                      <a:pt x="8605" y="10882"/>
                    </a:cubicBezTo>
                    <a:cubicBezTo>
                      <a:pt x="8853" y="12366"/>
                      <a:pt x="10094" y="13521"/>
                      <a:pt x="12329" y="14015"/>
                    </a:cubicBezTo>
                    <a:cubicBezTo>
                      <a:pt x="13818" y="14510"/>
                      <a:pt x="15805" y="15334"/>
                      <a:pt x="17294" y="15994"/>
                    </a:cubicBezTo>
                    <a:cubicBezTo>
                      <a:pt x="19032" y="16818"/>
                      <a:pt x="19529" y="19456"/>
                      <a:pt x="19281" y="20611"/>
                    </a:cubicBezTo>
                    <a:cubicBezTo>
                      <a:pt x="7612" y="20611"/>
                      <a:pt x="7612" y="20611"/>
                      <a:pt x="7612" y="20611"/>
                    </a:cubicBezTo>
                    <a:cubicBezTo>
                      <a:pt x="7612" y="20611"/>
                      <a:pt x="7612" y="20611"/>
                      <a:pt x="7612" y="20611"/>
                    </a:cubicBezTo>
                    <a:cubicBezTo>
                      <a:pt x="7612" y="20446"/>
                      <a:pt x="7612" y="20446"/>
                      <a:pt x="7612" y="20446"/>
                    </a:cubicBezTo>
                    <a:cubicBezTo>
                      <a:pt x="7860" y="19292"/>
                      <a:pt x="8108" y="15664"/>
                      <a:pt x="3391" y="13521"/>
                    </a:cubicBezTo>
                    <a:cubicBezTo>
                      <a:pt x="3143" y="13356"/>
                      <a:pt x="2646" y="13191"/>
                      <a:pt x="2149" y="13026"/>
                    </a:cubicBezTo>
                    <a:cubicBezTo>
                      <a:pt x="3143" y="12531"/>
                      <a:pt x="3639" y="11707"/>
                      <a:pt x="3887" y="10882"/>
                    </a:cubicBezTo>
                    <a:cubicBezTo>
                      <a:pt x="3887" y="10058"/>
                      <a:pt x="3639" y="8904"/>
                      <a:pt x="3391" y="8244"/>
                    </a:cubicBezTo>
                    <a:cubicBezTo>
                      <a:pt x="3391" y="8079"/>
                      <a:pt x="3391" y="8079"/>
                      <a:pt x="3391" y="7915"/>
                    </a:cubicBezTo>
                    <a:cubicBezTo>
                      <a:pt x="3143" y="7420"/>
                      <a:pt x="2646" y="7090"/>
                      <a:pt x="2149" y="6925"/>
                    </a:cubicBezTo>
                    <a:cubicBezTo>
                      <a:pt x="1653" y="6760"/>
                      <a:pt x="1653" y="6760"/>
                      <a:pt x="1653" y="6595"/>
                    </a:cubicBezTo>
                    <a:cubicBezTo>
                      <a:pt x="1653" y="6431"/>
                      <a:pt x="1653" y="6431"/>
                      <a:pt x="1901" y="6101"/>
                    </a:cubicBezTo>
                    <a:cubicBezTo>
                      <a:pt x="1901" y="5771"/>
                      <a:pt x="2398" y="5441"/>
                      <a:pt x="2149" y="4782"/>
                    </a:cubicBezTo>
                    <a:cubicBezTo>
                      <a:pt x="2149" y="4617"/>
                      <a:pt x="2149" y="4287"/>
                      <a:pt x="2149" y="4122"/>
                    </a:cubicBezTo>
                    <a:cubicBezTo>
                      <a:pt x="1901" y="3463"/>
                      <a:pt x="1901" y="3133"/>
                      <a:pt x="2149" y="2803"/>
                    </a:cubicBezTo>
                    <a:cubicBezTo>
                      <a:pt x="2398" y="2144"/>
                      <a:pt x="3143" y="1484"/>
                      <a:pt x="4136" y="1154"/>
                    </a:cubicBezTo>
                    <a:cubicBezTo>
                      <a:pt x="4881" y="989"/>
                      <a:pt x="5377" y="989"/>
                      <a:pt x="6122" y="989"/>
                    </a:cubicBezTo>
                    <a:moveTo>
                      <a:pt x="6122" y="0"/>
                    </a:moveTo>
                    <a:cubicBezTo>
                      <a:pt x="5129" y="0"/>
                      <a:pt x="4384" y="0"/>
                      <a:pt x="3391" y="330"/>
                    </a:cubicBezTo>
                    <a:cubicBezTo>
                      <a:pt x="2149" y="824"/>
                      <a:pt x="1156" y="1484"/>
                      <a:pt x="660" y="2473"/>
                    </a:cubicBezTo>
                    <a:cubicBezTo>
                      <a:pt x="163" y="3298"/>
                      <a:pt x="660" y="3957"/>
                      <a:pt x="660" y="4947"/>
                    </a:cubicBezTo>
                    <a:cubicBezTo>
                      <a:pt x="908" y="5606"/>
                      <a:pt x="-85" y="5936"/>
                      <a:pt x="163" y="6760"/>
                    </a:cubicBezTo>
                    <a:cubicBezTo>
                      <a:pt x="412" y="7750"/>
                      <a:pt x="1653" y="7750"/>
                      <a:pt x="1901" y="8079"/>
                    </a:cubicBezTo>
                    <a:cubicBezTo>
                      <a:pt x="1901" y="8574"/>
                      <a:pt x="2398" y="9893"/>
                      <a:pt x="2398" y="10882"/>
                    </a:cubicBezTo>
                    <a:cubicBezTo>
                      <a:pt x="2149" y="11707"/>
                      <a:pt x="1405" y="12366"/>
                      <a:pt x="163" y="12861"/>
                    </a:cubicBezTo>
                    <a:cubicBezTo>
                      <a:pt x="-85" y="13191"/>
                      <a:pt x="-85" y="13356"/>
                      <a:pt x="412" y="13521"/>
                    </a:cubicBezTo>
                    <a:cubicBezTo>
                      <a:pt x="1156" y="13850"/>
                      <a:pt x="2149" y="14180"/>
                      <a:pt x="2646" y="14345"/>
                    </a:cubicBezTo>
                    <a:cubicBezTo>
                      <a:pt x="6618" y="16159"/>
                      <a:pt x="6370" y="19292"/>
                      <a:pt x="6122" y="20446"/>
                    </a:cubicBezTo>
                    <a:cubicBezTo>
                      <a:pt x="6122" y="20446"/>
                      <a:pt x="6122" y="20446"/>
                      <a:pt x="6122" y="20446"/>
                    </a:cubicBezTo>
                    <a:cubicBezTo>
                      <a:pt x="6122" y="20776"/>
                      <a:pt x="6122" y="21105"/>
                      <a:pt x="6122" y="21435"/>
                    </a:cubicBezTo>
                    <a:cubicBezTo>
                      <a:pt x="6122" y="21600"/>
                      <a:pt x="6122" y="21600"/>
                      <a:pt x="6370" y="21600"/>
                    </a:cubicBezTo>
                    <a:cubicBezTo>
                      <a:pt x="6867" y="21600"/>
                      <a:pt x="6867" y="21600"/>
                      <a:pt x="6867" y="21600"/>
                    </a:cubicBezTo>
                    <a:cubicBezTo>
                      <a:pt x="20522" y="21600"/>
                      <a:pt x="20522" y="21600"/>
                      <a:pt x="20522" y="21600"/>
                    </a:cubicBezTo>
                    <a:cubicBezTo>
                      <a:pt x="21018" y="21600"/>
                      <a:pt x="21515" y="16653"/>
                      <a:pt x="18287" y="15169"/>
                    </a:cubicBezTo>
                    <a:cubicBezTo>
                      <a:pt x="16549" y="14510"/>
                      <a:pt x="14563" y="13685"/>
                      <a:pt x="12825" y="13191"/>
                    </a:cubicBezTo>
                    <a:cubicBezTo>
                      <a:pt x="11087" y="12696"/>
                      <a:pt x="10343" y="11707"/>
                      <a:pt x="10094" y="10882"/>
                    </a:cubicBezTo>
                    <a:cubicBezTo>
                      <a:pt x="9846" y="9893"/>
                      <a:pt x="10343" y="8574"/>
                      <a:pt x="10591" y="8079"/>
                    </a:cubicBezTo>
                    <a:cubicBezTo>
                      <a:pt x="10591" y="7750"/>
                      <a:pt x="12081" y="7750"/>
                      <a:pt x="12329" y="6760"/>
                    </a:cubicBezTo>
                    <a:cubicBezTo>
                      <a:pt x="12329" y="6431"/>
                      <a:pt x="12329" y="5606"/>
                      <a:pt x="11584" y="5441"/>
                    </a:cubicBezTo>
                    <a:cubicBezTo>
                      <a:pt x="11336" y="4122"/>
                      <a:pt x="12329" y="3298"/>
                      <a:pt x="11336" y="1979"/>
                    </a:cubicBezTo>
                    <a:cubicBezTo>
                      <a:pt x="10343" y="660"/>
                      <a:pt x="8356" y="0"/>
                      <a:pt x="6122" y="0"/>
                    </a:cubicBezTo>
                    <a:close/>
                  </a:path>
                </a:pathLst>
              </a:custGeom>
              <a:noFill/>
              <a:ln cap="flat"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58" name="Google Shape;558;p25"/>
              <p:cNvSpPr/>
              <p:nvPr/>
            </p:nvSpPr>
            <p:spPr>
              <a:xfrm>
                <a:off x="771768" y="3383544"/>
                <a:ext cx="455871" cy="461574"/>
              </a:xfrm>
              <a:custGeom>
                <a:rect b="b" l="l" r="r" t="t"/>
                <a:pathLst>
                  <a:path extrusionOk="0" h="21600" w="21600">
                    <a:moveTo>
                      <a:pt x="10800" y="1080"/>
                    </a:moveTo>
                    <a:cubicBezTo>
                      <a:pt x="12216" y="1080"/>
                      <a:pt x="13279" y="1260"/>
                      <a:pt x="14518" y="1620"/>
                    </a:cubicBezTo>
                    <a:cubicBezTo>
                      <a:pt x="15757" y="2160"/>
                      <a:pt x="16643" y="2700"/>
                      <a:pt x="17528" y="3600"/>
                    </a:cubicBezTo>
                    <a:cubicBezTo>
                      <a:pt x="18413" y="4320"/>
                      <a:pt x="19298" y="5400"/>
                      <a:pt x="19830" y="6660"/>
                    </a:cubicBezTo>
                    <a:cubicBezTo>
                      <a:pt x="20361" y="7920"/>
                      <a:pt x="20538" y="9360"/>
                      <a:pt x="20538" y="10980"/>
                    </a:cubicBezTo>
                    <a:cubicBezTo>
                      <a:pt x="20538" y="11340"/>
                      <a:pt x="20538" y="11520"/>
                      <a:pt x="20538" y="12060"/>
                    </a:cubicBezTo>
                    <a:cubicBezTo>
                      <a:pt x="20538" y="12420"/>
                      <a:pt x="20361" y="12780"/>
                      <a:pt x="20361" y="13320"/>
                    </a:cubicBezTo>
                    <a:cubicBezTo>
                      <a:pt x="20184" y="13680"/>
                      <a:pt x="20184" y="14220"/>
                      <a:pt x="20007" y="14580"/>
                    </a:cubicBezTo>
                    <a:cubicBezTo>
                      <a:pt x="19830" y="15120"/>
                      <a:pt x="19475" y="15480"/>
                      <a:pt x="19298" y="16020"/>
                    </a:cubicBezTo>
                    <a:cubicBezTo>
                      <a:pt x="18944" y="16380"/>
                      <a:pt x="18590" y="16560"/>
                      <a:pt x="18059" y="16920"/>
                    </a:cubicBezTo>
                    <a:cubicBezTo>
                      <a:pt x="17705" y="17100"/>
                      <a:pt x="17174" y="17280"/>
                      <a:pt x="16466" y="17280"/>
                    </a:cubicBezTo>
                    <a:cubicBezTo>
                      <a:pt x="16111" y="17280"/>
                      <a:pt x="15580" y="17100"/>
                      <a:pt x="15403" y="17100"/>
                    </a:cubicBezTo>
                    <a:cubicBezTo>
                      <a:pt x="15049" y="16920"/>
                      <a:pt x="14695" y="16740"/>
                      <a:pt x="14518" y="16560"/>
                    </a:cubicBezTo>
                    <a:cubicBezTo>
                      <a:pt x="14341" y="16380"/>
                      <a:pt x="14341" y="16200"/>
                      <a:pt x="14164" y="15840"/>
                    </a:cubicBezTo>
                    <a:cubicBezTo>
                      <a:pt x="13987" y="15660"/>
                      <a:pt x="13987" y="15480"/>
                      <a:pt x="13987" y="15120"/>
                    </a:cubicBezTo>
                    <a:cubicBezTo>
                      <a:pt x="13456" y="15660"/>
                      <a:pt x="12748" y="16200"/>
                      <a:pt x="12039" y="16380"/>
                    </a:cubicBezTo>
                    <a:cubicBezTo>
                      <a:pt x="11331" y="16740"/>
                      <a:pt x="10446" y="16920"/>
                      <a:pt x="9561" y="16920"/>
                    </a:cubicBezTo>
                    <a:cubicBezTo>
                      <a:pt x="8321" y="16920"/>
                      <a:pt x="7436" y="16560"/>
                      <a:pt x="6728" y="15840"/>
                    </a:cubicBezTo>
                    <a:cubicBezTo>
                      <a:pt x="6020" y="15120"/>
                      <a:pt x="5666" y="14220"/>
                      <a:pt x="5666" y="13140"/>
                    </a:cubicBezTo>
                    <a:cubicBezTo>
                      <a:pt x="5666" y="12420"/>
                      <a:pt x="5843" y="11880"/>
                      <a:pt x="6020" y="11340"/>
                    </a:cubicBezTo>
                    <a:cubicBezTo>
                      <a:pt x="6374" y="10800"/>
                      <a:pt x="6728" y="10440"/>
                      <a:pt x="7259" y="10080"/>
                    </a:cubicBezTo>
                    <a:cubicBezTo>
                      <a:pt x="7613" y="9900"/>
                      <a:pt x="8144" y="9540"/>
                      <a:pt x="8675" y="9540"/>
                    </a:cubicBezTo>
                    <a:cubicBezTo>
                      <a:pt x="9207" y="9360"/>
                      <a:pt x="9915" y="9360"/>
                      <a:pt x="10446" y="9360"/>
                    </a:cubicBezTo>
                    <a:cubicBezTo>
                      <a:pt x="11154" y="9360"/>
                      <a:pt x="11685" y="9360"/>
                      <a:pt x="12216" y="9540"/>
                    </a:cubicBezTo>
                    <a:cubicBezTo>
                      <a:pt x="12570" y="9540"/>
                      <a:pt x="12925" y="9720"/>
                      <a:pt x="13279" y="9900"/>
                    </a:cubicBezTo>
                    <a:cubicBezTo>
                      <a:pt x="13279" y="9360"/>
                      <a:pt x="13102" y="9000"/>
                      <a:pt x="13102" y="8640"/>
                    </a:cubicBezTo>
                    <a:cubicBezTo>
                      <a:pt x="12925" y="8280"/>
                      <a:pt x="12925" y="8100"/>
                      <a:pt x="12570" y="7740"/>
                    </a:cubicBezTo>
                    <a:cubicBezTo>
                      <a:pt x="12393" y="7560"/>
                      <a:pt x="12216" y="7380"/>
                      <a:pt x="11862" y="7200"/>
                    </a:cubicBezTo>
                    <a:cubicBezTo>
                      <a:pt x="11331" y="7020"/>
                      <a:pt x="10977" y="7020"/>
                      <a:pt x="10446" y="7020"/>
                    </a:cubicBezTo>
                    <a:cubicBezTo>
                      <a:pt x="9738" y="7020"/>
                      <a:pt x="9030" y="7200"/>
                      <a:pt x="8498" y="7380"/>
                    </a:cubicBezTo>
                    <a:cubicBezTo>
                      <a:pt x="8321" y="7380"/>
                      <a:pt x="8144" y="7380"/>
                      <a:pt x="8144" y="7560"/>
                    </a:cubicBezTo>
                    <a:cubicBezTo>
                      <a:pt x="7967" y="7560"/>
                      <a:pt x="7790" y="7560"/>
                      <a:pt x="7613" y="7560"/>
                    </a:cubicBezTo>
                    <a:cubicBezTo>
                      <a:pt x="7259" y="7560"/>
                      <a:pt x="6728" y="7380"/>
                      <a:pt x="6551" y="6840"/>
                    </a:cubicBezTo>
                    <a:cubicBezTo>
                      <a:pt x="6551" y="6840"/>
                      <a:pt x="6551" y="6840"/>
                      <a:pt x="6551" y="6840"/>
                    </a:cubicBezTo>
                    <a:cubicBezTo>
                      <a:pt x="6374" y="6300"/>
                      <a:pt x="6728" y="5760"/>
                      <a:pt x="7082" y="5580"/>
                    </a:cubicBezTo>
                    <a:cubicBezTo>
                      <a:pt x="8144" y="5040"/>
                      <a:pt x="9384" y="4680"/>
                      <a:pt x="10800" y="4680"/>
                    </a:cubicBezTo>
                    <a:cubicBezTo>
                      <a:pt x="12039" y="4680"/>
                      <a:pt x="12925" y="4860"/>
                      <a:pt x="13456" y="5220"/>
                    </a:cubicBezTo>
                    <a:cubicBezTo>
                      <a:pt x="14164" y="5580"/>
                      <a:pt x="14695" y="5940"/>
                      <a:pt x="14872" y="6480"/>
                    </a:cubicBezTo>
                    <a:cubicBezTo>
                      <a:pt x="15226" y="7020"/>
                      <a:pt x="15403" y="7740"/>
                      <a:pt x="15580" y="8280"/>
                    </a:cubicBezTo>
                    <a:cubicBezTo>
                      <a:pt x="15580" y="9000"/>
                      <a:pt x="15580" y="9540"/>
                      <a:pt x="15580" y="10260"/>
                    </a:cubicBezTo>
                    <a:cubicBezTo>
                      <a:pt x="15580" y="12240"/>
                      <a:pt x="15580" y="12240"/>
                      <a:pt x="15580" y="12240"/>
                    </a:cubicBezTo>
                    <a:cubicBezTo>
                      <a:pt x="15580" y="12780"/>
                      <a:pt x="15580" y="13140"/>
                      <a:pt x="15580" y="13500"/>
                    </a:cubicBezTo>
                    <a:cubicBezTo>
                      <a:pt x="15757" y="13860"/>
                      <a:pt x="15757" y="14220"/>
                      <a:pt x="15757" y="14400"/>
                    </a:cubicBezTo>
                    <a:cubicBezTo>
                      <a:pt x="15934" y="14760"/>
                      <a:pt x="16111" y="14940"/>
                      <a:pt x="16289" y="15120"/>
                    </a:cubicBezTo>
                    <a:cubicBezTo>
                      <a:pt x="16289" y="15300"/>
                      <a:pt x="16643" y="15480"/>
                      <a:pt x="16820" y="15480"/>
                    </a:cubicBezTo>
                    <a:cubicBezTo>
                      <a:pt x="16997" y="15480"/>
                      <a:pt x="16997" y="15480"/>
                      <a:pt x="16997" y="15480"/>
                    </a:cubicBezTo>
                    <a:cubicBezTo>
                      <a:pt x="17351" y="15300"/>
                      <a:pt x="17705" y="15120"/>
                      <a:pt x="18059" y="14760"/>
                    </a:cubicBezTo>
                    <a:cubicBezTo>
                      <a:pt x="18236" y="14580"/>
                      <a:pt x="18413" y="14040"/>
                      <a:pt x="18590" y="13680"/>
                    </a:cubicBezTo>
                    <a:cubicBezTo>
                      <a:pt x="18767" y="13140"/>
                      <a:pt x="18767" y="12780"/>
                      <a:pt x="18767" y="12240"/>
                    </a:cubicBezTo>
                    <a:cubicBezTo>
                      <a:pt x="18944" y="11700"/>
                      <a:pt x="18944" y="11340"/>
                      <a:pt x="18944" y="10980"/>
                    </a:cubicBezTo>
                    <a:cubicBezTo>
                      <a:pt x="18944" y="9720"/>
                      <a:pt x="18767" y="8640"/>
                      <a:pt x="18413" y="7560"/>
                    </a:cubicBezTo>
                    <a:cubicBezTo>
                      <a:pt x="17882" y="6660"/>
                      <a:pt x="17351" y="5760"/>
                      <a:pt x="16643" y="5040"/>
                    </a:cubicBezTo>
                    <a:cubicBezTo>
                      <a:pt x="15934" y="4320"/>
                      <a:pt x="15049" y="3780"/>
                      <a:pt x="14164" y="3240"/>
                    </a:cubicBezTo>
                    <a:cubicBezTo>
                      <a:pt x="13102" y="2880"/>
                      <a:pt x="12039" y="2700"/>
                      <a:pt x="10800" y="2700"/>
                    </a:cubicBezTo>
                    <a:cubicBezTo>
                      <a:pt x="9561" y="2700"/>
                      <a:pt x="8498" y="2880"/>
                      <a:pt x="7436" y="3240"/>
                    </a:cubicBezTo>
                    <a:cubicBezTo>
                      <a:pt x="6374" y="3600"/>
                      <a:pt x="5666" y="4320"/>
                      <a:pt x="4957" y="5040"/>
                    </a:cubicBezTo>
                    <a:cubicBezTo>
                      <a:pt x="4249" y="5760"/>
                      <a:pt x="3718" y="6480"/>
                      <a:pt x="3187" y="7560"/>
                    </a:cubicBezTo>
                    <a:cubicBezTo>
                      <a:pt x="2833" y="8640"/>
                      <a:pt x="2656" y="9720"/>
                      <a:pt x="2656" y="10800"/>
                    </a:cubicBezTo>
                    <a:cubicBezTo>
                      <a:pt x="2656" y="11880"/>
                      <a:pt x="2833" y="12960"/>
                      <a:pt x="3187" y="14040"/>
                    </a:cubicBezTo>
                    <a:cubicBezTo>
                      <a:pt x="3541" y="14940"/>
                      <a:pt x="4072" y="15840"/>
                      <a:pt x="4780" y="16560"/>
                    </a:cubicBezTo>
                    <a:cubicBezTo>
                      <a:pt x="5489" y="17280"/>
                      <a:pt x="6197" y="18000"/>
                      <a:pt x="7259" y="18360"/>
                    </a:cubicBezTo>
                    <a:cubicBezTo>
                      <a:pt x="8144" y="18720"/>
                      <a:pt x="9207" y="19080"/>
                      <a:pt x="10446" y="19080"/>
                    </a:cubicBezTo>
                    <a:cubicBezTo>
                      <a:pt x="11331" y="19080"/>
                      <a:pt x="12039" y="18900"/>
                      <a:pt x="12570" y="18720"/>
                    </a:cubicBezTo>
                    <a:cubicBezTo>
                      <a:pt x="12925" y="18540"/>
                      <a:pt x="13279" y="18540"/>
                      <a:pt x="13633" y="18360"/>
                    </a:cubicBezTo>
                    <a:cubicBezTo>
                      <a:pt x="13810" y="18360"/>
                      <a:pt x="13810" y="18360"/>
                      <a:pt x="13987" y="18360"/>
                    </a:cubicBezTo>
                    <a:cubicBezTo>
                      <a:pt x="14341" y="18360"/>
                      <a:pt x="14518" y="18540"/>
                      <a:pt x="14695" y="18900"/>
                    </a:cubicBezTo>
                    <a:cubicBezTo>
                      <a:pt x="14872" y="19260"/>
                      <a:pt x="14518" y="19620"/>
                      <a:pt x="14164" y="19800"/>
                    </a:cubicBezTo>
                    <a:cubicBezTo>
                      <a:pt x="13633" y="19980"/>
                      <a:pt x="13102" y="20160"/>
                      <a:pt x="12748" y="20340"/>
                    </a:cubicBezTo>
                    <a:cubicBezTo>
                      <a:pt x="11862" y="20520"/>
                      <a:pt x="11154" y="20520"/>
                      <a:pt x="10269" y="20520"/>
                    </a:cubicBezTo>
                    <a:cubicBezTo>
                      <a:pt x="9030" y="20520"/>
                      <a:pt x="7790" y="20340"/>
                      <a:pt x="6728" y="19980"/>
                    </a:cubicBezTo>
                    <a:cubicBezTo>
                      <a:pt x="5666" y="19440"/>
                      <a:pt x="4603" y="18720"/>
                      <a:pt x="3718" y="18000"/>
                    </a:cubicBezTo>
                    <a:cubicBezTo>
                      <a:pt x="3010" y="17100"/>
                      <a:pt x="2302" y="16020"/>
                      <a:pt x="1770" y="14760"/>
                    </a:cubicBezTo>
                    <a:cubicBezTo>
                      <a:pt x="1239" y="13680"/>
                      <a:pt x="1062" y="12240"/>
                      <a:pt x="1062" y="10800"/>
                    </a:cubicBezTo>
                    <a:cubicBezTo>
                      <a:pt x="1062" y="9180"/>
                      <a:pt x="1239" y="7740"/>
                      <a:pt x="1770" y="6660"/>
                    </a:cubicBezTo>
                    <a:cubicBezTo>
                      <a:pt x="2479" y="5400"/>
                      <a:pt x="3187" y="4320"/>
                      <a:pt x="4072" y="3600"/>
                    </a:cubicBezTo>
                    <a:cubicBezTo>
                      <a:pt x="4957" y="2700"/>
                      <a:pt x="6020" y="2160"/>
                      <a:pt x="7082" y="1800"/>
                    </a:cubicBezTo>
                    <a:cubicBezTo>
                      <a:pt x="8321" y="1260"/>
                      <a:pt x="9561" y="1080"/>
                      <a:pt x="10800" y="1080"/>
                    </a:cubicBezTo>
                    <a:moveTo>
                      <a:pt x="9915" y="14940"/>
                    </a:moveTo>
                    <a:cubicBezTo>
                      <a:pt x="10269" y="14940"/>
                      <a:pt x="10446" y="14760"/>
                      <a:pt x="10977" y="14760"/>
                    </a:cubicBezTo>
                    <a:cubicBezTo>
                      <a:pt x="11331" y="14760"/>
                      <a:pt x="11685" y="14580"/>
                      <a:pt x="12039" y="14400"/>
                    </a:cubicBezTo>
                    <a:cubicBezTo>
                      <a:pt x="12393" y="14220"/>
                      <a:pt x="12748" y="14040"/>
                      <a:pt x="12925" y="13680"/>
                    </a:cubicBezTo>
                    <a:cubicBezTo>
                      <a:pt x="13102" y="13500"/>
                      <a:pt x="13279" y="13140"/>
                      <a:pt x="13279" y="12780"/>
                    </a:cubicBezTo>
                    <a:cubicBezTo>
                      <a:pt x="13279" y="11700"/>
                      <a:pt x="13279" y="11700"/>
                      <a:pt x="13279" y="11700"/>
                    </a:cubicBezTo>
                    <a:cubicBezTo>
                      <a:pt x="12925" y="11700"/>
                      <a:pt x="12570" y="11520"/>
                      <a:pt x="12039" y="11340"/>
                    </a:cubicBezTo>
                    <a:cubicBezTo>
                      <a:pt x="11508" y="11340"/>
                      <a:pt x="10977" y="11160"/>
                      <a:pt x="10446" y="11160"/>
                    </a:cubicBezTo>
                    <a:cubicBezTo>
                      <a:pt x="9738" y="11160"/>
                      <a:pt x="9207" y="11340"/>
                      <a:pt x="8675" y="11700"/>
                    </a:cubicBezTo>
                    <a:cubicBezTo>
                      <a:pt x="8321" y="12060"/>
                      <a:pt x="8144" y="12420"/>
                      <a:pt x="8144" y="13140"/>
                    </a:cubicBezTo>
                    <a:cubicBezTo>
                      <a:pt x="8144" y="13680"/>
                      <a:pt x="8144" y="14040"/>
                      <a:pt x="8498" y="14400"/>
                    </a:cubicBezTo>
                    <a:cubicBezTo>
                      <a:pt x="8852" y="14760"/>
                      <a:pt x="9207" y="14940"/>
                      <a:pt x="9915" y="14940"/>
                    </a:cubicBezTo>
                    <a:moveTo>
                      <a:pt x="10800" y="0"/>
                    </a:moveTo>
                    <a:cubicBezTo>
                      <a:pt x="9384" y="0"/>
                      <a:pt x="8144" y="180"/>
                      <a:pt x="6728" y="720"/>
                    </a:cubicBezTo>
                    <a:cubicBezTo>
                      <a:pt x="5489" y="1080"/>
                      <a:pt x="4249" y="1800"/>
                      <a:pt x="3364" y="2700"/>
                    </a:cubicBezTo>
                    <a:cubicBezTo>
                      <a:pt x="2302" y="3600"/>
                      <a:pt x="1416" y="4860"/>
                      <a:pt x="885" y="6120"/>
                    </a:cubicBezTo>
                    <a:cubicBezTo>
                      <a:pt x="354" y="7560"/>
                      <a:pt x="0" y="9000"/>
                      <a:pt x="0" y="10800"/>
                    </a:cubicBezTo>
                    <a:cubicBezTo>
                      <a:pt x="0" y="12420"/>
                      <a:pt x="177" y="13860"/>
                      <a:pt x="708" y="15300"/>
                    </a:cubicBezTo>
                    <a:cubicBezTo>
                      <a:pt x="1416" y="16560"/>
                      <a:pt x="2125" y="17820"/>
                      <a:pt x="3010" y="18720"/>
                    </a:cubicBezTo>
                    <a:cubicBezTo>
                      <a:pt x="3895" y="19620"/>
                      <a:pt x="5134" y="20340"/>
                      <a:pt x="6374" y="20880"/>
                    </a:cubicBezTo>
                    <a:cubicBezTo>
                      <a:pt x="7613" y="21420"/>
                      <a:pt x="8852" y="21600"/>
                      <a:pt x="10269" y="21600"/>
                    </a:cubicBezTo>
                    <a:cubicBezTo>
                      <a:pt x="11154" y="21600"/>
                      <a:pt x="12039" y="21600"/>
                      <a:pt x="12925" y="21420"/>
                    </a:cubicBezTo>
                    <a:cubicBezTo>
                      <a:pt x="13456" y="21240"/>
                      <a:pt x="13987" y="21060"/>
                      <a:pt x="14518" y="20880"/>
                    </a:cubicBezTo>
                    <a:cubicBezTo>
                      <a:pt x="15580" y="20520"/>
                      <a:pt x="15934" y="19440"/>
                      <a:pt x="15757" y="18540"/>
                    </a:cubicBezTo>
                    <a:cubicBezTo>
                      <a:pt x="15580" y="18360"/>
                      <a:pt x="15580" y="18360"/>
                      <a:pt x="15580" y="18180"/>
                    </a:cubicBezTo>
                    <a:cubicBezTo>
                      <a:pt x="15934" y="18180"/>
                      <a:pt x="16111" y="18360"/>
                      <a:pt x="16466" y="18360"/>
                    </a:cubicBezTo>
                    <a:cubicBezTo>
                      <a:pt x="17351" y="18360"/>
                      <a:pt x="18059" y="18180"/>
                      <a:pt x="18590" y="17820"/>
                    </a:cubicBezTo>
                    <a:cubicBezTo>
                      <a:pt x="19121" y="17460"/>
                      <a:pt x="19652" y="17100"/>
                      <a:pt x="20184" y="16560"/>
                    </a:cubicBezTo>
                    <a:cubicBezTo>
                      <a:pt x="20538" y="16200"/>
                      <a:pt x="20715" y="15660"/>
                      <a:pt x="20892" y="15120"/>
                    </a:cubicBezTo>
                    <a:cubicBezTo>
                      <a:pt x="21069" y="14580"/>
                      <a:pt x="21246" y="14040"/>
                      <a:pt x="21423" y="13500"/>
                    </a:cubicBezTo>
                    <a:cubicBezTo>
                      <a:pt x="21423" y="12960"/>
                      <a:pt x="21600" y="12600"/>
                      <a:pt x="21600" y="12060"/>
                    </a:cubicBezTo>
                    <a:cubicBezTo>
                      <a:pt x="21600" y="11700"/>
                      <a:pt x="21600" y="11340"/>
                      <a:pt x="21600" y="10980"/>
                    </a:cubicBezTo>
                    <a:cubicBezTo>
                      <a:pt x="21600" y="9180"/>
                      <a:pt x="21246" y="7560"/>
                      <a:pt x="20715" y="6300"/>
                    </a:cubicBezTo>
                    <a:cubicBezTo>
                      <a:pt x="20184" y="4860"/>
                      <a:pt x="19298" y="3600"/>
                      <a:pt x="18236" y="2700"/>
                    </a:cubicBezTo>
                    <a:cubicBezTo>
                      <a:pt x="17351" y="1800"/>
                      <a:pt x="16111" y="1080"/>
                      <a:pt x="14872" y="720"/>
                    </a:cubicBezTo>
                    <a:cubicBezTo>
                      <a:pt x="13633" y="180"/>
                      <a:pt x="12216" y="0"/>
                      <a:pt x="10800" y="0"/>
                    </a:cubicBezTo>
                    <a:close/>
                    <a:moveTo>
                      <a:pt x="16997" y="14400"/>
                    </a:moveTo>
                    <a:cubicBezTo>
                      <a:pt x="16820" y="14220"/>
                      <a:pt x="16820" y="14220"/>
                      <a:pt x="16820" y="14040"/>
                    </a:cubicBezTo>
                    <a:cubicBezTo>
                      <a:pt x="16820" y="13860"/>
                      <a:pt x="16820" y="13680"/>
                      <a:pt x="16643" y="13320"/>
                    </a:cubicBezTo>
                    <a:cubicBezTo>
                      <a:pt x="16643" y="12960"/>
                      <a:pt x="16643" y="12600"/>
                      <a:pt x="16643" y="12240"/>
                    </a:cubicBezTo>
                    <a:cubicBezTo>
                      <a:pt x="16643" y="10260"/>
                      <a:pt x="16643" y="10260"/>
                      <a:pt x="16643" y="10260"/>
                    </a:cubicBezTo>
                    <a:cubicBezTo>
                      <a:pt x="16643" y="9540"/>
                      <a:pt x="16643" y="9000"/>
                      <a:pt x="16643" y="8280"/>
                    </a:cubicBezTo>
                    <a:cubicBezTo>
                      <a:pt x="16466" y="7380"/>
                      <a:pt x="16289" y="6660"/>
                      <a:pt x="15934" y="5940"/>
                    </a:cubicBezTo>
                    <a:cubicBezTo>
                      <a:pt x="15757" y="5760"/>
                      <a:pt x="15403" y="5400"/>
                      <a:pt x="15226" y="5220"/>
                    </a:cubicBezTo>
                    <a:cubicBezTo>
                      <a:pt x="15403" y="5400"/>
                      <a:pt x="15757" y="5580"/>
                      <a:pt x="15934" y="5760"/>
                    </a:cubicBezTo>
                    <a:cubicBezTo>
                      <a:pt x="16466" y="6480"/>
                      <a:pt x="16997" y="7200"/>
                      <a:pt x="17351" y="8100"/>
                    </a:cubicBezTo>
                    <a:cubicBezTo>
                      <a:pt x="17705" y="9000"/>
                      <a:pt x="17882" y="9900"/>
                      <a:pt x="17882" y="10980"/>
                    </a:cubicBezTo>
                    <a:cubicBezTo>
                      <a:pt x="17882" y="11160"/>
                      <a:pt x="17882" y="11700"/>
                      <a:pt x="17705" y="12060"/>
                    </a:cubicBezTo>
                    <a:cubicBezTo>
                      <a:pt x="17705" y="12600"/>
                      <a:pt x="17705" y="12960"/>
                      <a:pt x="17528" y="13320"/>
                    </a:cubicBezTo>
                    <a:cubicBezTo>
                      <a:pt x="17528" y="13680"/>
                      <a:pt x="17351" y="14040"/>
                      <a:pt x="17174" y="14220"/>
                    </a:cubicBezTo>
                    <a:cubicBezTo>
                      <a:pt x="16997" y="14220"/>
                      <a:pt x="16997" y="14400"/>
                      <a:pt x="16997" y="14400"/>
                    </a:cubicBezTo>
                    <a:cubicBezTo>
                      <a:pt x="16997" y="14400"/>
                      <a:pt x="16997" y="14400"/>
                      <a:pt x="16997" y="14400"/>
                    </a:cubicBezTo>
                    <a:close/>
                    <a:moveTo>
                      <a:pt x="4957" y="15120"/>
                    </a:moveTo>
                    <a:cubicBezTo>
                      <a:pt x="4603" y="14580"/>
                      <a:pt x="4426" y="14220"/>
                      <a:pt x="4249" y="13680"/>
                    </a:cubicBezTo>
                    <a:cubicBezTo>
                      <a:pt x="3895" y="12780"/>
                      <a:pt x="3718" y="11880"/>
                      <a:pt x="3718" y="10800"/>
                    </a:cubicBezTo>
                    <a:cubicBezTo>
                      <a:pt x="3718" y="9720"/>
                      <a:pt x="3895" y="8820"/>
                      <a:pt x="4249" y="7920"/>
                    </a:cubicBezTo>
                    <a:cubicBezTo>
                      <a:pt x="4603" y="7200"/>
                      <a:pt x="4957" y="6480"/>
                      <a:pt x="5666" y="5760"/>
                    </a:cubicBezTo>
                    <a:cubicBezTo>
                      <a:pt x="5489" y="6300"/>
                      <a:pt x="5489" y="6660"/>
                      <a:pt x="5666" y="7200"/>
                    </a:cubicBezTo>
                    <a:cubicBezTo>
                      <a:pt x="5666" y="7200"/>
                      <a:pt x="5666" y="7200"/>
                      <a:pt x="5666" y="7200"/>
                    </a:cubicBezTo>
                    <a:cubicBezTo>
                      <a:pt x="5843" y="8100"/>
                      <a:pt x="6728" y="8640"/>
                      <a:pt x="7613" y="8640"/>
                    </a:cubicBezTo>
                    <a:cubicBezTo>
                      <a:pt x="7613" y="8640"/>
                      <a:pt x="7613" y="8640"/>
                      <a:pt x="7613" y="8640"/>
                    </a:cubicBezTo>
                    <a:cubicBezTo>
                      <a:pt x="7259" y="8820"/>
                      <a:pt x="6905" y="9000"/>
                      <a:pt x="6551" y="9180"/>
                    </a:cubicBezTo>
                    <a:cubicBezTo>
                      <a:pt x="6020" y="9720"/>
                      <a:pt x="5489" y="10080"/>
                      <a:pt x="5134" y="10800"/>
                    </a:cubicBezTo>
                    <a:cubicBezTo>
                      <a:pt x="4780" y="11520"/>
                      <a:pt x="4603" y="12240"/>
                      <a:pt x="4603" y="13140"/>
                    </a:cubicBezTo>
                    <a:cubicBezTo>
                      <a:pt x="4603" y="13860"/>
                      <a:pt x="4780" y="14400"/>
                      <a:pt x="4957" y="15120"/>
                    </a:cubicBezTo>
                    <a:close/>
                    <a:moveTo>
                      <a:pt x="8675" y="8460"/>
                    </a:moveTo>
                    <a:cubicBezTo>
                      <a:pt x="8675" y="8280"/>
                      <a:pt x="8852" y="8280"/>
                      <a:pt x="8852" y="8280"/>
                    </a:cubicBezTo>
                    <a:cubicBezTo>
                      <a:pt x="9207" y="8100"/>
                      <a:pt x="9738" y="8100"/>
                      <a:pt x="10446" y="8100"/>
                    </a:cubicBezTo>
                    <a:cubicBezTo>
                      <a:pt x="10977" y="8100"/>
                      <a:pt x="11154" y="8100"/>
                      <a:pt x="11331" y="8280"/>
                    </a:cubicBezTo>
                    <a:cubicBezTo>
                      <a:pt x="11508" y="8280"/>
                      <a:pt x="11508" y="8280"/>
                      <a:pt x="11508" y="8280"/>
                    </a:cubicBezTo>
                    <a:cubicBezTo>
                      <a:pt x="11154" y="8280"/>
                      <a:pt x="10800" y="8280"/>
                      <a:pt x="10446" y="8280"/>
                    </a:cubicBezTo>
                    <a:cubicBezTo>
                      <a:pt x="9915" y="8280"/>
                      <a:pt x="9207" y="8280"/>
                      <a:pt x="8675" y="8460"/>
                    </a:cubicBezTo>
                    <a:close/>
                    <a:moveTo>
                      <a:pt x="9915" y="13860"/>
                    </a:moveTo>
                    <a:cubicBezTo>
                      <a:pt x="9561" y="13860"/>
                      <a:pt x="9384" y="13680"/>
                      <a:pt x="9207" y="13680"/>
                    </a:cubicBezTo>
                    <a:cubicBezTo>
                      <a:pt x="9207" y="13500"/>
                      <a:pt x="9207" y="13320"/>
                      <a:pt x="9207" y="13140"/>
                    </a:cubicBezTo>
                    <a:cubicBezTo>
                      <a:pt x="9207" y="12600"/>
                      <a:pt x="9207" y="12600"/>
                      <a:pt x="9384" y="12600"/>
                    </a:cubicBezTo>
                    <a:cubicBezTo>
                      <a:pt x="9561" y="12420"/>
                      <a:pt x="9738" y="12240"/>
                      <a:pt x="10446" y="12240"/>
                    </a:cubicBezTo>
                    <a:cubicBezTo>
                      <a:pt x="10977" y="12240"/>
                      <a:pt x="11331" y="12420"/>
                      <a:pt x="11862" y="12420"/>
                    </a:cubicBezTo>
                    <a:cubicBezTo>
                      <a:pt x="11862" y="12420"/>
                      <a:pt x="12039" y="12420"/>
                      <a:pt x="12216" y="12600"/>
                    </a:cubicBezTo>
                    <a:cubicBezTo>
                      <a:pt x="12216" y="12780"/>
                      <a:pt x="12216" y="12780"/>
                      <a:pt x="12216" y="12780"/>
                    </a:cubicBezTo>
                    <a:cubicBezTo>
                      <a:pt x="12216" y="12780"/>
                      <a:pt x="12039" y="12960"/>
                      <a:pt x="12039" y="12960"/>
                    </a:cubicBezTo>
                    <a:cubicBezTo>
                      <a:pt x="11862" y="13140"/>
                      <a:pt x="11862" y="13320"/>
                      <a:pt x="11508" y="13320"/>
                    </a:cubicBezTo>
                    <a:cubicBezTo>
                      <a:pt x="11508" y="13320"/>
                      <a:pt x="11508" y="13320"/>
                      <a:pt x="11508" y="13500"/>
                    </a:cubicBezTo>
                    <a:cubicBezTo>
                      <a:pt x="11331" y="13500"/>
                      <a:pt x="10977" y="13680"/>
                      <a:pt x="10800" y="13680"/>
                    </a:cubicBezTo>
                    <a:cubicBezTo>
                      <a:pt x="10446" y="13680"/>
                      <a:pt x="10092" y="13860"/>
                      <a:pt x="9915" y="13860"/>
                    </a:cubicBezTo>
                    <a:close/>
                    <a:moveTo>
                      <a:pt x="10446" y="18000"/>
                    </a:moveTo>
                    <a:cubicBezTo>
                      <a:pt x="11154" y="17820"/>
                      <a:pt x="11862" y="17640"/>
                      <a:pt x="12393" y="17460"/>
                    </a:cubicBezTo>
                    <a:cubicBezTo>
                      <a:pt x="12748" y="17280"/>
                      <a:pt x="13102" y="17100"/>
                      <a:pt x="13456" y="16920"/>
                    </a:cubicBezTo>
                    <a:cubicBezTo>
                      <a:pt x="13633" y="17100"/>
                      <a:pt x="13633" y="17100"/>
                      <a:pt x="13810" y="17280"/>
                    </a:cubicBezTo>
                    <a:cubicBezTo>
                      <a:pt x="13633" y="17280"/>
                      <a:pt x="13456" y="17280"/>
                      <a:pt x="13279" y="17280"/>
                    </a:cubicBezTo>
                    <a:cubicBezTo>
                      <a:pt x="12925" y="17460"/>
                      <a:pt x="12570" y="17640"/>
                      <a:pt x="12216" y="17640"/>
                    </a:cubicBezTo>
                    <a:cubicBezTo>
                      <a:pt x="11862" y="17820"/>
                      <a:pt x="11154" y="18000"/>
                      <a:pt x="10446" y="18000"/>
                    </a:cubicBezTo>
                    <a:close/>
                  </a:path>
                </a:pathLst>
              </a:custGeom>
              <a:noFill/>
              <a:ln cap="flat"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59" name="Google Shape;559;p25"/>
              <p:cNvSpPr/>
              <p:nvPr/>
            </p:nvSpPr>
            <p:spPr>
              <a:xfrm>
                <a:off x="376253" y="3760230"/>
                <a:ext cx="339015" cy="374035"/>
              </a:xfrm>
              <a:custGeom>
                <a:rect b="b" l="l" r="r" t="t"/>
                <a:pathLst>
                  <a:path extrusionOk="0" h="21600" w="21600">
                    <a:moveTo>
                      <a:pt x="20413" y="8907"/>
                    </a:moveTo>
                    <a:cubicBezTo>
                      <a:pt x="16853" y="8907"/>
                      <a:pt x="16853" y="8907"/>
                      <a:pt x="16853" y="8907"/>
                    </a:cubicBezTo>
                    <a:cubicBezTo>
                      <a:pt x="15903" y="12470"/>
                      <a:pt x="15903" y="12470"/>
                      <a:pt x="15903" y="12470"/>
                    </a:cubicBezTo>
                    <a:cubicBezTo>
                      <a:pt x="18752" y="12470"/>
                      <a:pt x="18752" y="12470"/>
                      <a:pt x="18752" y="12470"/>
                    </a:cubicBezTo>
                    <a:cubicBezTo>
                      <a:pt x="19464" y="12470"/>
                      <a:pt x="20176" y="13138"/>
                      <a:pt x="20176" y="13806"/>
                    </a:cubicBezTo>
                    <a:cubicBezTo>
                      <a:pt x="20176" y="14697"/>
                      <a:pt x="20176" y="14697"/>
                      <a:pt x="20176" y="14697"/>
                    </a:cubicBezTo>
                    <a:cubicBezTo>
                      <a:pt x="20176" y="15365"/>
                      <a:pt x="19464" y="16033"/>
                      <a:pt x="18752" y="16033"/>
                    </a:cubicBezTo>
                    <a:cubicBezTo>
                      <a:pt x="14954" y="16033"/>
                      <a:pt x="14954" y="16033"/>
                      <a:pt x="14954" y="16033"/>
                    </a:cubicBezTo>
                    <a:cubicBezTo>
                      <a:pt x="13767" y="20264"/>
                      <a:pt x="13767" y="20264"/>
                      <a:pt x="13767" y="20264"/>
                    </a:cubicBezTo>
                    <a:cubicBezTo>
                      <a:pt x="13767" y="20932"/>
                      <a:pt x="13055" y="21600"/>
                      <a:pt x="12343" y="21600"/>
                    </a:cubicBezTo>
                    <a:cubicBezTo>
                      <a:pt x="11393" y="21600"/>
                      <a:pt x="11393" y="21600"/>
                      <a:pt x="11393" y="21600"/>
                    </a:cubicBezTo>
                    <a:cubicBezTo>
                      <a:pt x="10444" y="21600"/>
                      <a:pt x="9732" y="20487"/>
                      <a:pt x="9969" y="19596"/>
                    </a:cubicBezTo>
                    <a:cubicBezTo>
                      <a:pt x="10919" y="16033"/>
                      <a:pt x="10919" y="16033"/>
                      <a:pt x="10919" y="16033"/>
                    </a:cubicBezTo>
                    <a:cubicBezTo>
                      <a:pt x="7833" y="16033"/>
                      <a:pt x="7833" y="16033"/>
                      <a:pt x="7833" y="16033"/>
                    </a:cubicBezTo>
                    <a:cubicBezTo>
                      <a:pt x="6884" y="20264"/>
                      <a:pt x="6884" y="20264"/>
                      <a:pt x="6884" y="20264"/>
                    </a:cubicBezTo>
                    <a:cubicBezTo>
                      <a:pt x="6646" y="20932"/>
                      <a:pt x="5934" y="21600"/>
                      <a:pt x="5222" y="21600"/>
                    </a:cubicBezTo>
                    <a:cubicBezTo>
                      <a:pt x="4273" y="21600"/>
                      <a:pt x="4273" y="21600"/>
                      <a:pt x="4273" y="21600"/>
                    </a:cubicBezTo>
                    <a:cubicBezTo>
                      <a:pt x="3323" y="21600"/>
                      <a:pt x="2611" y="20487"/>
                      <a:pt x="2848" y="19596"/>
                    </a:cubicBezTo>
                    <a:cubicBezTo>
                      <a:pt x="3798" y="16033"/>
                      <a:pt x="3798" y="16033"/>
                      <a:pt x="3798" y="16033"/>
                    </a:cubicBezTo>
                    <a:cubicBezTo>
                      <a:pt x="1424" y="16033"/>
                      <a:pt x="1424" y="16033"/>
                      <a:pt x="1424" y="16033"/>
                    </a:cubicBezTo>
                    <a:cubicBezTo>
                      <a:pt x="712" y="16033"/>
                      <a:pt x="0" y="15588"/>
                      <a:pt x="0" y="14920"/>
                    </a:cubicBezTo>
                    <a:cubicBezTo>
                      <a:pt x="0" y="13806"/>
                      <a:pt x="0" y="13806"/>
                      <a:pt x="0" y="13806"/>
                    </a:cubicBezTo>
                    <a:cubicBezTo>
                      <a:pt x="0" y="12915"/>
                      <a:pt x="712" y="12470"/>
                      <a:pt x="1424" y="12470"/>
                    </a:cubicBezTo>
                    <a:cubicBezTo>
                      <a:pt x="4747" y="12470"/>
                      <a:pt x="4747" y="12470"/>
                      <a:pt x="4747" y="12470"/>
                    </a:cubicBezTo>
                    <a:cubicBezTo>
                      <a:pt x="5459" y="8907"/>
                      <a:pt x="5459" y="8907"/>
                      <a:pt x="5459" y="8907"/>
                    </a:cubicBezTo>
                    <a:cubicBezTo>
                      <a:pt x="3086" y="8907"/>
                      <a:pt x="3086" y="8907"/>
                      <a:pt x="3086" y="8907"/>
                    </a:cubicBezTo>
                    <a:cubicBezTo>
                      <a:pt x="2374" y="8907"/>
                      <a:pt x="1662" y="8462"/>
                      <a:pt x="1662" y="7794"/>
                    </a:cubicBezTo>
                    <a:cubicBezTo>
                      <a:pt x="1662" y="6903"/>
                      <a:pt x="1662" y="6903"/>
                      <a:pt x="1662" y="6903"/>
                    </a:cubicBezTo>
                    <a:cubicBezTo>
                      <a:pt x="1662" y="6235"/>
                      <a:pt x="2374" y="5567"/>
                      <a:pt x="3086" y="5567"/>
                    </a:cubicBezTo>
                    <a:cubicBezTo>
                      <a:pt x="5697" y="5567"/>
                      <a:pt x="5697" y="5567"/>
                      <a:pt x="5697" y="5567"/>
                    </a:cubicBezTo>
                    <a:cubicBezTo>
                      <a:pt x="6171" y="5567"/>
                      <a:pt x="6409" y="5344"/>
                      <a:pt x="6646" y="4899"/>
                    </a:cubicBezTo>
                    <a:cubicBezTo>
                      <a:pt x="7596" y="1113"/>
                      <a:pt x="7596" y="1113"/>
                      <a:pt x="7596" y="1113"/>
                    </a:cubicBezTo>
                    <a:cubicBezTo>
                      <a:pt x="7833" y="445"/>
                      <a:pt x="8308" y="0"/>
                      <a:pt x="9020" y="0"/>
                    </a:cubicBezTo>
                    <a:cubicBezTo>
                      <a:pt x="10207" y="0"/>
                      <a:pt x="10207" y="0"/>
                      <a:pt x="10207" y="0"/>
                    </a:cubicBezTo>
                    <a:cubicBezTo>
                      <a:pt x="11156" y="0"/>
                      <a:pt x="11868" y="891"/>
                      <a:pt x="11631" y="1781"/>
                    </a:cubicBezTo>
                    <a:cubicBezTo>
                      <a:pt x="10919" y="4454"/>
                      <a:pt x="10919" y="4454"/>
                      <a:pt x="10919" y="4454"/>
                    </a:cubicBezTo>
                    <a:cubicBezTo>
                      <a:pt x="10681" y="5122"/>
                      <a:pt x="11156" y="5567"/>
                      <a:pt x="11868" y="5567"/>
                    </a:cubicBezTo>
                    <a:cubicBezTo>
                      <a:pt x="12818" y="5567"/>
                      <a:pt x="12818" y="5567"/>
                      <a:pt x="12818" y="5567"/>
                    </a:cubicBezTo>
                    <a:cubicBezTo>
                      <a:pt x="13292" y="5567"/>
                      <a:pt x="13530" y="5344"/>
                      <a:pt x="13767" y="4899"/>
                    </a:cubicBezTo>
                    <a:cubicBezTo>
                      <a:pt x="14716" y="1113"/>
                      <a:pt x="14716" y="1113"/>
                      <a:pt x="14716" y="1113"/>
                    </a:cubicBezTo>
                    <a:cubicBezTo>
                      <a:pt x="14954" y="445"/>
                      <a:pt x="15429" y="0"/>
                      <a:pt x="16141" y="0"/>
                    </a:cubicBezTo>
                    <a:cubicBezTo>
                      <a:pt x="17090" y="0"/>
                      <a:pt x="17090" y="0"/>
                      <a:pt x="17090" y="0"/>
                    </a:cubicBezTo>
                    <a:cubicBezTo>
                      <a:pt x="18277" y="0"/>
                      <a:pt x="18989" y="891"/>
                      <a:pt x="18752" y="1781"/>
                    </a:cubicBezTo>
                    <a:cubicBezTo>
                      <a:pt x="18040" y="4454"/>
                      <a:pt x="18040" y="4454"/>
                      <a:pt x="18040" y="4454"/>
                    </a:cubicBezTo>
                    <a:cubicBezTo>
                      <a:pt x="17802" y="5122"/>
                      <a:pt x="18277" y="5567"/>
                      <a:pt x="18989" y="5567"/>
                    </a:cubicBezTo>
                    <a:cubicBezTo>
                      <a:pt x="20413" y="5567"/>
                      <a:pt x="20413" y="5567"/>
                      <a:pt x="20413" y="5567"/>
                    </a:cubicBezTo>
                    <a:cubicBezTo>
                      <a:pt x="21125" y="5567"/>
                      <a:pt x="21600" y="6235"/>
                      <a:pt x="21600" y="6903"/>
                    </a:cubicBezTo>
                    <a:cubicBezTo>
                      <a:pt x="21600" y="7794"/>
                      <a:pt x="21600" y="7794"/>
                      <a:pt x="21600" y="7794"/>
                    </a:cubicBezTo>
                    <a:cubicBezTo>
                      <a:pt x="21600" y="8462"/>
                      <a:pt x="21125" y="8907"/>
                      <a:pt x="20413" y="8907"/>
                    </a:cubicBezTo>
                    <a:close/>
                    <a:moveTo>
                      <a:pt x="11868" y="11802"/>
                    </a:moveTo>
                    <a:cubicBezTo>
                      <a:pt x="12343" y="10021"/>
                      <a:pt x="12343" y="10021"/>
                      <a:pt x="12343" y="10021"/>
                    </a:cubicBezTo>
                    <a:cubicBezTo>
                      <a:pt x="12580" y="9353"/>
                      <a:pt x="12105" y="8907"/>
                      <a:pt x="11631" y="8907"/>
                    </a:cubicBezTo>
                    <a:cubicBezTo>
                      <a:pt x="10444" y="8907"/>
                      <a:pt x="10444" y="8907"/>
                      <a:pt x="10444" y="8907"/>
                    </a:cubicBezTo>
                    <a:cubicBezTo>
                      <a:pt x="9969" y="8907"/>
                      <a:pt x="9495" y="9130"/>
                      <a:pt x="9495" y="9575"/>
                    </a:cubicBezTo>
                    <a:cubicBezTo>
                      <a:pt x="9020" y="11579"/>
                      <a:pt x="9020" y="11579"/>
                      <a:pt x="9020" y="11579"/>
                    </a:cubicBezTo>
                    <a:cubicBezTo>
                      <a:pt x="9020" y="12025"/>
                      <a:pt x="9257" y="12470"/>
                      <a:pt x="9969" y="12470"/>
                    </a:cubicBezTo>
                    <a:cubicBezTo>
                      <a:pt x="11156" y="12470"/>
                      <a:pt x="11156" y="12470"/>
                      <a:pt x="11156" y="12470"/>
                    </a:cubicBezTo>
                    <a:cubicBezTo>
                      <a:pt x="11393" y="12470"/>
                      <a:pt x="11868" y="12247"/>
                      <a:pt x="11868" y="11802"/>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60" name="Google Shape;560;p25"/>
              <p:cNvSpPr/>
              <p:nvPr/>
            </p:nvSpPr>
            <p:spPr>
              <a:xfrm>
                <a:off x="2278896" y="536980"/>
                <a:ext cx="515247" cy="153046"/>
              </a:xfrm>
              <a:custGeom>
                <a:rect b="b" l="l" r="r" t="t"/>
                <a:pathLst>
                  <a:path extrusionOk="0" h="20429" w="21138">
                    <a:moveTo>
                      <a:pt x="12116" y="170"/>
                    </a:moveTo>
                    <a:cubicBezTo>
                      <a:pt x="13035" y="684"/>
                      <a:pt x="13955" y="1198"/>
                      <a:pt x="14874" y="1712"/>
                    </a:cubicBezTo>
                    <a:cubicBezTo>
                      <a:pt x="16252" y="3255"/>
                      <a:pt x="17784" y="5312"/>
                      <a:pt x="19010" y="7884"/>
                    </a:cubicBezTo>
                    <a:cubicBezTo>
                      <a:pt x="19776" y="9427"/>
                      <a:pt x="20082" y="10455"/>
                      <a:pt x="20695" y="11998"/>
                    </a:cubicBezTo>
                    <a:cubicBezTo>
                      <a:pt x="21461" y="14570"/>
                      <a:pt x="21155" y="16112"/>
                      <a:pt x="20389" y="18170"/>
                    </a:cubicBezTo>
                    <a:cubicBezTo>
                      <a:pt x="19929" y="19712"/>
                      <a:pt x="19163" y="20227"/>
                      <a:pt x="18550" y="18684"/>
                    </a:cubicBezTo>
                    <a:cubicBezTo>
                      <a:pt x="15487" y="10455"/>
                      <a:pt x="11350" y="7370"/>
                      <a:pt x="7521" y="10970"/>
                    </a:cubicBezTo>
                    <a:cubicBezTo>
                      <a:pt x="6448" y="11484"/>
                      <a:pt x="5223" y="13027"/>
                      <a:pt x="4304" y="15084"/>
                    </a:cubicBezTo>
                    <a:cubicBezTo>
                      <a:pt x="3538" y="16627"/>
                      <a:pt x="3078" y="18170"/>
                      <a:pt x="2465" y="19712"/>
                    </a:cubicBezTo>
                    <a:cubicBezTo>
                      <a:pt x="2006" y="20741"/>
                      <a:pt x="1240" y="20741"/>
                      <a:pt x="780" y="19198"/>
                    </a:cubicBezTo>
                    <a:cubicBezTo>
                      <a:pt x="627" y="18684"/>
                      <a:pt x="474" y="17655"/>
                      <a:pt x="167" y="17141"/>
                    </a:cubicBezTo>
                    <a:cubicBezTo>
                      <a:pt x="-139" y="15598"/>
                      <a:pt x="14" y="13541"/>
                      <a:pt x="321" y="12512"/>
                    </a:cubicBezTo>
                    <a:cubicBezTo>
                      <a:pt x="321" y="12512"/>
                      <a:pt x="321" y="12512"/>
                      <a:pt x="321" y="12512"/>
                    </a:cubicBezTo>
                    <a:cubicBezTo>
                      <a:pt x="3538" y="2741"/>
                      <a:pt x="7827" y="-859"/>
                      <a:pt x="12116" y="170"/>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61" name="Google Shape;561;p25"/>
              <p:cNvSpPr/>
              <p:nvPr/>
            </p:nvSpPr>
            <p:spPr>
              <a:xfrm>
                <a:off x="2470972" y="795762"/>
                <a:ext cx="136888" cy="139322"/>
              </a:xfrm>
              <a:custGeom>
                <a:rect b="b" l="l" r="r" t="t"/>
                <a:pathLst>
                  <a:path extrusionOk="0" h="20079" w="19188">
                    <a:moveTo>
                      <a:pt x="8183" y="20079"/>
                    </a:moveTo>
                    <a:cubicBezTo>
                      <a:pt x="5022" y="19525"/>
                      <a:pt x="2388" y="17864"/>
                      <a:pt x="807" y="14541"/>
                    </a:cubicBezTo>
                    <a:cubicBezTo>
                      <a:pt x="-1300" y="9002"/>
                      <a:pt x="807" y="2910"/>
                      <a:pt x="6076" y="694"/>
                    </a:cubicBezTo>
                    <a:cubicBezTo>
                      <a:pt x="11344" y="-1521"/>
                      <a:pt x="17139" y="1802"/>
                      <a:pt x="18720" y="7341"/>
                    </a:cubicBezTo>
                    <a:cubicBezTo>
                      <a:pt x="20300" y="11771"/>
                      <a:pt x="17666" y="16756"/>
                      <a:pt x="13978" y="18971"/>
                    </a:cubicBezTo>
                    <a:cubicBezTo>
                      <a:pt x="11871" y="20079"/>
                      <a:pt x="10290" y="20079"/>
                      <a:pt x="8183" y="20079"/>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62" name="Google Shape;562;p25"/>
              <p:cNvSpPr/>
              <p:nvPr/>
            </p:nvSpPr>
            <p:spPr>
              <a:xfrm>
                <a:off x="2350265" y="653895"/>
                <a:ext cx="376723" cy="126184"/>
              </a:xfrm>
              <a:custGeom>
                <a:rect b="b" l="l" r="r" t="t"/>
                <a:pathLst>
                  <a:path extrusionOk="0" h="20757" w="21122">
                    <a:moveTo>
                      <a:pt x="10673" y="0"/>
                    </a:moveTo>
                    <a:cubicBezTo>
                      <a:pt x="14448" y="635"/>
                      <a:pt x="17593" y="3176"/>
                      <a:pt x="20529" y="10800"/>
                    </a:cubicBezTo>
                    <a:cubicBezTo>
                      <a:pt x="20949" y="12071"/>
                      <a:pt x="21368" y="13341"/>
                      <a:pt x="20949" y="14612"/>
                    </a:cubicBezTo>
                    <a:cubicBezTo>
                      <a:pt x="20110" y="17788"/>
                      <a:pt x="19900" y="18424"/>
                      <a:pt x="19271" y="20329"/>
                    </a:cubicBezTo>
                    <a:cubicBezTo>
                      <a:pt x="18432" y="21600"/>
                      <a:pt x="17593" y="19694"/>
                      <a:pt x="17384" y="19059"/>
                    </a:cubicBezTo>
                    <a:cubicBezTo>
                      <a:pt x="14867" y="12706"/>
                      <a:pt x="12770" y="10800"/>
                      <a:pt x="9415" y="12071"/>
                    </a:cubicBezTo>
                    <a:cubicBezTo>
                      <a:pt x="7108" y="12706"/>
                      <a:pt x="5011" y="15247"/>
                      <a:pt x="3123" y="19694"/>
                    </a:cubicBezTo>
                    <a:cubicBezTo>
                      <a:pt x="2704" y="20965"/>
                      <a:pt x="2075" y="20965"/>
                      <a:pt x="1655" y="19694"/>
                    </a:cubicBezTo>
                    <a:cubicBezTo>
                      <a:pt x="1236" y="17788"/>
                      <a:pt x="817" y="17153"/>
                      <a:pt x="397" y="15882"/>
                    </a:cubicBezTo>
                    <a:cubicBezTo>
                      <a:pt x="-22" y="14612"/>
                      <a:pt x="-232" y="13341"/>
                      <a:pt x="397" y="12071"/>
                    </a:cubicBezTo>
                    <a:cubicBezTo>
                      <a:pt x="3333" y="3812"/>
                      <a:pt x="6479" y="635"/>
                      <a:pt x="10673" y="0"/>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63" name="Google Shape;563;p25"/>
              <p:cNvSpPr/>
              <p:nvPr/>
            </p:nvSpPr>
            <p:spPr>
              <a:xfrm>
                <a:off x="2835384" y="2171251"/>
                <a:ext cx="152814" cy="153859"/>
              </a:xfrm>
              <a:custGeom>
                <a:rect b="b" l="l" r="r" t="t"/>
                <a:pathLst>
                  <a:path extrusionOk="0" h="21600" w="21600">
                    <a:moveTo>
                      <a:pt x="0" y="10800"/>
                    </a:moveTo>
                    <a:cubicBezTo>
                      <a:pt x="0" y="4860"/>
                      <a:pt x="6322" y="0"/>
                      <a:pt x="11590" y="0"/>
                    </a:cubicBezTo>
                    <a:cubicBezTo>
                      <a:pt x="16859" y="0"/>
                      <a:pt x="21600" y="4860"/>
                      <a:pt x="21600" y="10260"/>
                    </a:cubicBezTo>
                    <a:cubicBezTo>
                      <a:pt x="21600" y="15660"/>
                      <a:pt x="16332" y="21600"/>
                      <a:pt x="11063" y="21600"/>
                    </a:cubicBezTo>
                    <a:cubicBezTo>
                      <a:pt x="5795" y="21600"/>
                      <a:pt x="0" y="16200"/>
                      <a:pt x="0" y="10800"/>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64" name="Google Shape;564;p25"/>
              <p:cNvSpPr/>
              <p:nvPr/>
            </p:nvSpPr>
            <p:spPr>
              <a:xfrm>
                <a:off x="3044257" y="1985133"/>
                <a:ext cx="142180" cy="148081"/>
              </a:xfrm>
              <a:custGeom>
                <a:rect b="b" l="l" r="r" t="t"/>
                <a:pathLst>
                  <a:path extrusionOk="0" h="20611" w="20617">
                    <a:moveTo>
                      <a:pt x="46" y="9226"/>
                    </a:moveTo>
                    <a:cubicBezTo>
                      <a:pt x="1126" y="3826"/>
                      <a:pt x="5986" y="-494"/>
                      <a:pt x="11386" y="46"/>
                    </a:cubicBezTo>
                    <a:cubicBezTo>
                      <a:pt x="17326" y="586"/>
                      <a:pt x="21106" y="5446"/>
                      <a:pt x="20566" y="11386"/>
                    </a:cubicBezTo>
                    <a:cubicBezTo>
                      <a:pt x="20026" y="16786"/>
                      <a:pt x="15166" y="21106"/>
                      <a:pt x="9766" y="20566"/>
                    </a:cubicBezTo>
                    <a:cubicBezTo>
                      <a:pt x="3826" y="20026"/>
                      <a:pt x="-494" y="15166"/>
                      <a:pt x="46" y="9226"/>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565" name="Google Shape;565;p25"/>
              <p:cNvCxnSpPr/>
              <p:nvPr/>
            </p:nvCxnSpPr>
            <p:spPr>
              <a:xfrm flipH="1">
                <a:off x="2980494" y="2128807"/>
                <a:ext cx="105300" cy="87541"/>
              </a:xfrm>
              <a:prstGeom prst="straightConnector1">
                <a:avLst/>
              </a:prstGeom>
              <a:noFill/>
              <a:ln cap="flat" cmpd="sng" w="9525">
                <a:solidFill>
                  <a:srgbClr val="FE9D98"/>
                </a:solidFill>
                <a:prstDash val="solid"/>
                <a:miter lim="800000"/>
                <a:headEnd len="sm" w="sm" type="none"/>
                <a:tailEnd len="sm" w="sm" type="none"/>
              </a:ln>
            </p:spPr>
          </p:cxnSp>
          <p:cxnSp>
            <p:nvCxnSpPr>
              <p:cNvPr id="566" name="Google Shape;566;p25"/>
              <p:cNvCxnSpPr/>
              <p:nvPr/>
            </p:nvCxnSpPr>
            <p:spPr>
              <a:xfrm flipH="1" rot="10800000">
                <a:off x="2935548" y="2078406"/>
                <a:ext cx="113005" cy="92846"/>
              </a:xfrm>
              <a:prstGeom prst="straightConnector1">
                <a:avLst/>
              </a:prstGeom>
              <a:noFill/>
              <a:ln cap="flat" cmpd="sng" w="9525">
                <a:solidFill>
                  <a:srgbClr val="FE9D98"/>
                </a:solidFill>
                <a:prstDash val="solid"/>
                <a:miter lim="800000"/>
                <a:headEnd len="sm" w="sm" type="none"/>
                <a:tailEnd len="sm" w="sm" type="none"/>
              </a:ln>
            </p:spPr>
          </p:cxnSp>
          <p:sp>
            <p:nvSpPr>
              <p:cNvPr id="567" name="Google Shape;567;p25"/>
              <p:cNvSpPr/>
              <p:nvPr/>
            </p:nvSpPr>
            <p:spPr>
              <a:xfrm>
                <a:off x="3044265" y="2347205"/>
                <a:ext cx="153651" cy="154703"/>
              </a:xfrm>
              <a:custGeom>
                <a:rect b="b" l="l" r="r" t="t"/>
                <a:pathLst>
                  <a:path extrusionOk="0" h="20650" w="20676">
                    <a:moveTo>
                      <a:pt x="42" y="10843"/>
                    </a:moveTo>
                    <a:cubicBezTo>
                      <a:pt x="1047" y="15986"/>
                      <a:pt x="6070" y="21129"/>
                      <a:pt x="11596" y="20615"/>
                    </a:cubicBezTo>
                    <a:cubicBezTo>
                      <a:pt x="16619" y="20100"/>
                      <a:pt x="21140" y="14443"/>
                      <a:pt x="20638" y="9300"/>
                    </a:cubicBezTo>
                    <a:cubicBezTo>
                      <a:pt x="20135" y="3643"/>
                      <a:pt x="14107" y="-471"/>
                      <a:pt x="9084" y="43"/>
                    </a:cubicBezTo>
                    <a:cubicBezTo>
                      <a:pt x="3559" y="558"/>
                      <a:pt x="-460" y="5186"/>
                      <a:pt x="42" y="10843"/>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568" name="Google Shape;568;p25"/>
              <p:cNvCxnSpPr/>
              <p:nvPr/>
            </p:nvCxnSpPr>
            <p:spPr>
              <a:xfrm rot="10800000">
                <a:off x="2984345" y="2262770"/>
                <a:ext cx="105300" cy="88866"/>
              </a:xfrm>
              <a:prstGeom prst="straightConnector1">
                <a:avLst/>
              </a:prstGeom>
              <a:noFill/>
              <a:ln cap="flat" cmpd="sng" w="9525">
                <a:solidFill>
                  <a:srgbClr val="FE9D98"/>
                </a:solidFill>
                <a:prstDash val="solid"/>
                <a:miter lim="800000"/>
                <a:headEnd len="sm" w="sm" type="none"/>
                <a:tailEnd len="sm" w="sm" type="none"/>
              </a:ln>
            </p:spPr>
          </p:cxnSp>
          <p:cxnSp>
            <p:nvCxnSpPr>
              <p:cNvPr id="569" name="Google Shape;569;p25"/>
              <p:cNvCxnSpPr/>
              <p:nvPr/>
            </p:nvCxnSpPr>
            <p:spPr>
              <a:xfrm>
                <a:off x="2943253" y="2313171"/>
                <a:ext cx="97596" cy="84888"/>
              </a:xfrm>
              <a:prstGeom prst="straightConnector1">
                <a:avLst/>
              </a:prstGeom>
              <a:noFill/>
              <a:ln cap="flat" cmpd="sng" w="9525">
                <a:solidFill>
                  <a:srgbClr val="FE9D98"/>
                </a:solidFill>
                <a:prstDash val="solid"/>
                <a:miter lim="800000"/>
                <a:headEnd len="sm" w="sm" type="none"/>
                <a:tailEnd len="sm" w="sm" type="none"/>
              </a:ln>
            </p:spPr>
          </p:cxnSp>
          <p:sp>
            <p:nvSpPr>
              <p:cNvPr id="570" name="Google Shape;570;p25"/>
              <p:cNvSpPr/>
              <p:nvPr/>
            </p:nvSpPr>
            <p:spPr>
              <a:xfrm>
                <a:off x="981084" y="415149"/>
                <a:ext cx="272239" cy="450964"/>
              </a:xfrm>
              <a:custGeom>
                <a:rect b="b" l="l" r="r" t="t"/>
                <a:pathLst>
                  <a:path extrusionOk="0" h="21600" w="21600">
                    <a:moveTo>
                      <a:pt x="14499" y="8308"/>
                    </a:moveTo>
                    <a:cubicBezTo>
                      <a:pt x="15386" y="7754"/>
                      <a:pt x="16274" y="7385"/>
                      <a:pt x="16866" y="6646"/>
                    </a:cubicBezTo>
                    <a:cubicBezTo>
                      <a:pt x="17458" y="6092"/>
                      <a:pt x="18049" y="5169"/>
                      <a:pt x="18049" y="4431"/>
                    </a:cubicBezTo>
                    <a:cubicBezTo>
                      <a:pt x="18049" y="2031"/>
                      <a:pt x="14795" y="0"/>
                      <a:pt x="10948" y="0"/>
                    </a:cubicBezTo>
                    <a:cubicBezTo>
                      <a:pt x="7101" y="0"/>
                      <a:pt x="3847" y="2031"/>
                      <a:pt x="3847" y="4431"/>
                    </a:cubicBezTo>
                    <a:cubicBezTo>
                      <a:pt x="3847" y="5354"/>
                      <a:pt x="4438" y="6462"/>
                      <a:pt x="5326" y="7200"/>
                    </a:cubicBezTo>
                    <a:cubicBezTo>
                      <a:pt x="5918" y="7569"/>
                      <a:pt x="6510" y="7938"/>
                      <a:pt x="7101" y="8123"/>
                    </a:cubicBezTo>
                    <a:cubicBezTo>
                      <a:pt x="7989" y="8492"/>
                      <a:pt x="8581" y="8492"/>
                      <a:pt x="8877" y="9046"/>
                    </a:cubicBezTo>
                    <a:cubicBezTo>
                      <a:pt x="9173" y="9415"/>
                      <a:pt x="9173" y="9600"/>
                      <a:pt x="8877" y="9969"/>
                    </a:cubicBezTo>
                    <a:cubicBezTo>
                      <a:pt x="8877" y="10338"/>
                      <a:pt x="8877" y="10523"/>
                      <a:pt x="8285" y="10708"/>
                    </a:cubicBezTo>
                    <a:cubicBezTo>
                      <a:pt x="7989" y="10892"/>
                      <a:pt x="7693" y="11077"/>
                      <a:pt x="7397" y="11077"/>
                    </a:cubicBezTo>
                    <a:cubicBezTo>
                      <a:pt x="6510" y="11077"/>
                      <a:pt x="3551" y="10892"/>
                      <a:pt x="2959" y="11077"/>
                    </a:cubicBezTo>
                    <a:cubicBezTo>
                      <a:pt x="2367" y="11262"/>
                      <a:pt x="1775" y="11446"/>
                      <a:pt x="1479" y="11631"/>
                    </a:cubicBezTo>
                    <a:cubicBezTo>
                      <a:pt x="592" y="12185"/>
                      <a:pt x="0" y="12923"/>
                      <a:pt x="0" y="13662"/>
                    </a:cubicBezTo>
                    <a:cubicBezTo>
                      <a:pt x="0" y="13662"/>
                      <a:pt x="0" y="19754"/>
                      <a:pt x="0" y="19754"/>
                    </a:cubicBezTo>
                    <a:cubicBezTo>
                      <a:pt x="0" y="20862"/>
                      <a:pt x="1184" y="21600"/>
                      <a:pt x="2663" y="21600"/>
                    </a:cubicBezTo>
                    <a:cubicBezTo>
                      <a:pt x="16570" y="21600"/>
                      <a:pt x="16570" y="21600"/>
                      <a:pt x="16570" y="21600"/>
                    </a:cubicBezTo>
                    <a:cubicBezTo>
                      <a:pt x="21008" y="21600"/>
                      <a:pt x="21600" y="20308"/>
                      <a:pt x="21600" y="19385"/>
                    </a:cubicBezTo>
                    <a:cubicBezTo>
                      <a:pt x="21600" y="19385"/>
                      <a:pt x="21600" y="13662"/>
                      <a:pt x="21600" y="13662"/>
                    </a:cubicBezTo>
                    <a:cubicBezTo>
                      <a:pt x="21600" y="12923"/>
                      <a:pt x="21008" y="12185"/>
                      <a:pt x="20121" y="11631"/>
                    </a:cubicBezTo>
                    <a:cubicBezTo>
                      <a:pt x="19529" y="11262"/>
                      <a:pt x="18937" y="11077"/>
                      <a:pt x="18345" y="11077"/>
                    </a:cubicBezTo>
                    <a:cubicBezTo>
                      <a:pt x="16866" y="10892"/>
                      <a:pt x="15682" y="11077"/>
                      <a:pt x="14203" y="11077"/>
                    </a:cubicBezTo>
                    <a:cubicBezTo>
                      <a:pt x="13907" y="11077"/>
                      <a:pt x="13315" y="10892"/>
                      <a:pt x="13315" y="10708"/>
                    </a:cubicBezTo>
                    <a:cubicBezTo>
                      <a:pt x="13019" y="10523"/>
                      <a:pt x="13019" y="10338"/>
                      <a:pt x="12723" y="10154"/>
                    </a:cubicBezTo>
                    <a:cubicBezTo>
                      <a:pt x="12723" y="9231"/>
                      <a:pt x="13611" y="8677"/>
                      <a:pt x="14499" y="8308"/>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1" name="Google Shape;571;p25"/>
              <p:cNvSpPr/>
              <p:nvPr/>
            </p:nvSpPr>
            <p:spPr>
              <a:xfrm>
                <a:off x="1253322" y="484120"/>
                <a:ext cx="197759" cy="370605"/>
              </a:xfrm>
              <a:custGeom>
                <a:rect b="b" l="l" r="r" t="t"/>
                <a:pathLst>
                  <a:path extrusionOk="0" h="21402" w="21600">
                    <a:moveTo>
                      <a:pt x="0" y="21377"/>
                    </a:moveTo>
                    <a:cubicBezTo>
                      <a:pt x="15487" y="21377"/>
                      <a:pt x="15487" y="21377"/>
                      <a:pt x="15487" y="21377"/>
                    </a:cubicBezTo>
                    <a:cubicBezTo>
                      <a:pt x="20785" y="21600"/>
                      <a:pt x="21600" y="20264"/>
                      <a:pt x="21600" y="19373"/>
                    </a:cubicBezTo>
                    <a:cubicBezTo>
                      <a:pt x="21600" y="19373"/>
                      <a:pt x="21600" y="13584"/>
                      <a:pt x="21600" y="13584"/>
                    </a:cubicBezTo>
                    <a:cubicBezTo>
                      <a:pt x="21600" y="12693"/>
                      <a:pt x="20785" y="12025"/>
                      <a:pt x="19970" y="11579"/>
                    </a:cubicBezTo>
                    <a:cubicBezTo>
                      <a:pt x="19155" y="11357"/>
                      <a:pt x="18340" y="11134"/>
                      <a:pt x="17525" y="10911"/>
                    </a:cubicBezTo>
                    <a:cubicBezTo>
                      <a:pt x="16302" y="10911"/>
                      <a:pt x="14672" y="11134"/>
                      <a:pt x="13042" y="10911"/>
                    </a:cubicBezTo>
                    <a:cubicBezTo>
                      <a:pt x="12634" y="10911"/>
                      <a:pt x="12226" y="10911"/>
                      <a:pt x="11819" y="10689"/>
                    </a:cubicBezTo>
                    <a:cubicBezTo>
                      <a:pt x="11819" y="10466"/>
                      <a:pt x="11411" y="10243"/>
                      <a:pt x="11411" y="10021"/>
                    </a:cubicBezTo>
                    <a:cubicBezTo>
                      <a:pt x="11411" y="9130"/>
                      <a:pt x="12226" y="8685"/>
                      <a:pt x="13449" y="8239"/>
                    </a:cubicBezTo>
                    <a:cubicBezTo>
                      <a:pt x="14672" y="7794"/>
                      <a:pt x="15487" y="7126"/>
                      <a:pt x="16302" y="6680"/>
                    </a:cubicBezTo>
                    <a:cubicBezTo>
                      <a:pt x="17117" y="6012"/>
                      <a:pt x="17525" y="5122"/>
                      <a:pt x="17525" y="4231"/>
                    </a:cubicBezTo>
                    <a:cubicBezTo>
                      <a:pt x="17525" y="1781"/>
                      <a:pt x="13857" y="0"/>
                      <a:pt x="9374" y="0"/>
                    </a:cubicBezTo>
                    <a:cubicBezTo>
                      <a:pt x="4891" y="0"/>
                      <a:pt x="1223" y="1781"/>
                      <a:pt x="1223" y="4231"/>
                    </a:cubicBezTo>
                    <a:cubicBezTo>
                      <a:pt x="1223" y="5344"/>
                      <a:pt x="2038" y="6458"/>
                      <a:pt x="2853" y="7126"/>
                    </a:cubicBezTo>
                    <a:cubicBezTo>
                      <a:pt x="3668" y="7571"/>
                      <a:pt x="4483" y="7794"/>
                      <a:pt x="4891" y="8016"/>
                    </a:cubicBezTo>
                    <a:cubicBezTo>
                      <a:pt x="5706" y="8462"/>
                      <a:pt x="6521" y="8462"/>
                      <a:pt x="6928" y="8907"/>
                    </a:cubicBezTo>
                    <a:cubicBezTo>
                      <a:pt x="7336" y="9353"/>
                      <a:pt x="7336" y="9575"/>
                      <a:pt x="7336" y="9798"/>
                    </a:cubicBezTo>
                    <a:cubicBezTo>
                      <a:pt x="6928" y="10243"/>
                      <a:pt x="6928" y="10466"/>
                      <a:pt x="6521" y="10689"/>
                    </a:cubicBezTo>
                    <a:cubicBezTo>
                      <a:pt x="6113" y="10911"/>
                      <a:pt x="5706" y="10911"/>
                      <a:pt x="5298" y="10911"/>
                    </a:cubicBezTo>
                    <a:cubicBezTo>
                      <a:pt x="4483" y="10911"/>
                      <a:pt x="815" y="10911"/>
                      <a:pt x="0" y="11134"/>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2" name="Google Shape;572;p25"/>
              <p:cNvSpPr/>
              <p:nvPr/>
            </p:nvSpPr>
            <p:spPr>
              <a:xfrm>
                <a:off x="2349979" y="1131384"/>
                <a:ext cx="265818" cy="254662"/>
              </a:xfrm>
              <a:custGeom>
                <a:rect b="b" l="l" r="r" t="t"/>
                <a:pathLst>
                  <a:path extrusionOk="0" h="21600" w="21600">
                    <a:moveTo>
                      <a:pt x="11865" y="655"/>
                    </a:moveTo>
                    <a:cubicBezTo>
                      <a:pt x="19470" y="8182"/>
                      <a:pt x="19470" y="8182"/>
                      <a:pt x="19470" y="8182"/>
                    </a:cubicBezTo>
                    <a:cubicBezTo>
                      <a:pt x="20992" y="9491"/>
                      <a:pt x="21600" y="11455"/>
                      <a:pt x="21600" y="13745"/>
                    </a:cubicBezTo>
                    <a:cubicBezTo>
                      <a:pt x="21600" y="18000"/>
                      <a:pt x="18254" y="21600"/>
                      <a:pt x="14299" y="21600"/>
                    </a:cubicBezTo>
                    <a:cubicBezTo>
                      <a:pt x="12169" y="21600"/>
                      <a:pt x="10344" y="20945"/>
                      <a:pt x="9127" y="19309"/>
                    </a:cubicBezTo>
                    <a:cubicBezTo>
                      <a:pt x="2434" y="12109"/>
                      <a:pt x="2434" y="12109"/>
                      <a:pt x="2434" y="12109"/>
                    </a:cubicBezTo>
                    <a:cubicBezTo>
                      <a:pt x="913" y="10473"/>
                      <a:pt x="0" y="8509"/>
                      <a:pt x="0" y="6545"/>
                    </a:cubicBezTo>
                    <a:cubicBezTo>
                      <a:pt x="0" y="4909"/>
                      <a:pt x="608" y="3600"/>
                      <a:pt x="1217" y="2291"/>
                    </a:cubicBezTo>
                    <a:cubicBezTo>
                      <a:pt x="1521" y="1636"/>
                      <a:pt x="1825" y="1309"/>
                      <a:pt x="2434" y="982"/>
                    </a:cubicBezTo>
                    <a:cubicBezTo>
                      <a:pt x="2738" y="327"/>
                      <a:pt x="3346" y="0"/>
                      <a:pt x="3955" y="0"/>
                    </a:cubicBezTo>
                    <a:cubicBezTo>
                      <a:pt x="4563" y="327"/>
                      <a:pt x="4868" y="327"/>
                      <a:pt x="5172" y="982"/>
                    </a:cubicBezTo>
                    <a:cubicBezTo>
                      <a:pt x="6085" y="1636"/>
                      <a:pt x="6085" y="3273"/>
                      <a:pt x="5172" y="3927"/>
                    </a:cubicBezTo>
                    <a:cubicBezTo>
                      <a:pt x="3955" y="5236"/>
                      <a:pt x="3955" y="7527"/>
                      <a:pt x="5172" y="8836"/>
                    </a:cubicBezTo>
                    <a:cubicBezTo>
                      <a:pt x="12169" y="16036"/>
                      <a:pt x="12169" y="16036"/>
                      <a:pt x="12169" y="16036"/>
                    </a:cubicBezTo>
                    <a:cubicBezTo>
                      <a:pt x="13386" y="17345"/>
                      <a:pt x="15211" y="17345"/>
                      <a:pt x="16428" y="16036"/>
                    </a:cubicBezTo>
                    <a:cubicBezTo>
                      <a:pt x="17645" y="14727"/>
                      <a:pt x="17645" y="12764"/>
                      <a:pt x="16428" y="11455"/>
                    </a:cubicBezTo>
                    <a:cubicBezTo>
                      <a:pt x="16428" y="11455"/>
                      <a:pt x="16428" y="11455"/>
                      <a:pt x="16428" y="11455"/>
                    </a:cubicBezTo>
                    <a:cubicBezTo>
                      <a:pt x="10952" y="5564"/>
                      <a:pt x="10952" y="5564"/>
                      <a:pt x="10952" y="5564"/>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3" name="Google Shape;573;p25"/>
              <p:cNvSpPr/>
              <p:nvPr/>
            </p:nvSpPr>
            <p:spPr>
              <a:xfrm>
                <a:off x="2225756" y="983164"/>
                <a:ext cx="266763" cy="259636"/>
              </a:xfrm>
              <a:custGeom>
                <a:rect b="b" l="l" r="r" t="t"/>
                <a:pathLst>
                  <a:path extrusionOk="0" h="20829" w="20870">
                    <a:moveTo>
                      <a:pt x="10362" y="20829"/>
                    </a:moveTo>
                    <a:cubicBezTo>
                      <a:pt x="2189" y="12806"/>
                      <a:pt x="2189" y="12806"/>
                      <a:pt x="2189" y="12806"/>
                    </a:cubicBezTo>
                    <a:cubicBezTo>
                      <a:pt x="-730" y="10029"/>
                      <a:pt x="-730" y="5092"/>
                      <a:pt x="2189" y="2315"/>
                    </a:cubicBezTo>
                    <a:cubicBezTo>
                      <a:pt x="4816" y="-771"/>
                      <a:pt x="9486" y="-771"/>
                      <a:pt x="12113" y="2315"/>
                    </a:cubicBezTo>
                    <a:cubicBezTo>
                      <a:pt x="13573" y="3858"/>
                      <a:pt x="15032" y="5400"/>
                      <a:pt x="16784" y="6943"/>
                    </a:cubicBezTo>
                    <a:cubicBezTo>
                      <a:pt x="18535" y="9103"/>
                      <a:pt x="20578" y="10955"/>
                      <a:pt x="20870" y="14040"/>
                    </a:cubicBezTo>
                    <a:cubicBezTo>
                      <a:pt x="20870" y="16200"/>
                      <a:pt x="19994" y="18360"/>
                      <a:pt x="18827" y="19903"/>
                    </a:cubicBezTo>
                    <a:cubicBezTo>
                      <a:pt x="18243" y="20212"/>
                      <a:pt x="17659" y="20520"/>
                      <a:pt x="17075" y="20520"/>
                    </a:cubicBezTo>
                    <a:cubicBezTo>
                      <a:pt x="16784" y="20212"/>
                      <a:pt x="16200" y="20212"/>
                      <a:pt x="15908" y="19903"/>
                    </a:cubicBezTo>
                    <a:cubicBezTo>
                      <a:pt x="15032" y="18978"/>
                      <a:pt x="15032" y="17743"/>
                      <a:pt x="15908" y="16818"/>
                    </a:cubicBezTo>
                    <a:cubicBezTo>
                      <a:pt x="17075" y="15583"/>
                      <a:pt x="17075" y="13423"/>
                      <a:pt x="15908" y="12189"/>
                    </a:cubicBezTo>
                    <a:cubicBezTo>
                      <a:pt x="14156" y="10338"/>
                      <a:pt x="14156" y="10338"/>
                      <a:pt x="14156" y="10338"/>
                    </a:cubicBezTo>
                    <a:cubicBezTo>
                      <a:pt x="14156" y="10338"/>
                      <a:pt x="14156" y="10338"/>
                      <a:pt x="14156" y="10338"/>
                    </a:cubicBezTo>
                    <a:cubicBezTo>
                      <a:pt x="9486" y="5400"/>
                      <a:pt x="9486" y="5400"/>
                      <a:pt x="9486" y="5400"/>
                    </a:cubicBezTo>
                    <a:cubicBezTo>
                      <a:pt x="8319" y="4166"/>
                      <a:pt x="6275" y="4166"/>
                      <a:pt x="5108" y="5400"/>
                    </a:cubicBezTo>
                    <a:cubicBezTo>
                      <a:pt x="3940" y="6635"/>
                      <a:pt x="3940" y="8795"/>
                      <a:pt x="5108" y="10029"/>
                    </a:cubicBezTo>
                    <a:cubicBezTo>
                      <a:pt x="10070" y="14966"/>
                      <a:pt x="10070" y="14966"/>
                      <a:pt x="10070" y="14966"/>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4" name="Google Shape;574;p25"/>
              <p:cNvSpPr/>
              <p:nvPr/>
            </p:nvSpPr>
            <p:spPr>
              <a:xfrm>
                <a:off x="2301181" y="2927198"/>
                <a:ext cx="228579" cy="232663"/>
              </a:xfrm>
              <a:custGeom>
                <a:rect b="b" l="l" r="r" t="t"/>
                <a:pathLst>
                  <a:path extrusionOk="0" h="20481" w="21600">
                    <a:moveTo>
                      <a:pt x="0" y="18440"/>
                    </a:moveTo>
                    <a:cubicBezTo>
                      <a:pt x="0" y="1902"/>
                      <a:pt x="0" y="1902"/>
                      <a:pt x="0" y="1902"/>
                    </a:cubicBezTo>
                    <a:cubicBezTo>
                      <a:pt x="0" y="552"/>
                      <a:pt x="1770" y="-460"/>
                      <a:pt x="3187" y="215"/>
                    </a:cubicBezTo>
                    <a:cubicBezTo>
                      <a:pt x="5666" y="1227"/>
                      <a:pt x="8144" y="2577"/>
                      <a:pt x="10623" y="3927"/>
                    </a:cubicBezTo>
                    <a:cubicBezTo>
                      <a:pt x="13810" y="5277"/>
                      <a:pt x="16997" y="6965"/>
                      <a:pt x="20538" y="8315"/>
                    </a:cubicBezTo>
                    <a:cubicBezTo>
                      <a:pt x="21246" y="8652"/>
                      <a:pt x="21600" y="9327"/>
                      <a:pt x="21600" y="10340"/>
                    </a:cubicBezTo>
                    <a:cubicBezTo>
                      <a:pt x="21600" y="11015"/>
                      <a:pt x="21246" y="11690"/>
                      <a:pt x="20538" y="12027"/>
                    </a:cubicBezTo>
                    <a:cubicBezTo>
                      <a:pt x="3187" y="20127"/>
                      <a:pt x="3187" y="20127"/>
                      <a:pt x="3187" y="20127"/>
                    </a:cubicBezTo>
                    <a:cubicBezTo>
                      <a:pt x="1770" y="21140"/>
                      <a:pt x="0" y="19790"/>
                      <a:pt x="0" y="18440"/>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5" name="Google Shape;575;p25"/>
              <p:cNvSpPr/>
              <p:nvPr/>
            </p:nvSpPr>
            <p:spPr>
              <a:xfrm>
                <a:off x="2179937" y="2821167"/>
                <a:ext cx="428155" cy="439026"/>
              </a:xfrm>
              <a:custGeom>
                <a:rect b="b" l="l" r="r" t="t"/>
                <a:pathLst>
                  <a:path extrusionOk="0" h="21600" w="21370">
                    <a:moveTo>
                      <a:pt x="10756" y="0"/>
                    </a:moveTo>
                    <a:cubicBezTo>
                      <a:pt x="10756" y="0"/>
                      <a:pt x="10942" y="0"/>
                      <a:pt x="11315" y="0"/>
                    </a:cubicBezTo>
                    <a:cubicBezTo>
                      <a:pt x="11687" y="0"/>
                      <a:pt x="11873" y="0"/>
                      <a:pt x="12246" y="189"/>
                    </a:cubicBezTo>
                    <a:cubicBezTo>
                      <a:pt x="12618" y="189"/>
                      <a:pt x="12991" y="189"/>
                      <a:pt x="13549" y="379"/>
                    </a:cubicBezTo>
                    <a:cubicBezTo>
                      <a:pt x="14294" y="568"/>
                      <a:pt x="15411" y="947"/>
                      <a:pt x="16529" y="1705"/>
                    </a:cubicBezTo>
                    <a:cubicBezTo>
                      <a:pt x="17460" y="2463"/>
                      <a:pt x="18577" y="3411"/>
                      <a:pt x="19508" y="4737"/>
                    </a:cubicBezTo>
                    <a:cubicBezTo>
                      <a:pt x="20439" y="6063"/>
                      <a:pt x="20998" y="7579"/>
                      <a:pt x="21184" y="9474"/>
                    </a:cubicBezTo>
                    <a:cubicBezTo>
                      <a:pt x="21370" y="9853"/>
                      <a:pt x="21370" y="10421"/>
                      <a:pt x="21370" y="10800"/>
                    </a:cubicBezTo>
                    <a:cubicBezTo>
                      <a:pt x="21370" y="11368"/>
                      <a:pt x="21370" y="11747"/>
                      <a:pt x="21184" y="12316"/>
                    </a:cubicBezTo>
                    <a:cubicBezTo>
                      <a:pt x="21184" y="13263"/>
                      <a:pt x="20811" y="14211"/>
                      <a:pt x="20439" y="15158"/>
                    </a:cubicBezTo>
                    <a:cubicBezTo>
                      <a:pt x="20067" y="15916"/>
                      <a:pt x="19508" y="16863"/>
                      <a:pt x="18949" y="17621"/>
                    </a:cubicBezTo>
                    <a:cubicBezTo>
                      <a:pt x="18204" y="18379"/>
                      <a:pt x="17460" y="19137"/>
                      <a:pt x="16715" y="19705"/>
                    </a:cubicBezTo>
                    <a:cubicBezTo>
                      <a:pt x="15784" y="20274"/>
                      <a:pt x="14853" y="20842"/>
                      <a:pt x="13922" y="21221"/>
                    </a:cubicBezTo>
                    <a:cubicBezTo>
                      <a:pt x="12804" y="21411"/>
                      <a:pt x="11873" y="21600"/>
                      <a:pt x="10756" y="21600"/>
                    </a:cubicBezTo>
                    <a:cubicBezTo>
                      <a:pt x="10384" y="21600"/>
                      <a:pt x="10198" y="21600"/>
                      <a:pt x="10011" y="21600"/>
                    </a:cubicBezTo>
                    <a:cubicBezTo>
                      <a:pt x="9639" y="21600"/>
                      <a:pt x="9453" y="21600"/>
                      <a:pt x="9267" y="21600"/>
                    </a:cubicBezTo>
                    <a:cubicBezTo>
                      <a:pt x="8336" y="21411"/>
                      <a:pt x="8336" y="21411"/>
                      <a:pt x="8336" y="21411"/>
                    </a:cubicBezTo>
                    <a:cubicBezTo>
                      <a:pt x="8149" y="21221"/>
                      <a:pt x="7963" y="21221"/>
                      <a:pt x="7591" y="21221"/>
                    </a:cubicBezTo>
                    <a:cubicBezTo>
                      <a:pt x="6660" y="20842"/>
                      <a:pt x="5729" y="20463"/>
                      <a:pt x="4798" y="19705"/>
                    </a:cubicBezTo>
                    <a:cubicBezTo>
                      <a:pt x="4425" y="19516"/>
                      <a:pt x="4053" y="19137"/>
                      <a:pt x="3680" y="18758"/>
                    </a:cubicBezTo>
                    <a:cubicBezTo>
                      <a:pt x="3308" y="18379"/>
                      <a:pt x="2936" y="18000"/>
                      <a:pt x="2563" y="17621"/>
                    </a:cubicBezTo>
                    <a:cubicBezTo>
                      <a:pt x="2004" y="16863"/>
                      <a:pt x="1446" y="16105"/>
                      <a:pt x="1073" y="15158"/>
                    </a:cubicBezTo>
                    <a:cubicBezTo>
                      <a:pt x="142" y="13263"/>
                      <a:pt x="-230" y="11368"/>
                      <a:pt x="142" y="9474"/>
                    </a:cubicBezTo>
                    <a:cubicBezTo>
                      <a:pt x="329" y="7768"/>
                      <a:pt x="887" y="6063"/>
                      <a:pt x="1818" y="4737"/>
                    </a:cubicBezTo>
                    <a:cubicBezTo>
                      <a:pt x="2004" y="4358"/>
                      <a:pt x="2377" y="4168"/>
                      <a:pt x="2563" y="3789"/>
                    </a:cubicBezTo>
                    <a:cubicBezTo>
                      <a:pt x="2749" y="3600"/>
                      <a:pt x="2749" y="3600"/>
                      <a:pt x="2749" y="3600"/>
                    </a:cubicBezTo>
                    <a:cubicBezTo>
                      <a:pt x="2749" y="3600"/>
                      <a:pt x="2936" y="3411"/>
                      <a:pt x="2936" y="3411"/>
                    </a:cubicBezTo>
                    <a:cubicBezTo>
                      <a:pt x="3122" y="3221"/>
                      <a:pt x="3122" y="3221"/>
                      <a:pt x="3308" y="3032"/>
                    </a:cubicBezTo>
                    <a:cubicBezTo>
                      <a:pt x="3494" y="2842"/>
                      <a:pt x="3680" y="2653"/>
                      <a:pt x="4053" y="2463"/>
                    </a:cubicBezTo>
                    <a:cubicBezTo>
                      <a:pt x="4239" y="2274"/>
                      <a:pt x="4611" y="1895"/>
                      <a:pt x="4798" y="1705"/>
                    </a:cubicBezTo>
                    <a:cubicBezTo>
                      <a:pt x="5170" y="1516"/>
                      <a:pt x="5356" y="1516"/>
                      <a:pt x="5729" y="1326"/>
                    </a:cubicBezTo>
                    <a:cubicBezTo>
                      <a:pt x="5915" y="1137"/>
                      <a:pt x="6101" y="1137"/>
                      <a:pt x="6473" y="947"/>
                    </a:cubicBezTo>
                    <a:cubicBezTo>
                      <a:pt x="7032" y="758"/>
                      <a:pt x="7404" y="568"/>
                      <a:pt x="7777" y="379"/>
                    </a:cubicBezTo>
                    <a:cubicBezTo>
                      <a:pt x="8708" y="189"/>
                      <a:pt x="9453" y="0"/>
                      <a:pt x="9825" y="0"/>
                    </a:cubicBezTo>
                    <a:cubicBezTo>
                      <a:pt x="10198" y="0"/>
                      <a:pt x="10384" y="0"/>
                      <a:pt x="10384" y="0"/>
                    </a:cubicBezTo>
                    <a:cubicBezTo>
                      <a:pt x="10570" y="0"/>
                      <a:pt x="10570" y="0"/>
                      <a:pt x="10570" y="0"/>
                    </a:cubicBezTo>
                    <a:cubicBezTo>
                      <a:pt x="10942" y="0"/>
                      <a:pt x="10942" y="189"/>
                      <a:pt x="11129" y="379"/>
                    </a:cubicBezTo>
                    <a:cubicBezTo>
                      <a:pt x="11129" y="568"/>
                      <a:pt x="10942" y="758"/>
                      <a:pt x="10756" y="758"/>
                    </a:cubicBezTo>
                    <a:cubicBezTo>
                      <a:pt x="10570" y="758"/>
                      <a:pt x="10570" y="758"/>
                      <a:pt x="10570" y="758"/>
                    </a:cubicBezTo>
                    <a:cubicBezTo>
                      <a:pt x="10570" y="758"/>
                      <a:pt x="10570" y="758"/>
                      <a:pt x="10570" y="758"/>
                    </a:cubicBezTo>
                    <a:cubicBezTo>
                      <a:pt x="10384" y="758"/>
                      <a:pt x="10198" y="758"/>
                      <a:pt x="10011" y="758"/>
                    </a:cubicBezTo>
                    <a:cubicBezTo>
                      <a:pt x="9453" y="947"/>
                      <a:pt x="8894" y="947"/>
                      <a:pt x="8149" y="1326"/>
                    </a:cubicBezTo>
                    <a:cubicBezTo>
                      <a:pt x="7591" y="1326"/>
                      <a:pt x="7218" y="1516"/>
                      <a:pt x="6846" y="1705"/>
                    </a:cubicBezTo>
                    <a:cubicBezTo>
                      <a:pt x="6473" y="1895"/>
                      <a:pt x="6287" y="1895"/>
                      <a:pt x="6101" y="2084"/>
                    </a:cubicBezTo>
                    <a:cubicBezTo>
                      <a:pt x="5915" y="2274"/>
                      <a:pt x="5542" y="2274"/>
                      <a:pt x="5356" y="2463"/>
                    </a:cubicBezTo>
                    <a:cubicBezTo>
                      <a:pt x="5170" y="2653"/>
                      <a:pt x="4984" y="2842"/>
                      <a:pt x="4611" y="3032"/>
                    </a:cubicBezTo>
                    <a:cubicBezTo>
                      <a:pt x="4425" y="3221"/>
                      <a:pt x="4239" y="3411"/>
                      <a:pt x="3867" y="3789"/>
                    </a:cubicBezTo>
                    <a:cubicBezTo>
                      <a:pt x="3867" y="3789"/>
                      <a:pt x="3680" y="3979"/>
                      <a:pt x="3494" y="4168"/>
                    </a:cubicBezTo>
                    <a:cubicBezTo>
                      <a:pt x="3494" y="4168"/>
                      <a:pt x="3494" y="4168"/>
                      <a:pt x="3494" y="4168"/>
                    </a:cubicBezTo>
                    <a:cubicBezTo>
                      <a:pt x="3308" y="4547"/>
                      <a:pt x="3308" y="4547"/>
                      <a:pt x="3308" y="4547"/>
                    </a:cubicBezTo>
                    <a:cubicBezTo>
                      <a:pt x="3122" y="4737"/>
                      <a:pt x="2749" y="4926"/>
                      <a:pt x="2563" y="5305"/>
                    </a:cubicBezTo>
                    <a:cubicBezTo>
                      <a:pt x="1818" y="6442"/>
                      <a:pt x="1260" y="7958"/>
                      <a:pt x="1073" y="9663"/>
                    </a:cubicBezTo>
                    <a:cubicBezTo>
                      <a:pt x="887" y="11368"/>
                      <a:pt x="1260" y="13074"/>
                      <a:pt x="2004" y="14589"/>
                    </a:cubicBezTo>
                    <a:cubicBezTo>
                      <a:pt x="2377" y="15537"/>
                      <a:pt x="2749" y="16295"/>
                      <a:pt x="3494" y="17053"/>
                    </a:cubicBezTo>
                    <a:cubicBezTo>
                      <a:pt x="3680" y="17432"/>
                      <a:pt x="4053" y="17621"/>
                      <a:pt x="4425" y="18000"/>
                    </a:cubicBezTo>
                    <a:cubicBezTo>
                      <a:pt x="4798" y="18379"/>
                      <a:pt x="4984" y="18568"/>
                      <a:pt x="5542" y="18947"/>
                    </a:cubicBezTo>
                    <a:cubicBezTo>
                      <a:pt x="6287" y="19516"/>
                      <a:pt x="7032" y="19895"/>
                      <a:pt x="7963" y="20084"/>
                    </a:cubicBezTo>
                    <a:cubicBezTo>
                      <a:pt x="8149" y="20084"/>
                      <a:pt x="8336" y="20274"/>
                      <a:pt x="8708" y="20274"/>
                    </a:cubicBezTo>
                    <a:cubicBezTo>
                      <a:pt x="9267" y="20463"/>
                      <a:pt x="9267" y="20463"/>
                      <a:pt x="9267" y="20463"/>
                    </a:cubicBezTo>
                    <a:cubicBezTo>
                      <a:pt x="9825" y="20463"/>
                      <a:pt x="10384" y="20463"/>
                      <a:pt x="10756" y="20463"/>
                    </a:cubicBezTo>
                    <a:cubicBezTo>
                      <a:pt x="11687" y="20463"/>
                      <a:pt x="12618" y="20274"/>
                      <a:pt x="13549" y="20084"/>
                    </a:cubicBezTo>
                    <a:cubicBezTo>
                      <a:pt x="14480" y="19705"/>
                      <a:pt x="15225" y="19326"/>
                      <a:pt x="15970" y="18758"/>
                    </a:cubicBezTo>
                    <a:cubicBezTo>
                      <a:pt x="16715" y="18379"/>
                      <a:pt x="17460" y="17621"/>
                      <a:pt x="18018" y="17053"/>
                    </a:cubicBezTo>
                    <a:cubicBezTo>
                      <a:pt x="18577" y="16295"/>
                      <a:pt x="19136" y="15537"/>
                      <a:pt x="19508" y="14589"/>
                    </a:cubicBezTo>
                    <a:cubicBezTo>
                      <a:pt x="19880" y="13832"/>
                      <a:pt x="20067" y="12884"/>
                      <a:pt x="20253" y="12126"/>
                    </a:cubicBezTo>
                    <a:cubicBezTo>
                      <a:pt x="20253" y="11747"/>
                      <a:pt x="20253" y="11179"/>
                      <a:pt x="20253" y="10800"/>
                    </a:cubicBezTo>
                    <a:cubicBezTo>
                      <a:pt x="20253" y="10421"/>
                      <a:pt x="20253" y="10042"/>
                      <a:pt x="20253" y="9663"/>
                    </a:cubicBezTo>
                    <a:cubicBezTo>
                      <a:pt x="20067" y="7958"/>
                      <a:pt x="19508" y="6442"/>
                      <a:pt x="18763" y="5305"/>
                    </a:cubicBezTo>
                    <a:cubicBezTo>
                      <a:pt x="17832" y="3979"/>
                      <a:pt x="16901" y="3221"/>
                      <a:pt x="15970" y="2463"/>
                    </a:cubicBezTo>
                    <a:cubicBezTo>
                      <a:pt x="15039" y="1705"/>
                      <a:pt x="14108" y="1516"/>
                      <a:pt x="13177" y="1137"/>
                    </a:cubicBezTo>
                    <a:cubicBezTo>
                      <a:pt x="12804" y="1137"/>
                      <a:pt x="12432" y="947"/>
                      <a:pt x="12246" y="947"/>
                    </a:cubicBezTo>
                    <a:cubicBezTo>
                      <a:pt x="11873" y="947"/>
                      <a:pt x="11501" y="758"/>
                      <a:pt x="11315" y="758"/>
                    </a:cubicBezTo>
                    <a:cubicBezTo>
                      <a:pt x="10942" y="758"/>
                      <a:pt x="10570" y="758"/>
                      <a:pt x="10570" y="758"/>
                    </a:cubicBezTo>
                    <a:cubicBezTo>
                      <a:pt x="10384" y="758"/>
                      <a:pt x="10198" y="568"/>
                      <a:pt x="10198" y="379"/>
                    </a:cubicBezTo>
                    <a:cubicBezTo>
                      <a:pt x="10198" y="189"/>
                      <a:pt x="10384" y="0"/>
                      <a:pt x="10756" y="0"/>
                    </a:cubicBezTo>
                    <a:close/>
                  </a:path>
                </a:pathLst>
              </a:custGeom>
              <a:noFill/>
              <a:ln cap="flat"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6" name="Google Shape;576;p25"/>
              <p:cNvSpPr/>
              <p:nvPr/>
            </p:nvSpPr>
            <p:spPr>
              <a:xfrm>
                <a:off x="2369242" y="2833105"/>
                <a:ext cx="290217" cy="435047"/>
              </a:xfrm>
              <a:custGeom>
                <a:rect b="b" l="l" r="r" t="t"/>
                <a:pathLst>
                  <a:path extrusionOk="0" h="21600" w="21600">
                    <a:moveTo>
                      <a:pt x="6923" y="0"/>
                    </a:moveTo>
                    <a:cubicBezTo>
                      <a:pt x="6923" y="0"/>
                      <a:pt x="6923" y="0"/>
                      <a:pt x="7477" y="0"/>
                    </a:cubicBezTo>
                    <a:cubicBezTo>
                      <a:pt x="7754" y="0"/>
                      <a:pt x="8308" y="0"/>
                      <a:pt x="9138" y="191"/>
                    </a:cubicBezTo>
                    <a:cubicBezTo>
                      <a:pt x="10523" y="382"/>
                      <a:pt x="12462" y="956"/>
                      <a:pt x="14677" y="1912"/>
                    </a:cubicBezTo>
                    <a:cubicBezTo>
                      <a:pt x="15508" y="2294"/>
                      <a:pt x="16615" y="2867"/>
                      <a:pt x="17723" y="3632"/>
                    </a:cubicBezTo>
                    <a:cubicBezTo>
                      <a:pt x="18554" y="4396"/>
                      <a:pt x="19385" y="5352"/>
                      <a:pt x="20215" y="6308"/>
                    </a:cubicBezTo>
                    <a:cubicBezTo>
                      <a:pt x="20769" y="7264"/>
                      <a:pt x="21323" y="8411"/>
                      <a:pt x="21323" y="9558"/>
                    </a:cubicBezTo>
                    <a:cubicBezTo>
                      <a:pt x="21323" y="9749"/>
                      <a:pt x="21600" y="10131"/>
                      <a:pt x="21600" y="10322"/>
                    </a:cubicBezTo>
                    <a:cubicBezTo>
                      <a:pt x="21600" y="10513"/>
                      <a:pt x="21600" y="10704"/>
                      <a:pt x="21600" y="10896"/>
                    </a:cubicBezTo>
                    <a:cubicBezTo>
                      <a:pt x="21600" y="11278"/>
                      <a:pt x="21600" y="11278"/>
                      <a:pt x="21600" y="11278"/>
                    </a:cubicBezTo>
                    <a:cubicBezTo>
                      <a:pt x="21323" y="11851"/>
                      <a:pt x="21323" y="12425"/>
                      <a:pt x="21046" y="12998"/>
                    </a:cubicBezTo>
                    <a:cubicBezTo>
                      <a:pt x="20492" y="15292"/>
                      <a:pt x="18554" y="17395"/>
                      <a:pt x="16062" y="18733"/>
                    </a:cubicBezTo>
                    <a:cubicBezTo>
                      <a:pt x="13846" y="20071"/>
                      <a:pt x="11077" y="21027"/>
                      <a:pt x="8585" y="21409"/>
                    </a:cubicBezTo>
                    <a:cubicBezTo>
                      <a:pt x="7477" y="21600"/>
                      <a:pt x="6369" y="21600"/>
                      <a:pt x="5262" y="21600"/>
                    </a:cubicBezTo>
                    <a:cubicBezTo>
                      <a:pt x="4708" y="21600"/>
                      <a:pt x="4154" y="21600"/>
                      <a:pt x="3877" y="21600"/>
                    </a:cubicBezTo>
                    <a:cubicBezTo>
                      <a:pt x="3323" y="21409"/>
                      <a:pt x="3046" y="21409"/>
                      <a:pt x="2492" y="21409"/>
                    </a:cubicBezTo>
                    <a:cubicBezTo>
                      <a:pt x="1108" y="21218"/>
                      <a:pt x="554" y="21218"/>
                      <a:pt x="554" y="21218"/>
                    </a:cubicBezTo>
                    <a:cubicBezTo>
                      <a:pt x="0" y="21027"/>
                      <a:pt x="0" y="20835"/>
                      <a:pt x="0" y="20644"/>
                    </a:cubicBezTo>
                    <a:cubicBezTo>
                      <a:pt x="0" y="20453"/>
                      <a:pt x="277" y="20262"/>
                      <a:pt x="554" y="20262"/>
                    </a:cubicBezTo>
                    <a:cubicBezTo>
                      <a:pt x="554" y="20262"/>
                      <a:pt x="1385" y="20453"/>
                      <a:pt x="2769" y="20644"/>
                    </a:cubicBezTo>
                    <a:cubicBezTo>
                      <a:pt x="3046" y="20644"/>
                      <a:pt x="3600" y="20644"/>
                      <a:pt x="3877" y="20644"/>
                    </a:cubicBezTo>
                    <a:cubicBezTo>
                      <a:pt x="4431" y="20644"/>
                      <a:pt x="4708" y="20644"/>
                      <a:pt x="5262" y="20644"/>
                    </a:cubicBezTo>
                    <a:cubicBezTo>
                      <a:pt x="6092" y="20644"/>
                      <a:pt x="7200" y="20644"/>
                      <a:pt x="8308" y="20453"/>
                    </a:cubicBezTo>
                    <a:cubicBezTo>
                      <a:pt x="10523" y="20071"/>
                      <a:pt x="13015" y="19306"/>
                      <a:pt x="15231" y="17968"/>
                    </a:cubicBezTo>
                    <a:cubicBezTo>
                      <a:pt x="17169" y="16630"/>
                      <a:pt x="18831" y="14719"/>
                      <a:pt x="19662" y="12807"/>
                    </a:cubicBezTo>
                    <a:cubicBezTo>
                      <a:pt x="19662" y="12234"/>
                      <a:pt x="19662" y="11660"/>
                      <a:pt x="19938" y="11278"/>
                    </a:cubicBezTo>
                    <a:cubicBezTo>
                      <a:pt x="19938" y="10704"/>
                      <a:pt x="19938" y="10704"/>
                      <a:pt x="19938" y="10704"/>
                    </a:cubicBezTo>
                    <a:cubicBezTo>
                      <a:pt x="19938" y="10704"/>
                      <a:pt x="19938" y="10513"/>
                      <a:pt x="19938" y="10322"/>
                    </a:cubicBezTo>
                    <a:cubicBezTo>
                      <a:pt x="19938" y="10131"/>
                      <a:pt x="19662" y="9940"/>
                      <a:pt x="19662" y="9558"/>
                    </a:cubicBezTo>
                    <a:cubicBezTo>
                      <a:pt x="19662" y="8602"/>
                      <a:pt x="19108" y="7646"/>
                      <a:pt x="18554" y="6690"/>
                    </a:cubicBezTo>
                    <a:cubicBezTo>
                      <a:pt x="17446" y="4970"/>
                      <a:pt x="15508" y="3632"/>
                      <a:pt x="13846" y="2676"/>
                    </a:cubicBezTo>
                    <a:cubicBezTo>
                      <a:pt x="11908" y="1720"/>
                      <a:pt x="9969" y="1338"/>
                      <a:pt x="8862" y="956"/>
                    </a:cubicBezTo>
                    <a:cubicBezTo>
                      <a:pt x="8031" y="956"/>
                      <a:pt x="7754" y="765"/>
                      <a:pt x="7200" y="765"/>
                    </a:cubicBezTo>
                    <a:cubicBezTo>
                      <a:pt x="6923" y="765"/>
                      <a:pt x="6646" y="765"/>
                      <a:pt x="6646" y="765"/>
                    </a:cubicBezTo>
                    <a:cubicBezTo>
                      <a:pt x="6369" y="765"/>
                      <a:pt x="6092" y="573"/>
                      <a:pt x="6092" y="191"/>
                    </a:cubicBezTo>
                    <a:cubicBezTo>
                      <a:pt x="6369" y="0"/>
                      <a:pt x="6646" y="0"/>
                      <a:pt x="6923" y="0"/>
                    </a:cubicBezTo>
                    <a:close/>
                  </a:path>
                </a:pathLst>
              </a:custGeom>
              <a:noFill/>
              <a:ln cap="flat"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7" name="Google Shape;577;p25"/>
              <p:cNvSpPr/>
              <p:nvPr/>
            </p:nvSpPr>
            <p:spPr>
              <a:xfrm>
                <a:off x="2898307" y="749396"/>
                <a:ext cx="346719" cy="355178"/>
              </a:xfrm>
              <a:custGeom>
                <a:rect b="b" l="l" r="r" t="t"/>
                <a:pathLst>
                  <a:path extrusionOk="0" h="20957" w="21520">
                    <a:moveTo>
                      <a:pt x="13935" y="64"/>
                    </a:moveTo>
                    <a:cubicBezTo>
                      <a:pt x="13935" y="64"/>
                      <a:pt x="13935" y="64"/>
                      <a:pt x="13703" y="64"/>
                    </a:cubicBezTo>
                    <a:cubicBezTo>
                      <a:pt x="10452" y="-391"/>
                      <a:pt x="7200" y="1655"/>
                      <a:pt x="6039" y="4611"/>
                    </a:cubicBezTo>
                    <a:cubicBezTo>
                      <a:pt x="5574" y="5975"/>
                      <a:pt x="5574" y="7340"/>
                      <a:pt x="5110" y="8704"/>
                    </a:cubicBezTo>
                    <a:cubicBezTo>
                      <a:pt x="4645" y="10068"/>
                      <a:pt x="3716" y="11205"/>
                      <a:pt x="2555" y="12114"/>
                    </a:cubicBezTo>
                    <a:cubicBezTo>
                      <a:pt x="1858" y="12569"/>
                      <a:pt x="1394" y="12796"/>
                      <a:pt x="697" y="13251"/>
                    </a:cubicBezTo>
                    <a:cubicBezTo>
                      <a:pt x="232" y="13706"/>
                      <a:pt x="0" y="14388"/>
                      <a:pt x="0" y="15070"/>
                    </a:cubicBezTo>
                    <a:cubicBezTo>
                      <a:pt x="232" y="16434"/>
                      <a:pt x="2323" y="16434"/>
                      <a:pt x="3484" y="16662"/>
                    </a:cubicBezTo>
                    <a:cubicBezTo>
                      <a:pt x="5110" y="17116"/>
                      <a:pt x="13239" y="19163"/>
                      <a:pt x="15561" y="19845"/>
                    </a:cubicBezTo>
                    <a:cubicBezTo>
                      <a:pt x="16723" y="20072"/>
                      <a:pt x="17884" y="20300"/>
                      <a:pt x="18813" y="20527"/>
                    </a:cubicBezTo>
                    <a:cubicBezTo>
                      <a:pt x="19510" y="20982"/>
                      <a:pt x="20439" y="21209"/>
                      <a:pt x="21135" y="20527"/>
                    </a:cubicBezTo>
                    <a:cubicBezTo>
                      <a:pt x="21600" y="20072"/>
                      <a:pt x="21600" y="19163"/>
                      <a:pt x="21368" y="18481"/>
                    </a:cubicBezTo>
                    <a:cubicBezTo>
                      <a:pt x="21135" y="17798"/>
                      <a:pt x="20671" y="17344"/>
                      <a:pt x="20439" y="16662"/>
                    </a:cubicBezTo>
                    <a:cubicBezTo>
                      <a:pt x="19742" y="15297"/>
                      <a:pt x="19510" y="13933"/>
                      <a:pt x="19742" y="12342"/>
                    </a:cubicBezTo>
                    <a:cubicBezTo>
                      <a:pt x="19974" y="11205"/>
                      <a:pt x="20671" y="9841"/>
                      <a:pt x="20903" y="8476"/>
                    </a:cubicBezTo>
                    <a:cubicBezTo>
                      <a:pt x="21600" y="5293"/>
                      <a:pt x="19510" y="1883"/>
                      <a:pt x="16490" y="746"/>
                    </a:cubicBezTo>
                    <a:lnTo>
                      <a:pt x="13935" y="64"/>
                    </a:ln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8" name="Google Shape;578;p25"/>
              <p:cNvSpPr/>
              <p:nvPr/>
            </p:nvSpPr>
            <p:spPr>
              <a:xfrm>
                <a:off x="3008143" y="1046497"/>
                <a:ext cx="114891" cy="76226"/>
              </a:xfrm>
              <a:custGeom>
                <a:rect b="b" l="l" r="r" t="t"/>
                <a:pathLst>
                  <a:path extrusionOk="0" h="20350" w="20780">
                    <a:moveTo>
                      <a:pt x="530" y="0"/>
                    </a:moveTo>
                    <a:cubicBezTo>
                      <a:pt x="-820" y="5143"/>
                      <a:pt x="530" y="11314"/>
                      <a:pt x="3230" y="15429"/>
                    </a:cubicBezTo>
                    <a:cubicBezTo>
                      <a:pt x="5930" y="19543"/>
                      <a:pt x="9980" y="21600"/>
                      <a:pt x="13355" y="19543"/>
                    </a:cubicBezTo>
                    <a:cubicBezTo>
                      <a:pt x="16730" y="18514"/>
                      <a:pt x="20105" y="13371"/>
                      <a:pt x="20780" y="8229"/>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79" name="Google Shape;579;p25"/>
              <p:cNvSpPr/>
              <p:nvPr/>
            </p:nvSpPr>
            <p:spPr>
              <a:xfrm>
                <a:off x="3130737" y="633584"/>
                <a:ext cx="59072" cy="123768"/>
              </a:xfrm>
              <a:custGeom>
                <a:rect b="b" l="l" r="r" t="t"/>
                <a:pathLst>
                  <a:path extrusionOk="0" h="21217" w="21600">
                    <a:moveTo>
                      <a:pt x="0" y="19908"/>
                    </a:moveTo>
                    <a:cubicBezTo>
                      <a:pt x="1350" y="14017"/>
                      <a:pt x="4050" y="9435"/>
                      <a:pt x="8100" y="4199"/>
                    </a:cubicBezTo>
                    <a:cubicBezTo>
                      <a:pt x="8100" y="2890"/>
                      <a:pt x="9450" y="1581"/>
                      <a:pt x="10800" y="926"/>
                    </a:cubicBezTo>
                    <a:cubicBezTo>
                      <a:pt x="12150" y="272"/>
                      <a:pt x="14850" y="-383"/>
                      <a:pt x="17550" y="272"/>
                    </a:cubicBezTo>
                    <a:cubicBezTo>
                      <a:pt x="18900" y="272"/>
                      <a:pt x="20250" y="1581"/>
                      <a:pt x="20250" y="2235"/>
                    </a:cubicBezTo>
                    <a:cubicBezTo>
                      <a:pt x="20250" y="3544"/>
                      <a:pt x="21600" y="4853"/>
                      <a:pt x="21600" y="5508"/>
                    </a:cubicBezTo>
                    <a:cubicBezTo>
                      <a:pt x="21600" y="11399"/>
                      <a:pt x="17550" y="17290"/>
                      <a:pt x="10800" y="21217"/>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0" name="Google Shape;580;p25"/>
              <p:cNvSpPr/>
              <p:nvPr/>
            </p:nvSpPr>
            <p:spPr>
              <a:xfrm>
                <a:off x="2906013" y="1096899"/>
                <a:ext cx="52650" cy="46424"/>
              </a:xfrm>
              <a:custGeom>
                <a:rect b="b" l="l" r="r" t="t"/>
                <a:pathLst>
                  <a:path extrusionOk="0" h="21600" w="21600">
                    <a:moveTo>
                      <a:pt x="21600" y="0"/>
                    </a:moveTo>
                    <a:cubicBezTo>
                      <a:pt x="13886" y="7200"/>
                      <a:pt x="7714" y="14400"/>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1" name="Google Shape;581;p25"/>
              <p:cNvSpPr/>
              <p:nvPr/>
            </p:nvSpPr>
            <p:spPr>
              <a:xfrm>
                <a:off x="3144863" y="811732"/>
                <a:ext cx="33389" cy="218850"/>
              </a:xfrm>
              <a:custGeom>
                <a:rect b="b" l="l" r="r" t="t"/>
                <a:pathLst>
                  <a:path extrusionOk="0" h="21600" w="21600">
                    <a:moveTo>
                      <a:pt x="0" y="0"/>
                    </a:moveTo>
                    <a:cubicBezTo>
                      <a:pt x="14400" y="1137"/>
                      <a:pt x="21600" y="4168"/>
                      <a:pt x="21600" y="6442"/>
                    </a:cubicBezTo>
                    <a:cubicBezTo>
                      <a:pt x="19200" y="9095"/>
                      <a:pt x="14400" y="11368"/>
                      <a:pt x="9600" y="14021"/>
                    </a:cubicBezTo>
                    <a:cubicBezTo>
                      <a:pt x="4800" y="16295"/>
                      <a:pt x="2400" y="19326"/>
                      <a:pt x="120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2" name="Google Shape;582;p25"/>
              <p:cNvSpPr/>
              <p:nvPr/>
            </p:nvSpPr>
            <p:spPr>
              <a:xfrm>
                <a:off x="3029291" y="1165870"/>
                <a:ext cx="19263" cy="88866"/>
              </a:xfrm>
              <a:custGeom>
                <a:rect b="b" l="l" r="r" t="t"/>
                <a:pathLst>
                  <a:path extrusionOk="0" h="21600" w="21600">
                    <a:moveTo>
                      <a:pt x="21600" y="0"/>
                    </a:moveTo>
                    <a:cubicBezTo>
                      <a:pt x="12960" y="6574"/>
                      <a:pt x="4320" y="14087"/>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3" name="Google Shape;583;p25"/>
              <p:cNvSpPr/>
              <p:nvPr/>
            </p:nvSpPr>
            <p:spPr>
              <a:xfrm>
                <a:off x="3133306" y="1149953"/>
                <a:ext cx="60355" cy="62340"/>
              </a:xfrm>
              <a:custGeom>
                <a:rect b="b" l="l" r="r" t="t"/>
                <a:pathLst>
                  <a:path extrusionOk="0" h="21600" w="21600">
                    <a:moveTo>
                      <a:pt x="0" y="0"/>
                    </a:moveTo>
                    <a:cubicBezTo>
                      <a:pt x="6750" y="6750"/>
                      <a:pt x="13500" y="14850"/>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4" name="Google Shape;584;p25"/>
              <p:cNvSpPr/>
              <p:nvPr/>
            </p:nvSpPr>
            <p:spPr>
              <a:xfrm>
                <a:off x="2855833" y="1397238"/>
                <a:ext cx="288727" cy="423161"/>
              </a:xfrm>
              <a:custGeom>
                <a:rect b="b" l="l" r="r" t="t"/>
                <a:pathLst>
                  <a:path extrusionOk="0" h="21010" w="20666">
                    <a:moveTo>
                      <a:pt x="1239" y="10854"/>
                    </a:moveTo>
                    <a:cubicBezTo>
                      <a:pt x="439" y="9325"/>
                      <a:pt x="-361" y="7604"/>
                      <a:pt x="172" y="5884"/>
                    </a:cubicBezTo>
                    <a:cubicBezTo>
                      <a:pt x="439" y="3590"/>
                      <a:pt x="2839" y="1679"/>
                      <a:pt x="5506" y="723"/>
                    </a:cubicBezTo>
                    <a:cubicBezTo>
                      <a:pt x="8972" y="-424"/>
                      <a:pt x="13506" y="-233"/>
                      <a:pt x="16706" y="1488"/>
                    </a:cubicBezTo>
                    <a:cubicBezTo>
                      <a:pt x="19906" y="3399"/>
                      <a:pt x="21239" y="6457"/>
                      <a:pt x="20439" y="9134"/>
                    </a:cubicBezTo>
                    <a:cubicBezTo>
                      <a:pt x="19906" y="10854"/>
                      <a:pt x="18572" y="12574"/>
                      <a:pt x="17239" y="14103"/>
                    </a:cubicBezTo>
                    <a:cubicBezTo>
                      <a:pt x="15906" y="15633"/>
                      <a:pt x="14306" y="17162"/>
                      <a:pt x="12706" y="18691"/>
                    </a:cubicBezTo>
                    <a:cubicBezTo>
                      <a:pt x="12172" y="19264"/>
                      <a:pt x="11372" y="20794"/>
                      <a:pt x="10572" y="20985"/>
                    </a:cubicBezTo>
                    <a:cubicBezTo>
                      <a:pt x="9506" y="21176"/>
                      <a:pt x="8706" y="20220"/>
                      <a:pt x="8172" y="19838"/>
                    </a:cubicBezTo>
                    <a:cubicBezTo>
                      <a:pt x="5239" y="17162"/>
                      <a:pt x="3106" y="14103"/>
                      <a:pt x="1239" y="10854"/>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5" name="Google Shape;585;p25"/>
              <p:cNvSpPr/>
              <p:nvPr/>
            </p:nvSpPr>
            <p:spPr>
              <a:xfrm>
                <a:off x="2926464" y="1471831"/>
                <a:ext cx="141080" cy="136188"/>
              </a:xfrm>
              <a:custGeom>
                <a:rect b="b" l="l" r="r" t="t"/>
                <a:pathLst>
                  <a:path extrusionOk="0" h="18637" w="15926">
                    <a:moveTo>
                      <a:pt x="4456" y="17719"/>
                    </a:moveTo>
                    <a:cubicBezTo>
                      <a:pt x="7421" y="19299"/>
                      <a:pt x="10809" y="18772"/>
                      <a:pt x="13350" y="16665"/>
                    </a:cubicBezTo>
                    <a:cubicBezTo>
                      <a:pt x="18856" y="11397"/>
                      <a:pt x="15044" y="-2301"/>
                      <a:pt x="6574" y="333"/>
                    </a:cubicBezTo>
                    <a:cubicBezTo>
                      <a:pt x="-626" y="2440"/>
                      <a:pt x="-2744" y="14031"/>
                      <a:pt x="4456" y="17719"/>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6" name="Google Shape;586;p25"/>
              <p:cNvSpPr/>
              <p:nvPr/>
            </p:nvSpPr>
            <p:spPr>
              <a:xfrm>
                <a:off x="2915523" y="1797217"/>
                <a:ext cx="152591" cy="64992"/>
              </a:xfrm>
              <a:custGeom>
                <a:rect b="b" l="l" r="r" t="t"/>
                <a:pathLst>
                  <a:path extrusionOk="0" h="21600" w="20533">
                    <a:moveTo>
                      <a:pt x="7275" y="0"/>
                    </a:moveTo>
                    <a:cubicBezTo>
                      <a:pt x="5266" y="1271"/>
                      <a:pt x="3257" y="2541"/>
                      <a:pt x="1750" y="5082"/>
                    </a:cubicBezTo>
                    <a:cubicBezTo>
                      <a:pt x="243" y="7624"/>
                      <a:pt x="-762" y="13976"/>
                      <a:pt x="745" y="17788"/>
                    </a:cubicBezTo>
                    <a:cubicBezTo>
                      <a:pt x="1750" y="21600"/>
                      <a:pt x="3759" y="21600"/>
                      <a:pt x="5266" y="21600"/>
                    </a:cubicBezTo>
                    <a:cubicBezTo>
                      <a:pt x="9285" y="21600"/>
                      <a:pt x="12801" y="20329"/>
                      <a:pt x="16317" y="17788"/>
                    </a:cubicBezTo>
                    <a:cubicBezTo>
                      <a:pt x="17322" y="16518"/>
                      <a:pt x="18326" y="16518"/>
                      <a:pt x="19331" y="13976"/>
                    </a:cubicBezTo>
                    <a:cubicBezTo>
                      <a:pt x="20336" y="12706"/>
                      <a:pt x="20838" y="10165"/>
                      <a:pt x="20336" y="6353"/>
                    </a:cubicBezTo>
                    <a:cubicBezTo>
                      <a:pt x="20336" y="3812"/>
                      <a:pt x="19331" y="2541"/>
                      <a:pt x="18326" y="1271"/>
                    </a:cubicBezTo>
                    <a:cubicBezTo>
                      <a:pt x="16819" y="1271"/>
                      <a:pt x="15815" y="1271"/>
                      <a:pt x="14810" y="1271"/>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7" name="Google Shape;587;p25"/>
              <p:cNvSpPr/>
              <p:nvPr/>
            </p:nvSpPr>
            <p:spPr>
              <a:xfrm>
                <a:off x="2816724" y="3106335"/>
                <a:ext cx="37923" cy="157837"/>
              </a:xfrm>
              <a:custGeom>
                <a:rect b="b" l="l" r="r" t="t"/>
                <a:pathLst>
                  <a:path extrusionOk="0" h="21600" w="18225">
                    <a:moveTo>
                      <a:pt x="18225" y="21600"/>
                    </a:moveTo>
                    <a:cubicBezTo>
                      <a:pt x="2025" y="16332"/>
                      <a:pt x="-3375" y="7376"/>
                      <a:pt x="2025"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8" name="Google Shape;588;p25"/>
              <p:cNvSpPr/>
              <p:nvPr/>
            </p:nvSpPr>
            <p:spPr>
              <a:xfrm>
                <a:off x="2819975" y="3106335"/>
                <a:ext cx="242704" cy="127331"/>
              </a:xfrm>
              <a:custGeom>
                <a:rect b="b" l="l" r="r" t="t"/>
                <a:pathLst>
                  <a:path extrusionOk="0" h="21600" w="21600">
                    <a:moveTo>
                      <a:pt x="0" y="0"/>
                    </a:moveTo>
                    <a:cubicBezTo>
                      <a:pt x="4985" y="13091"/>
                      <a:pt x="13292" y="21600"/>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89" name="Google Shape;589;p25"/>
              <p:cNvSpPr/>
              <p:nvPr/>
            </p:nvSpPr>
            <p:spPr>
              <a:xfrm>
                <a:off x="3058844" y="3087034"/>
                <a:ext cx="172057" cy="142653"/>
              </a:xfrm>
              <a:custGeom>
                <a:rect b="b" l="l" r="r" t="t"/>
                <a:pathLst>
                  <a:path extrusionOk="0" h="21119" w="21125">
                    <a:moveTo>
                      <a:pt x="444" y="21119"/>
                    </a:moveTo>
                    <a:cubicBezTo>
                      <a:pt x="-475" y="16572"/>
                      <a:pt x="-15" y="11456"/>
                      <a:pt x="2282" y="7477"/>
                    </a:cubicBezTo>
                    <a:cubicBezTo>
                      <a:pt x="4580" y="2930"/>
                      <a:pt x="8257" y="87"/>
                      <a:pt x="12393" y="87"/>
                    </a:cubicBezTo>
                    <a:cubicBezTo>
                      <a:pt x="15610" y="-481"/>
                      <a:pt x="18827" y="1793"/>
                      <a:pt x="21125" y="4635"/>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90" name="Google Shape;590;p25"/>
              <p:cNvSpPr/>
              <p:nvPr/>
            </p:nvSpPr>
            <p:spPr>
              <a:xfrm>
                <a:off x="3234753" y="3090419"/>
                <a:ext cx="111721" cy="151205"/>
              </a:xfrm>
              <a:custGeom>
                <a:rect b="b" l="l" r="r" t="t"/>
                <a:pathLst>
                  <a:path extrusionOk="0" h="21600" w="21600">
                    <a:moveTo>
                      <a:pt x="0" y="4431"/>
                    </a:moveTo>
                    <a:cubicBezTo>
                      <a:pt x="5040" y="2769"/>
                      <a:pt x="11520" y="1108"/>
                      <a:pt x="15840" y="0"/>
                    </a:cubicBezTo>
                    <a:cubicBezTo>
                      <a:pt x="3600" y="12738"/>
                      <a:pt x="3600" y="12738"/>
                      <a:pt x="3600" y="12738"/>
                    </a:cubicBezTo>
                    <a:cubicBezTo>
                      <a:pt x="21600" y="9415"/>
                      <a:pt x="21600" y="9415"/>
                      <a:pt x="21600" y="9415"/>
                    </a:cubicBezTo>
                    <a:cubicBezTo>
                      <a:pt x="16560" y="13846"/>
                      <a:pt x="12240" y="17723"/>
                      <a:pt x="72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91" name="Google Shape;591;p25"/>
              <p:cNvSpPr/>
              <p:nvPr/>
            </p:nvSpPr>
            <p:spPr>
              <a:xfrm>
                <a:off x="2776314" y="3241623"/>
                <a:ext cx="495932" cy="295248"/>
              </a:xfrm>
              <a:custGeom>
                <a:rect b="b" l="l" r="r" t="t"/>
                <a:pathLst>
                  <a:path extrusionOk="0" h="20460" w="21444">
                    <a:moveTo>
                      <a:pt x="0" y="17867"/>
                    </a:moveTo>
                    <a:cubicBezTo>
                      <a:pt x="4352" y="20800"/>
                      <a:pt x="9510" y="21600"/>
                      <a:pt x="13863" y="18400"/>
                    </a:cubicBezTo>
                    <a:cubicBezTo>
                      <a:pt x="18215" y="15200"/>
                      <a:pt x="21600" y="8000"/>
                      <a:pt x="21439"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92" name="Google Shape;592;p25"/>
              <p:cNvSpPr/>
              <p:nvPr/>
            </p:nvSpPr>
            <p:spPr>
              <a:xfrm>
                <a:off x="2772461" y="3441903"/>
                <a:ext cx="186202" cy="53055"/>
              </a:xfrm>
              <a:custGeom>
                <a:rect b="b" l="l" r="r" t="t"/>
                <a:pathLst>
                  <a:path extrusionOk="0" h="21600" w="21600">
                    <a:moveTo>
                      <a:pt x="0" y="21600"/>
                    </a:moveTo>
                    <a:cubicBezTo>
                      <a:pt x="7344" y="20057"/>
                      <a:pt x="14688" y="12343"/>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93" name="Google Shape;593;p25"/>
              <p:cNvSpPr/>
              <p:nvPr/>
            </p:nvSpPr>
            <p:spPr>
              <a:xfrm>
                <a:off x="2831532" y="3371607"/>
                <a:ext cx="127131" cy="70298"/>
              </a:xfrm>
              <a:custGeom>
                <a:rect b="b" l="l" r="r" t="t"/>
                <a:pathLst>
                  <a:path extrusionOk="0" h="21600" w="21600">
                    <a:moveTo>
                      <a:pt x="0" y="0"/>
                    </a:moveTo>
                    <a:cubicBezTo>
                      <a:pt x="5082" y="12000"/>
                      <a:pt x="13976" y="19200"/>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94" name="Google Shape;594;p25"/>
              <p:cNvSpPr/>
              <p:nvPr/>
            </p:nvSpPr>
            <p:spPr>
              <a:xfrm>
                <a:off x="2831532" y="3361277"/>
                <a:ext cx="64208" cy="12701"/>
              </a:xfrm>
              <a:custGeom>
                <a:rect b="b" l="l" r="r" t="t"/>
                <a:pathLst>
                  <a:path extrusionOk="0" h="21600" w="21600">
                    <a:moveTo>
                      <a:pt x="0" y="21600"/>
                    </a:moveTo>
                    <a:cubicBezTo>
                      <a:pt x="6353" y="21600"/>
                      <a:pt x="15247" y="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595" name="Google Shape;595;p25"/>
              <p:cNvSpPr/>
              <p:nvPr/>
            </p:nvSpPr>
            <p:spPr>
              <a:xfrm>
                <a:off x="2805850" y="3264172"/>
                <a:ext cx="96311" cy="96825"/>
              </a:xfrm>
              <a:custGeom>
                <a:rect b="b" l="l" r="r" t="t"/>
                <a:pathLst>
                  <a:path extrusionOk="0" h="21600" w="21600">
                    <a:moveTo>
                      <a:pt x="21600" y="21600"/>
                    </a:moveTo>
                    <a:cubicBezTo>
                      <a:pt x="10800" y="19872"/>
                      <a:pt x="2492" y="10368"/>
                      <a:pt x="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596" name="Google Shape;596;p25"/>
              <p:cNvCxnSpPr/>
              <p:nvPr/>
            </p:nvCxnSpPr>
            <p:spPr>
              <a:xfrm>
                <a:off x="2805850" y="3264172"/>
                <a:ext cx="41094" cy="1"/>
              </a:xfrm>
              <a:prstGeom prst="straightConnector1">
                <a:avLst/>
              </a:prstGeom>
              <a:noFill/>
              <a:ln cap="rnd" cmpd="sng" w="9525">
                <a:solidFill>
                  <a:srgbClr val="FE9D98"/>
                </a:solidFill>
                <a:prstDash val="solid"/>
                <a:round/>
                <a:headEnd len="sm" w="sm" type="none"/>
                <a:tailEnd len="sm" w="sm" type="none"/>
              </a:ln>
            </p:spPr>
          </p:cxnSp>
          <p:sp>
            <p:nvSpPr>
              <p:cNvPr id="597" name="Google Shape;597;p25"/>
              <p:cNvSpPr/>
              <p:nvPr/>
            </p:nvSpPr>
            <p:spPr>
              <a:xfrm>
                <a:off x="3021585" y="3276109"/>
                <a:ext cx="110428" cy="153859"/>
              </a:xfrm>
              <a:custGeom>
                <a:rect b="b" l="l" r="r" t="t"/>
                <a:pathLst>
                  <a:path extrusionOk="0" h="21600" w="19973">
                    <a:moveTo>
                      <a:pt x="0" y="21600"/>
                    </a:moveTo>
                    <a:cubicBezTo>
                      <a:pt x="5400" y="20520"/>
                      <a:pt x="10800" y="18360"/>
                      <a:pt x="14175" y="15120"/>
                    </a:cubicBezTo>
                    <a:cubicBezTo>
                      <a:pt x="18900" y="11340"/>
                      <a:pt x="21600" y="4860"/>
                      <a:pt x="189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598" name="Google Shape;598;p25"/>
              <p:cNvCxnSpPr/>
              <p:nvPr/>
            </p:nvCxnSpPr>
            <p:spPr>
              <a:xfrm flipH="1" rot="10800000">
                <a:off x="3328495" y="2964414"/>
                <a:ext cx="10274" cy="68972"/>
              </a:xfrm>
              <a:prstGeom prst="straightConnector1">
                <a:avLst/>
              </a:prstGeom>
              <a:noFill/>
              <a:ln cap="rnd" cmpd="sng" w="9525">
                <a:solidFill>
                  <a:srgbClr val="FE9D98"/>
                </a:solidFill>
                <a:prstDash val="solid"/>
                <a:round/>
                <a:headEnd len="sm" w="sm" type="none"/>
                <a:tailEnd len="sm" w="sm" type="none"/>
              </a:ln>
            </p:spPr>
          </p:cxnSp>
          <p:sp>
            <p:nvSpPr>
              <p:cNvPr id="599" name="Google Shape;599;p25"/>
              <p:cNvSpPr/>
              <p:nvPr/>
            </p:nvSpPr>
            <p:spPr>
              <a:xfrm>
                <a:off x="3369588" y="3047975"/>
                <a:ext cx="66776" cy="54382"/>
              </a:xfrm>
              <a:custGeom>
                <a:rect b="b" l="l" r="r" t="t"/>
                <a:pathLst>
                  <a:path extrusionOk="0" h="21600" w="21600">
                    <a:moveTo>
                      <a:pt x="0" y="21600"/>
                    </a:moveTo>
                    <a:cubicBezTo>
                      <a:pt x="7200" y="13886"/>
                      <a:pt x="14400" y="6171"/>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600" name="Google Shape;600;p25"/>
              <p:cNvCxnSpPr/>
              <p:nvPr/>
            </p:nvCxnSpPr>
            <p:spPr>
              <a:xfrm>
                <a:off x="3387566" y="3160715"/>
                <a:ext cx="101447" cy="22549"/>
              </a:xfrm>
              <a:prstGeom prst="straightConnector1">
                <a:avLst/>
              </a:prstGeom>
              <a:noFill/>
              <a:ln cap="rnd" cmpd="sng" w="9525">
                <a:solidFill>
                  <a:srgbClr val="FE9D98"/>
                </a:solidFill>
                <a:prstDash val="solid"/>
                <a:round/>
                <a:headEnd len="sm" w="sm" type="none"/>
                <a:tailEnd len="sm" w="sm" type="none"/>
              </a:ln>
            </p:spPr>
          </p:cxnSp>
          <p:sp>
            <p:nvSpPr>
              <p:cNvPr id="601" name="Google Shape;601;p25"/>
              <p:cNvSpPr/>
              <p:nvPr/>
            </p:nvSpPr>
            <p:spPr>
              <a:xfrm>
                <a:off x="3230900" y="3118271"/>
                <a:ext cx="37240" cy="119373"/>
              </a:xfrm>
              <a:custGeom>
                <a:rect b="b" l="l" r="r" t="t"/>
                <a:pathLst>
                  <a:path extrusionOk="0" h="21600" w="21600">
                    <a:moveTo>
                      <a:pt x="0" y="0"/>
                    </a:moveTo>
                    <a:cubicBezTo>
                      <a:pt x="0" y="7665"/>
                      <a:pt x="6480" y="15329"/>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02" name="Google Shape;602;p25"/>
              <p:cNvSpPr/>
              <p:nvPr/>
            </p:nvSpPr>
            <p:spPr>
              <a:xfrm>
                <a:off x="3369588" y="3225707"/>
                <a:ext cx="47513" cy="58361"/>
              </a:xfrm>
              <a:custGeom>
                <a:rect b="b" l="l" r="r" t="t"/>
                <a:pathLst>
                  <a:path extrusionOk="0" h="21600" w="21600">
                    <a:moveTo>
                      <a:pt x="0" y="0"/>
                    </a:moveTo>
                    <a:cubicBezTo>
                      <a:pt x="6646" y="7200"/>
                      <a:pt x="14954" y="14400"/>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03" name="Google Shape;603;p25"/>
              <p:cNvSpPr/>
              <p:nvPr/>
            </p:nvSpPr>
            <p:spPr>
              <a:xfrm>
                <a:off x="2843089" y="2602318"/>
                <a:ext cx="283795" cy="291801"/>
              </a:xfrm>
              <a:prstGeom prst="ellipse">
                <a:avLst/>
              </a:pr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04" name="Google Shape;604;p25"/>
              <p:cNvSpPr/>
              <p:nvPr/>
            </p:nvSpPr>
            <p:spPr>
              <a:xfrm>
                <a:off x="2939400" y="2667309"/>
                <a:ext cx="86039" cy="92847"/>
              </a:xfrm>
              <a:prstGeom prst="ellipse">
                <a:avLst/>
              </a:pr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05" name="Google Shape;605;p25"/>
              <p:cNvSpPr/>
              <p:nvPr/>
            </p:nvSpPr>
            <p:spPr>
              <a:xfrm>
                <a:off x="2954810" y="2713732"/>
                <a:ext cx="71395" cy="119373"/>
              </a:xfrm>
              <a:custGeom>
                <a:rect b="b" l="l" r="r" t="t"/>
                <a:pathLst>
                  <a:path extrusionOk="0" h="21600" w="20705">
                    <a:moveTo>
                      <a:pt x="20520" y="0"/>
                    </a:moveTo>
                    <a:cubicBezTo>
                      <a:pt x="21600" y="5574"/>
                      <a:pt x="18360" y="16723"/>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06" name="Google Shape;606;p25"/>
              <p:cNvSpPr/>
              <p:nvPr/>
            </p:nvSpPr>
            <p:spPr>
              <a:xfrm>
                <a:off x="2301181" y="3375585"/>
                <a:ext cx="336447" cy="346180"/>
              </a:xfrm>
              <a:custGeom>
                <a:rect b="b" l="l" r="r" t="t"/>
                <a:pathLst>
                  <a:path extrusionOk="0" h="21600" w="21600">
                    <a:moveTo>
                      <a:pt x="17760" y="21600"/>
                    </a:moveTo>
                    <a:cubicBezTo>
                      <a:pt x="3600" y="21600"/>
                      <a:pt x="3600" y="21600"/>
                      <a:pt x="3600" y="21600"/>
                    </a:cubicBezTo>
                    <a:cubicBezTo>
                      <a:pt x="1680" y="21600"/>
                      <a:pt x="0" y="19920"/>
                      <a:pt x="0" y="17760"/>
                    </a:cubicBezTo>
                    <a:cubicBezTo>
                      <a:pt x="240" y="15600"/>
                      <a:pt x="240" y="12960"/>
                      <a:pt x="240" y="10080"/>
                    </a:cubicBezTo>
                    <a:cubicBezTo>
                      <a:pt x="240" y="7920"/>
                      <a:pt x="240" y="5760"/>
                      <a:pt x="0" y="3600"/>
                    </a:cubicBezTo>
                    <a:cubicBezTo>
                      <a:pt x="0" y="3360"/>
                      <a:pt x="0" y="2160"/>
                      <a:pt x="960" y="960"/>
                    </a:cubicBezTo>
                    <a:cubicBezTo>
                      <a:pt x="1680" y="480"/>
                      <a:pt x="2640" y="0"/>
                      <a:pt x="3600" y="0"/>
                    </a:cubicBezTo>
                    <a:cubicBezTo>
                      <a:pt x="17760" y="0"/>
                      <a:pt x="17760" y="0"/>
                      <a:pt x="17760" y="0"/>
                    </a:cubicBezTo>
                    <a:cubicBezTo>
                      <a:pt x="19920" y="0"/>
                      <a:pt x="21600" y="1680"/>
                      <a:pt x="21600" y="3600"/>
                    </a:cubicBezTo>
                    <a:cubicBezTo>
                      <a:pt x="21600" y="6000"/>
                      <a:pt x="21600" y="8160"/>
                      <a:pt x="21600" y="10560"/>
                    </a:cubicBezTo>
                    <a:cubicBezTo>
                      <a:pt x="21600" y="13200"/>
                      <a:pt x="21600" y="15600"/>
                      <a:pt x="21600" y="17760"/>
                    </a:cubicBezTo>
                    <a:cubicBezTo>
                      <a:pt x="21600" y="18000"/>
                      <a:pt x="21600" y="19440"/>
                      <a:pt x="20400" y="20400"/>
                    </a:cubicBezTo>
                    <a:cubicBezTo>
                      <a:pt x="19680" y="21120"/>
                      <a:pt x="18960" y="21600"/>
                      <a:pt x="17760" y="21600"/>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07" name="Google Shape;607;p25"/>
              <p:cNvSpPr/>
              <p:nvPr/>
            </p:nvSpPr>
            <p:spPr>
              <a:xfrm>
                <a:off x="2242111" y="3422008"/>
                <a:ext cx="336446" cy="346181"/>
              </a:xfrm>
              <a:custGeom>
                <a:rect b="b" l="l" r="r" t="t"/>
                <a:pathLst>
                  <a:path extrusionOk="0" h="21600" w="21600">
                    <a:moveTo>
                      <a:pt x="21600" y="18720"/>
                    </a:moveTo>
                    <a:cubicBezTo>
                      <a:pt x="21600" y="18960"/>
                      <a:pt x="21600" y="19440"/>
                      <a:pt x="20640" y="20400"/>
                    </a:cubicBezTo>
                    <a:cubicBezTo>
                      <a:pt x="19920" y="21120"/>
                      <a:pt x="18960" y="21600"/>
                      <a:pt x="18000" y="21600"/>
                    </a:cubicBezTo>
                    <a:cubicBezTo>
                      <a:pt x="3840" y="21600"/>
                      <a:pt x="3840" y="21600"/>
                      <a:pt x="3840" y="21600"/>
                    </a:cubicBezTo>
                    <a:cubicBezTo>
                      <a:pt x="1680" y="21600"/>
                      <a:pt x="0" y="19920"/>
                      <a:pt x="0" y="17760"/>
                    </a:cubicBezTo>
                    <a:cubicBezTo>
                      <a:pt x="240" y="15600"/>
                      <a:pt x="480" y="12960"/>
                      <a:pt x="480" y="10080"/>
                    </a:cubicBezTo>
                    <a:cubicBezTo>
                      <a:pt x="480" y="7920"/>
                      <a:pt x="240" y="5760"/>
                      <a:pt x="0" y="3600"/>
                    </a:cubicBezTo>
                    <a:cubicBezTo>
                      <a:pt x="0" y="3360"/>
                      <a:pt x="0" y="2160"/>
                      <a:pt x="1200" y="960"/>
                    </a:cubicBezTo>
                    <a:cubicBezTo>
                      <a:pt x="1920" y="480"/>
                      <a:pt x="2640" y="0"/>
                      <a:pt x="3840" y="0"/>
                    </a:cubicBezTo>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08" name="Google Shape;608;p25"/>
              <p:cNvSpPr/>
              <p:nvPr/>
            </p:nvSpPr>
            <p:spPr>
              <a:xfrm>
                <a:off x="2461128" y="3486999"/>
                <a:ext cx="12701" cy="119374"/>
              </a:xfrm>
              <a:custGeom>
                <a:rect b="b" l="l" r="r" t="t"/>
                <a:pathLst>
                  <a:path extrusionOk="0" h="21600" w="21600">
                    <a:moveTo>
                      <a:pt x="0" y="0"/>
                    </a:moveTo>
                    <a:cubicBezTo>
                      <a:pt x="0" y="6968"/>
                      <a:pt x="21600" y="15329"/>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09" name="Google Shape;609;p25"/>
              <p:cNvSpPr/>
              <p:nvPr/>
            </p:nvSpPr>
            <p:spPr>
              <a:xfrm>
                <a:off x="2406481" y="3543873"/>
                <a:ext cx="115574" cy="12701"/>
              </a:xfrm>
              <a:custGeom>
                <a:rect b="b" l="l" r="r" t="t"/>
                <a:pathLst>
                  <a:path extrusionOk="0" h="9600" w="21600">
                    <a:moveTo>
                      <a:pt x="0" y="0"/>
                    </a:moveTo>
                    <a:cubicBezTo>
                      <a:pt x="6968" y="0"/>
                      <a:pt x="14632" y="2160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10" name="Google Shape;610;p25"/>
              <p:cNvSpPr/>
              <p:nvPr/>
            </p:nvSpPr>
            <p:spPr>
              <a:xfrm>
                <a:off x="3260435" y="1297180"/>
                <a:ext cx="489259" cy="188344"/>
              </a:xfrm>
              <a:custGeom>
                <a:rect b="b" l="l" r="r" t="t"/>
                <a:pathLst>
                  <a:path extrusionOk="0" h="21600" w="21600">
                    <a:moveTo>
                      <a:pt x="8409" y="21600"/>
                    </a:moveTo>
                    <a:cubicBezTo>
                      <a:pt x="12861" y="14547"/>
                      <a:pt x="17148" y="7053"/>
                      <a:pt x="21600" y="0"/>
                    </a:cubicBezTo>
                    <a:cubicBezTo>
                      <a:pt x="14180" y="2204"/>
                      <a:pt x="7090" y="6612"/>
                      <a:pt x="0" y="11461"/>
                    </a:cubicBezTo>
                    <a:cubicBezTo>
                      <a:pt x="2803" y="14547"/>
                      <a:pt x="5606" y="18073"/>
                      <a:pt x="8409" y="21600"/>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11" name="Google Shape;611;p25"/>
              <p:cNvSpPr/>
              <p:nvPr/>
            </p:nvSpPr>
            <p:spPr>
              <a:xfrm>
                <a:off x="3499286" y="1301158"/>
                <a:ext cx="246556" cy="435047"/>
              </a:xfrm>
              <a:custGeom>
                <a:rect b="b" l="l" r="r" t="t"/>
                <a:pathLst>
                  <a:path extrusionOk="0" h="21600" w="21600">
                    <a:moveTo>
                      <a:pt x="21600" y="0"/>
                    </a:moveTo>
                    <a:cubicBezTo>
                      <a:pt x="15055" y="4205"/>
                      <a:pt x="7855" y="8028"/>
                      <a:pt x="0" y="11278"/>
                    </a:cubicBezTo>
                    <a:cubicBezTo>
                      <a:pt x="1964" y="14719"/>
                      <a:pt x="3600" y="18159"/>
                      <a:pt x="5564" y="21600"/>
                    </a:cubicBezTo>
                    <a:cubicBezTo>
                      <a:pt x="11455" y="14336"/>
                      <a:pt x="17673" y="6499"/>
                      <a:pt x="21600" y="0"/>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12" name="Google Shape;612;p25"/>
              <p:cNvSpPr/>
              <p:nvPr/>
            </p:nvSpPr>
            <p:spPr>
              <a:xfrm>
                <a:off x="3383713" y="1485523"/>
                <a:ext cx="115574" cy="111416"/>
              </a:xfrm>
              <a:custGeom>
                <a:rect b="b" l="l" r="r" t="t"/>
                <a:pathLst>
                  <a:path extrusionOk="0" h="21600" w="21600">
                    <a:moveTo>
                      <a:pt x="12542" y="0"/>
                    </a:moveTo>
                    <a:cubicBezTo>
                      <a:pt x="8361" y="7448"/>
                      <a:pt x="3484" y="14152"/>
                      <a:pt x="0" y="21600"/>
                    </a:cubicBezTo>
                    <a:cubicBezTo>
                      <a:pt x="6968" y="17876"/>
                      <a:pt x="15329" y="14152"/>
                      <a:pt x="21600" y="8193"/>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613" name="Google Shape;613;p25"/>
              <p:cNvCxnSpPr/>
              <p:nvPr/>
            </p:nvCxnSpPr>
            <p:spPr>
              <a:xfrm>
                <a:off x="3369588" y="1212293"/>
                <a:ext cx="331309" cy="22549"/>
              </a:xfrm>
              <a:prstGeom prst="straightConnector1">
                <a:avLst/>
              </a:prstGeom>
              <a:noFill/>
              <a:ln cap="rnd" cmpd="sng" w="9525">
                <a:solidFill>
                  <a:srgbClr val="FE9D98"/>
                </a:solidFill>
                <a:prstDash val="solid"/>
                <a:round/>
                <a:headEnd len="sm" w="sm" type="none"/>
                <a:tailEnd len="sm" w="sm" type="none"/>
              </a:ln>
            </p:spPr>
          </p:cxnSp>
          <p:sp>
            <p:nvSpPr>
              <p:cNvPr id="614" name="Google Shape;614;p25"/>
              <p:cNvSpPr/>
              <p:nvPr/>
            </p:nvSpPr>
            <p:spPr>
              <a:xfrm>
                <a:off x="2230553" y="1535925"/>
                <a:ext cx="481555" cy="496059"/>
              </a:xfrm>
              <a:custGeom>
                <a:rect b="b" l="l" r="r" t="t"/>
                <a:pathLst>
                  <a:path extrusionOk="0" h="21600" w="21600">
                    <a:moveTo>
                      <a:pt x="21600" y="10716"/>
                    </a:moveTo>
                    <a:cubicBezTo>
                      <a:pt x="21600" y="16744"/>
                      <a:pt x="16744" y="21600"/>
                      <a:pt x="10716" y="21600"/>
                    </a:cubicBezTo>
                    <a:cubicBezTo>
                      <a:pt x="4688" y="21600"/>
                      <a:pt x="0" y="16744"/>
                      <a:pt x="0" y="10716"/>
                    </a:cubicBezTo>
                    <a:cubicBezTo>
                      <a:pt x="0" y="4856"/>
                      <a:pt x="4688" y="0"/>
                      <a:pt x="10716" y="0"/>
                    </a:cubicBezTo>
                    <a:cubicBezTo>
                      <a:pt x="16744" y="0"/>
                      <a:pt x="21600" y="4856"/>
                      <a:pt x="21600" y="10716"/>
                    </a:cubicBezTo>
                    <a:close/>
                    <a:moveTo>
                      <a:pt x="21600" y="10716"/>
                    </a:moveTo>
                    <a:cubicBezTo>
                      <a:pt x="21600" y="10716"/>
                      <a:pt x="21600" y="10716"/>
                      <a:pt x="21600" y="10716"/>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15" name="Google Shape;615;p25"/>
              <p:cNvSpPr/>
              <p:nvPr/>
            </p:nvSpPr>
            <p:spPr>
              <a:xfrm>
                <a:off x="2339286" y="1604895"/>
                <a:ext cx="276060" cy="354139"/>
              </a:xfrm>
              <a:custGeom>
                <a:rect b="b" l="l" r="r" t="t"/>
                <a:pathLst>
                  <a:path extrusionOk="0" h="21600" w="21107">
                    <a:moveTo>
                      <a:pt x="10822" y="1409"/>
                    </a:moveTo>
                    <a:cubicBezTo>
                      <a:pt x="15085" y="1409"/>
                      <a:pt x="18780" y="3287"/>
                      <a:pt x="19349" y="6574"/>
                    </a:cubicBezTo>
                    <a:cubicBezTo>
                      <a:pt x="19917" y="10800"/>
                      <a:pt x="17359" y="15026"/>
                      <a:pt x="12527" y="15026"/>
                    </a:cubicBezTo>
                    <a:cubicBezTo>
                      <a:pt x="12243" y="15026"/>
                      <a:pt x="12243" y="15026"/>
                      <a:pt x="11959" y="15026"/>
                    </a:cubicBezTo>
                    <a:cubicBezTo>
                      <a:pt x="10538" y="15026"/>
                      <a:pt x="9970" y="14322"/>
                      <a:pt x="8833" y="13852"/>
                    </a:cubicBezTo>
                    <a:cubicBezTo>
                      <a:pt x="8264" y="16200"/>
                      <a:pt x="7980" y="20191"/>
                      <a:pt x="5991" y="20191"/>
                    </a:cubicBezTo>
                    <a:cubicBezTo>
                      <a:pt x="5706" y="20191"/>
                      <a:pt x="5706" y="20191"/>
                      <a:pt x="5422" y="20191"/>
                    </a:cubicBezTo>
                    <a:cubicBezTo>
                      <a:pt x="3433" y="19017"/>
                      <a:pt x="6559" y="13383"/>
                      <a:pt x="7127" y="10330"/>
                    </a:cubicBezTo>
                    <a:cubicBezTo>
                      <a:pt x="5991" y="8687"/>
                      <a:pt x="7127" y="5635"/>
                      <a:pt x="9401" y="5635"/>
                    </a:cubicBezTo>
                    <a:cubicBezTo>
                      <a:pt x="9401" y="5635"/>
                      <a:pt x="9685" y="5635"/>
                      <a:pt x="10254" y="5635"/>
                    </a:cubicBezTo>
                    <a:cubicBezTo>
                      <a:pt x="13380" y="6809"/>
                      <a:pt x="7127" y="12443"/>
                      <a:pt x="11391" y="13148"/>
                    </a:cubicBezTo>
                    <a:cubicBezTo>
                      <a:pt x="11675" y="13148"/>
                      <a:pt x="11959" y="13148"/>
                      <a:pt x="11959" y="13148"/>
                    </a:cubicBezTo>
                    <a:cubicBezTo>
                      <a:pt x="15938" y="13148"/>
                      <a:pt x="17643" y="6574"/>
                      <a:pt x="14801" y="4461"/>
                    </a:cubicBezTo>
                    <a:cubicBezTo>
                      <a:pt x="13664" y="3522"/>
                      <a:pt x="12243" y="3052"/>
                      <a:pt x="10822" y="3052"/>
                    </a:cubicBezTo>
                    <a:cubicBezTo>
                      <a:pt x="7412" y="3052"/>
                      <a:pt x="3717" y="5870"/>
                      <a:pt x="4285" y="9157"/>
                    </a:cubicBezTo>
                    <a:cubicBezTo>
                      <a:pt x="4570" y="10330"/>
                      <a:pt x="5991" y="10565"/>
                      <a:pt x="4854" y="12209"/>
                    </a:cubicBezTo>
                    <a:cubicBezTo>
                      <a:pt x="2296" y="11739"/>
                      <a:pt x="1727" y="10096"/>
                      <a:pt x="1727" y="7983"/>
                    </a:cubicBezTo>
                    <a:cubicBezTo>
                      <a:pt x="1727" y="4461"/>
                      <a:pt x="5706" y="1878"/>
                      <a:pt x="9401" y="1409"/>
                    </a:cubicBezTo>
                    <a:cubicBezTo>
                      <a:pt x="9970" y="1409"/>
                      <a:pt x="10254" y="1409"/>
                      <a:pt x="10822" y="1409"/>
                    </a:cubicBezTo>
                    <a:moveTo>
                      <a:pt x="10822" y="0"/>
                    </a:moveTo>
                    <a:cubicBezTo>
                      <a:pt x="10254" y="0"/>
                      <a:pt x="9685" y="0"/>
                      <a:pt x="9117" y="0"/>
                    </a:cubicBezTo>
                    <a:cubicBezTo>
                      <a:pt x="4854" y="470"/>
                      <a:pt x="306" y="3287"/>
                      <a:pt x="22" y="7983"/>
                    </a:cubicBezTo>
                    <a:cubicBezTo>
                      <a:pt x="-262" y="11739"/>
                      <a:pt x="2296" y="13148"/>
                      <a:pt x="4285" y="13617"/>
                    </a:cubicBezTo>
                    <a:cubicBezTo>
                      <a:pt x="3149" y="17139"/>
                      <a:pt x="2012" y="20191"/>
                      <a:pt x="4570" y="21365"/>
                    </a:cubicBezTo>
                    <a:cubicBezTo>
                      <a:pt x="4570" y="21365"/>
                      <a:pt x="4854" y="21365"/>
                      <a:pt x="4854" y="21600"/>
                    </a:cubicBezTo>
                    <a:cubicBezTo>
                      <a:pt x="5138" y="21600"/>
                      <a:pt x="5706" y="21600"/>
                      <a:pt x="5991" y="21600"/>
                    </a:cubicBezTo>
                    <a:cubicBezTo>
                      <a:pt x="8833" y="21600"/>
                      <a:pt x="9685" y="19017"/>
                      <a:pt x="10254" y="16200"/>
                    </a:cubicBezTo>
                    <a:cubicBezTo>
                      <a:pt x="10538" y="16200"/>
                      <a:pt x="11106" y="16435"/>
                      <a:pt x="11959" y="16435"/>
                    </a:cubicBezTo>
                    <a:cubicBezTo>
                      <a:pt x="11959" y="16435"/>
                      <a:pt x="12243" y="16435"/>
                      <a:pt x="12527" y="16435"/>
                    </a:cubicBezTo>
                    <a:cubicBezTo>
                      <a:pt x="14801" y="16435"/>
                      <a:pt x="16791" y="15730"/>
                      <a:pt x="18496" y="14322"/>
                    </a:cubicBezTo>
                    <a:cubicBezTo>
                      <a:pt x="20485" y="12209"/>
                      <a:pt x="21338" y="9391"/>
                      <a:pt x="21054" y="6339"/>
                    </a:cubicBezTo>
                    <a:cubicBezTo>
                      <a:pt x="20201" y="2583"/>
                      <a:pt x="16222" y="0"/>
                      <a:pt x="10822" y="0"/>
                    </a:cubicBezTo>
                    <a:close/>
                    <a:moveTo>
                      <a:pt x="11675" y="11739"/>
                    </a:moveTo>
                    <a:cubicBezTo>
                      <a:pt x="11675" y="11270"/>
                      <a:pt x="11959" y="10330"/>
                      <a:pt x="12243" y="9861"/>
                    </a:cubicBezTo>
                    <a:cubicBezTo>
                      <a:pt x="12812" y="8217"/>
                      <a:pt x="13664" y="5635"/>
                      <a:pt x="11106" y="4461"/>
                    </a:cubicBezTo>
                    <a:cubicBezTo>
                      <a:pt x="11959" y="4696"/>
                      <a:pt x="12812" y="4696"/>
                      <a:pt x="13664" y="5400"/>
                    </a:cubicBezTo>
                    <a:cubicBezTo>
                      <a:pt x="14801" y="6339"/>
                      <a:pt x="14801" y="8452"/>
                      <a:pt x="13949" y="10330"/>
                    </a:cubicBezTo>
                    <a:cubicBezTo>
                      <a:pt x="13664" y="10800"/>
                      <a:pt x="13096" y="11739"/>
                      <a:pt x="11959" y="11739"/>
                    </a:cubicBezTo>
                    <a:cubicBezTo>
                      <a:pt x="11959" y="11739"/>
                      <a:pt x="11959" y="11739"/>
                      <a:pt x="11675" y="11739"/>
                    </a:cubicBezTo>
                    <a:cubicBezTo>
                      <a:pt x="11675" y="11739"/>
                      <a:pt x="11675" y="11739"/>
                      <a:pt x="11675" y="11739"/>
                    </a:cubicBezTo>
                    <a:close/>
                  </a:path>
                </a:pathLst>
              </a:custGeom>
              <a:noFill/>
              <a:ln cap="flat"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16" name="Google Shape;616;p25"/>
              <p:cNvSpPr/>
              <p:nvPr/>
            </p:nvSpPr>
            <p:spPr>
              <a:xfrm>
                <a:off x="1641133" y="1112453"/>
                <a:ext cx="410927" cy="446021"/>
              </a:xfrm>
              <a:custGeom>
                <a:rect b="b" l="l" r="r" t="t"/>
                <a:pathLst>
                  <a:path extrusionOk="0" h="21553" w="21600">
                    <a:moveTo>
                      <a:pt x="20029" y="8332"/>
                    </a:moveTo>
                    <a:cubicBezTo>
                      <a:pt x="11193" y="139"/>
                      <a:pt x="11193" y="139"/>
                      <a:pt x="11193" y="139"/>
                    </a:cubicBezTo>
                    <a:cubicBezTo>
                      <a:pt x="10996" y="-47"/>
                      <a:pt x="10604" y="-47"/>
                      <a:pt x="10211" y="139"/>
                    </a:cubicBezTo>
                    <a:cubicBezTo>
                      <a:pt x="1178" y="8705"/>
                      <a:pt x="1178" y="8705"/>
                      <a:pt x="1178" y="8705"/>
                    </a:cubicBezTo>
                    <a:cubicBezTo>
                      <a:pt x="393" y="9450"/>
                      <a:pt x="0" y="10381"/>
                      <a:pt x="0" y="11312"/>
                    </a:cubicBezTo>
                    <a:cubicBezTo>
                      <a:pt x="0" y="20994"/>
                      <a:pt x="0" y="20994"/>
                      <a:pt x="0" y="20994"/>
                    </a:cubicBezTo>
                    <a:cubicBezTo>
                      <a:pt x="0" y="21367"/>
                      <a:pt x="196" y="21553"/>
                      <a:pt x="589" y="21553"/>
                    </a:cubicBezTo>
                    <a:cubicBezTo>
                      <a:pt x="5498" y="21553"/>
                      <a:pt x="5498" y="21553"/>
                      <a:pt x="5498" y="21553"/>
                    </a:cubicBezTo>
                    <a:cubicBezTo>
                      <a:pt x="6873" y="21553"/>
                      <a:pt x="8051" y="20436"/>
                      <a:pt x="8051" y="19132"/>
                    </a:cubicBezTo>
                    <a:cubicBezTo>
                      <a:pt x="8051" y="13546"/>
                      <a:pt x="8051" y="13546"/>
                      <a:pt x="8051" y="13546"/>
                    </a:cubicBezTo>
                    <a:cubicBezTo>
                      <a:pt x="8051" y="12429"/>
                      <a:pt x="9033" y="11498"/>
                      <a:pt x="10211" y="11498"/>
                    </a:cubicBezTo>
                    <a:cubicBezTo>
                      <a:pt x="11389" y="11498"/>
                      <a:pt x="11389" y="11498"/>
                      <a:pt x="11389" y="11498"/>
                    </a:cubicBezTo>
                    <a:cubicBezTo>
                      <a:pt x="12567" y="11498"/>
                      <a:pt x="13549" y="12429"/>
                      <a:pt x="13549" y="13546"/>
                    </a:cubicBezTo>
                    <a:cubicBezTo>
                      <a:pt x="13549" y="19319"/>
                      <a:pt x="13549" y="19319"/>
                      <a:pt x="13549" y="19319"/>
                    </a:cubicBezTo>
                    <a:cubicBezTo>
                      <a:pt x="13549" y="20622"/>
                      <a:pt x="14531" y="21553"/>
                      <a:pt x="15709" y="21553"/>
                    </a:cubicBezTo>
                    <a:cubicBezTo>
                      <a:pt x="20815" y="21553"/>
                      <a:pt x="20815" y="21553"/>
                      <a:pt x="20815" y="21553"/>
                    </a:cubicBezTo>
                    <a:cubicBezTo>
                      <a:pt x="21207" y="21553"/>
                      <a:pt x="21600" y="21367"/>
                      <a:pt x="21600" y="20994"/>
                    </a:cubicBezTo>
                    <a:cubicBezTo>
                      <a:pt x="21600" y="11684"/>
                      <a:pt x="21600" y="11684"/>
                      <a:pt x="21600" y="11684"/>
                    </a:cubicBezTo>
                    <a:cubicBezTo>
                      <a:pt x="21600" y="10567"/>
                      <a:pt x="21011" y="9263"/>
                      <a:pt x="20029" y="8332"/>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17" name="Google Shape;617;p25"/>
              <p:cNvSpPr/>
              <p:nvPr/>
            </p:nvSpPr>
            <p:spPr>
              <a:xfrm>
                <a:off x="1555095" y="957631"/>
                <a:ext cx="579148" cy="305064"/>
              </a:xfrm>
              <a:custGeom>
                <a:rect b="b" l="l" r="r" t="t"/>
                <a:pathLst>
                  <a:path extrusionOk="0" h="21600" w="21600">
                    <a:moveTo>
                      <a:pt x="0" y="18319"/>
                    </a:moveTo>
                    <a:cubicBezTo>
                      <a:pt x="10870" y="0"/>
                      <a:pt x="10870" y="0"/>
                      <a:pt x="10870" y="0"/>
                    </a:cubicBezTo>
                    <a:cubicBezTo>
                      <a:pt x="21600" y="18319"/>
                      <a:pt x="21600" y="18319"/>
                      <a:pt x="21600" y="18319"/>
                    </a:cubicBezTo>
                    <a:cubicBezTo>
                      <a:pt x="19510" y="21327"/>
                      <a:pt x="19510" y="21327"/>
                      <a:pt x="19510" y="21327"/>
                    </a:cubicBezTo>
                    <a:cubicBezTo>
                      <a:pt x="17001" y="16132"/>
                      <a:pt x="13935" y="10390"/>
                      <a:pt x="10870" y="5742"/>
                    </a:cubicBezTo>
                    <a:cubicBezTo>
                      <a:pt x="7804" y="10390"/>
                      <a:pt x="4738" y="16132"/>
                      <a:pt x="1951" y="21600"/>
                    </a:cubicBezTo>
                    <a:lnTo>
                      <a:pt x="0" y="18319"/>
                    </a:ln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18" name="Google Shape;618;p25"/>
              <p:cNvSpPr/>
              <p:nvPr/>
            </p:nvSpPr>
            <p:spPr>
              <a:xfrm>
                <a:off x="1566653" y="2725668"/>
                <a:ext cx="440461" cy="368730"/>
              </a:xfrm>
              <a:custGeom>
                <a:rect b="b" l="l" r="r" t="t"/>
                <a:pathLst>
                  <a:path extrusionOk="0" h="21600" w="21600">
                    <a:moveTo>
                      <a:pt x="14827" y="2475"/>
                    </a:moveTo>
                    <a:cubicBezTo>
                      <a:pt x="14461" y="1350"/>
                      <a:pt x="14461" y="1350"/>
                      <a:pt x="14461" y="1350"/>
                    </a:cubicBezTo>
                    <a:cubicBezTo>
                      <a:pt x="14095" y="450"/>
                      <a:pt x="13363" y="0"/>
                      <a:pt x="12631" y="0"/>
                    </a:cubicBezTo>
                    <a:cubicBezTo>
                      <a:pt x="8969" y="0"/>
                      <a:pt x="8969" y="0"/>
                      <a:pt x="8969" y="0"/>
                    </a:cubicBezTo>
                    <a:cubicBezTo>
                      <a:pt x="8054" y="0"/>
                      <a:pt x="7322" y="450"/>
                      <a:pt x="7139" y="1350"/>
                    </a:cubicBezTo>
                    <a:cubicBezTo>
                      <a:pt x="6773" y="2475"/>
                      <a:pt x="6773" y="2475"/>
                      <a:pt x="6773" y="2475"/>
                    </a:cubicBezTo>
                    <a:cubicBezTo>
                      <a:pt x="6407" y="3150"/>
                      <a:pt x="5858" y="3600"/>
                      <a:pt x="5125" y="3600"/>
                    </a:cubicBezTo>
                    <a:cubicBezTo>
                      <a:pt x="1831" y="3600"/>
                      <a:pt x="1831" y="3600"/>
                      <a:pt x="1831" y="3600"/>
                    </a:cubicBezTo>
                    <a:cubicBezTo>
                      <a:pt x="732" y="3600"/>
                      <a:pt x="0" y="4725"/>
                      <a:pt x="0" y="6075"/>
                    </a:cubicBezTo>
                    <a:cubicBezTo>
                      <a:pt x="0" y="19125"/>
                      <a:pt x="0" y="19125"/>
                      <a:pt x="0" y="19125"/>
                    </a:cubicBezTo>
                    <a:cubicBezTo>
                      <a:pt x="0" y="20475"/>
                      <a:pt x="732" y="21600"/>
                      <a:pt x="1831" y="21600"/>
                    </a:cubicBezTo>
                    <a:cubicBezTo>
                      <a:pt x="19769" y="21600"/>
                      <a:pt x="19769" y="21600"/>
                      <a:pt x="19769" y="21600"/>
                    </a:cubicBezTo>
                    <a:cubicBezTo>
                      <a:pt x="20685" y="21600"/>
                      <a:pt x="21600" y="20475"/>
                      <a:pt x="21600" y="19125"/>
                    </a:cubicBezTo>
                    <a:cubicBezTo>
                      <a:pt x="21600" y="6075"/>
                      <a:pt x="21600" y="6075"/>
                      <a:pt x="21600" y="6075"/>
                    </a:cubicBezTo>
                    <a:cubicBezTo>
                      <a:pt x="21600" y="4725"/>
                      <a:pt x="20685" y="3600"/>
                      <a:pt x="19769" y="3600"/>
                    </a:cubicBezTo>
                    <a:cubicBezTo>
                      <a:pt x="16292" y="3600"/>
                      <a:pt x="16292" y="3600"/>
                      <a:pt x="16292" y="3600"/>
                    </a:cubicBezTo>
                    <a:cubicBezTo>
                      <a:pt x="15742" y="3600"/>
                      <a:pt x="15193" y="3150"/>
                      <a:pt x="14827" y="2475"/>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19" name="Google Shape;619;p25"/>
              <p:cNvSpPr/>
              <p:nvPr/>
            </p:nvSpPr>
            <p:spPr>
              <a:xfrm>
                <a:off x="1682226" y="2841063"/>
                <a:ext cx="205463" cy="210893"/>
              </a:xfrm>
              <a:prstGeom prst="ellipse">
                <a:avLst/>
              </a:pr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0" name="Google Shape;620;p25"/>
              <p:cNvSpPr/>
              <p:nvPr/>
            </p:nvSpPr>
            <p:spPr>
              <a:xfrm>
                <a:off x="1633428" y="2780331"/>
                <a:ext cx="283796" cy="12701"/>
              </a:xfrm>
              <a:custGeom>
                <a:rect b="b" l="l" r="r" t="t"/>
                <a:pathLst>
                  <a:path extrusionOk="0" h="6235" w="21600">
                    <a:moveTo>
                      <a:pt x="0" y="3118"/>
                    </a:moveTo>
                    <a:cubicBezTo>
                      <a:pt x="7105" y="-7682"/>
                      <a:pt x="14495" y="13918"/>
                      <a:pt x="21600" y="3118"/>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1" name="Google Shape;621;p25"/>
              <p:cNvSpPr/>
              <p:nvPr/>
            </p:nvSpPr>
            <p:spPr>
              <a:xfrm>
                <a:off x="1612536" y="2744780"/>
                <a:ext cx="44258" cy="37925"/>
              </a:xfrm>
              <a:custGeom>
                <a:rect b="b" l="l" r="r" t="t"/>
                <a:pathLst>
                  <a:path extrusionOk="0" h="19299" w="19590">
                    <a:moveTo>
                      <a:pt x="1247" y="19299"/>
                    </a:moveTo>
                    <a:cubicBezTo>
                      <a:pt x="-415" y="15372"/>
                      <a:pt x="-415" y="9481"/>
                      <a:pt x="1247" y="5554"/>
                    </a:cubicBezTo>
                    <a:cubicBezTo>
                      <a:pt x="2908" y="1626"/>
                      <a:pt x="9554" y="-2301"/>
                      <a:pt x="14539" y="1626"/>
                    </a:cubicBezTo>
                    <a:cubicBezTo>
                      <a:pt x="19523" y="3590"/>
                      <a:pt x="21185" y="11444"/>
                      <a:pt x="17862" y="17335"/>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2" name="Google Shape;622;p25"/>
              <p:cNvSpPr/>
              <p:nvPr/>
            </p:nvSpPr>
            <p:spPr>
              <a:xfrm>
                <a:off x="1734175" y="2894282"/>
                <a:ext cx="107740" cy="110576"/>
              </a:xfrm>
              <a:custGeom>
                <a:rect b="b" l="l" r="r" t="t"/>
                <a:pathLst>
                  <a:path extrusionOk="0" h="17829" w="20136">
                    <a:moveTo>
                      <a:pt x="18921" y="4385"/>
                    </a:moveTo>
                    <a:cubicBezTo>
                      <a:pt x="21011" y="7470"/>
                      <a:pt x="20314" y="11790"/>
                      <a:pt x="17527" y="14876"/>
                    </a:cubicBezTo>
                    <a:cubicBezTo>
                      <a:pt x="14740" y="17345"/>
                      <a:pt x="9863" y="18579"/>
                      <a:pt x="5682" y="17345"/>
                    </a:cubicBezTo>
                    <a:cubicBezTo>
                      <a:pt x="2198" y="15493"/>
                      <a:pt x="-589" y="11790"/>
                      <a:pt x="108" y="8088"/>
                    </a:cubicBezTo>
                    <a:cubicBezTo>
                      <a:pt x="805" y="-552"/>
                      <a:pt x="14043" y="-3021"/>
                      <a:pt x="18921" y="4385"/>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3" name="Google Shape;623;p25"/>
              <p:cNvSpPr/>
              <p:nvPr/>
            </p:nvSpPr>
            <p:spPr>
              <a:xfrm>
                <a:off x="1629005" y="2794639"/>
                <a:ext cx="12701" cy="285168"/>
              </a:xfrm>
              <a:custGeom>
                <a:rect b="b" l="l" r="r" t="t"/>
                <a:pathLst>
                  <a:path extrusionOk="0" h="21600" w="21600">
                    <a:moveTo>
                      <a:pt x="21600" y="0"/>
                    </a:moveTo>
                    <a:cubicBezTo>
                      <a:pt x="21600" y="7589"/>
                      <a:pt x="0" y="14303"/>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4" name="Google Shape;624;p25"/>
              <p:cNvSpPr/>
              <p:nvPr/>
            </p:nvSpPr>
            <p:spPr>
              <a:xfrm>
                <a:off x="1932061" y="2790661"/>
                <a:ext cx="12701" cy="293126"/>
              </a:xfrm>
              <a:custGeom>
                <a:rect b="b" l="l" r="r" t="t"/>
                <a:pathLst>
                  <a:path extrusionOk="0" h="21600" w="21600">
                    <a:moveTo>
                      <a:pt x="21600" y="0"/>
                    </a:moveTo>
                    <a:cubicBezTo>
                      <a:pt x="0" y="7389"/>
                      <a:pt x="0" y="14211"/>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5" name="Google Shape;625;p25"/>
              <p:cNvSpPr/>
              <p:nvPr/>
            </p:nvSpPr>
            <p:spPr>
              <a:xfrm>
                <a:off x="1137750" y="1115467"/>
                <a:ext cx="59071" cy="62339"/>
              </a:xfrm>
              <a:prstGeom prst="ellipse">
                <a:avLst/>
              </a:pr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6" name="Google Shape;626;p25"/>
              <p:cNvSpPr/>
              <p:nvPr/>
            </p:nvSpPr>
            <p:spPr>
              <a:xfrm>
                <a:off x="1051711" y="1023950"/>
                <a:ext cx="373687" cy="384645"/>
              </a:xfrm>
              <a:custGeom>
                <a:rect b="b" l="l" r="r" t="t"/>
                <a:pathLst>
                  <a:path extrusionOk="0" h="21600" w="21600">
                    <a:moveTo>
                      <a:pt x="19656" y="0"/>
                    </a:moveTo>
                    <a:cubicBezTo>
                      <a:pt x="1728" y="0"/>
                      <a:pt x="1728" y="0"/>
                      <a:pt x="1728" y="0"/>
                    </a:cubicBezTo>
                    <a:cubicBezTo>
                      <a:pt x="864" y="0"/>
                      <a:pt x="0" y="864"/>
                      <a:pt x="0" y="1728"/>
                    </a:cubicBezTo>
                    <a:cubicBezTo>
                      <a:pt x="0" y="19656"/>
                      <a:pt x="0" y="19656"/>
                      <a:pt x="0" y="19656"/>
                    </a:cubicBezTo>
                    <a:cubicBezTo>
                      <a:pt x="0" y="20736"/>
                      <a:pt x="864" y="21600"/>
                      <a:pt x="1728" y="21600"/>
                    </a:cubicBezTo>
                    <a:cubicBezTo>
                      <a:pt x="19656" y="21600"/>
                      <a:pt x="19656" y="21600"/>
                      <a:pt x="19656" y="21600"/>
                    </a:cubicBezTo>
                    <a:cubicBezTo>
                      <a:pt x="20736" y="21600"/>
                      <a:pt x="21600" y="20736"/>
                      <a:pt x="21600" y="19656"/>
                    </a:cubicBezTo>
                    <a:cubicBezTo>
                      <a:pt x="21600" y="1728"/>
                      <a:pt x="21600" y="1728"/>
                      <a:pt x="21600" y="1728"/>
                    </a:cubicBezTo>
                    <a:cubicBezTo>
                      <a:pt x="21600" y="864"/>
                      <a:pt x="20736" y="0"/>
                      <a:pt x="19656" y="0"/>
                    </a:cubicBezTo>
                    <a:close/>
                    <a:moveTo>
                      <a:pt x="17928" y="4320"/>
                    </a:moveTo>
                    <a:cubicBezTo>
                      <a:pt x="17928" y="9504"/>
                      <a:pt x="17928" y="9504"/>
                      <a:pt x="17928" y="9504"/>
                    </a:cubicBezTo>
                    <a:cubicBezTo>
                      <a:pt x="16632" y="8208"/>
                      <a:pt x="16632" y="8208"/>
                      <a:pt x="16632" y="8208"/>
                    </a:cubicBezTo>
                    <a:cubicBezTo>
                      <a:pt x="16200" y="7776"/>
                      <a:pt x="15768" y="7776"/>
                      <a:pt x="15336" y="8208"/>
                    </a:cubicBezTo>
                    <a:cubicBezTo>
                      <a:pt x="11880" y="11664"/>
                      <a:pt x="11880" y="11664"/>
                      <a:pt x="11880" y="11664"/>
                    </a:cubicBezTo>
                    <a:cubicBezTo>
                      <a:pt x="11880" y="11664"/>
                      <a:pt x="11664" y="11664"/>
                      <a:pt x="11664" y="11664"/>
                    </a:cubicBezTo>
                    <a:cubicBezTo>
                      <a:pt x="10368" y="10152"/>
                      <a:pt x="10368" y="10152"/>
                      <a:pt x="10368" y="10152"/>
                    </a:cubicBezTo>
                    <a:cubicBezTo>
                      <a:pt x="9936" y="9936"/>
                      <a:pt x="9504" y="9936"/>
                      <a:pt x="9072" y="10152"/>
                    </a:cubicBezTo>
                    <a:cubicBezTo>
                      <a:pt x="3024" y="17064"/>
                      <a:pt x="3024" y="17064"/>
                      <a:pt x="3024" y="17064"/>
                    </a:cubicBezTo>
                    <a:cubicBezTo>
                      <a:pt x="3024" y="4104"/>
                      <a:pt x="3024" y="4104"/>
                      <a:pt x="3024" y="4104"/>
                    </a:cubicBezTo>
                    <a:cubicBezTo>
                      <a:pt x="3024" y="3672"/>
                      <a:pt x="3456" y="3024"/>
                      <a:pt x="4104" y="3024"/>
                    </a:cubicBezTo>
                    <a:cubicBezTo>
                      <a:pt x="16632" y="3024"/>
                      <a:pt x="16632" y="3024"/>
                      <a:pt x="16632" y="3024"/>
                    </a:cubicBezTo>
                    <a:cubicBezTo>
                      <a:pt x="17280" y="3024"/>
                      <a:pt x="17928" y="3672"/>
                      <a:pt x="17928" y="4320"/>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7" name="Google Shape;627;p25"/>
              <p:cNvSpPr/>
              <p:nvPr/>
            </p:nvSpPr>
            <p:spPr>
              <a:xfrm>
                <a:off x="1286710" y="1273305"/>
                <a:ext cx="48798" cy="70299"/>
              </a:xfrm>
              <a:custGeom>
                <a:rect b="b" l="l" r="r" t="t"/>
                <a:pathLst>
                  <a:path extrusionOk="0" h="21600" w="21600">
                    <a:moveTo>
                      <a:pt x="0" y="0"/>
                    </a:moveTo>
                    <a:cubicBezTo>
                      <a:pt x="4985" y="6000"/>
                      <a:pt x="16615" y="15600"/>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8" name="Google Shape;628;p25"/>
              <p:cNvSpPr/>
              <p:nvPr/>
            </p:nvSpPr>
            <p:spPr>
              <a:xfrm>
                <a:off x="793599" y="1100878"/>
                <a:ext cx="399369" cy="435048"/>
              </a:xfrm>
              <a:custGeom>
                <a:rect b="b" l="l" r="r" t="t"/>
                <a:pathLst>
                  <a:path extrusionOk="0" h="21600" w="21600">
                    <a:moveTo>
                      <a:pt x="13929" y="956"/>
                    </a:moveTo>
                    <a:cubicBezTo>
                      <a:pt x="13323" y="573"/>
                      <a:pt x="12920" y="382"/>
                      <a:pt x="12314" y="0"/>
                    </a:cubicBezTo>
                    <a:cubicBezTo>
                      <a:pt x="9690" y="1912"/>
                      <a:pt x="2624" y="7837"/>
                      <a:pt x="0" y="9940"/>
                    </a:cubicBezTo>
                    <a:cubicBezTo>
                      <a:pt x="4037" y="14336"/>
                      <a:pt x="9084" y="17968"/>
                      <a:pt x="14131" y="21600"/>
                    </a:cubicBezTo>
                    <a:cubicBezTo>
                      <a:pt x="16957" y="19880"/>
                      <a:pt x="19379" y="17777"/>
                      <a:pt x="21600" y="15292"/>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29" name="Google Shape;629;p25"/>
              <p:cNvSpPr/>
              <p:nvPr/>
            </p:nvSpPr>
            <p:spPr>
              <a:xfrm>
                <a:off x="875785" y="1161891"/>
                <a:ext cx="238851" cy="301084"/>
              </a:xfrm>
              <a:custGeom>
                <a:rect b="b" l="l" r="r" t="t"/>
                <a:pathLst>
                  <a:path extrusionOk="0" h="21600" w="21600">
                    <a:moveTo>
                      <a:pt x="15910" y="1713"/>
                    </a:moveTo>
                    <a:lnTo>
                      <a:pt x="13587" y="0"/>
                    </a:lnTo>
                    <a:lnTo>
                      <a:pt x="0" y="9420"/>
                    </a:lnTo>
                    <a:lnTo>
                      <a:pt x="15910" y="21600"/>
                    </a:lnTo>
                    <a:lnTo>
                      <a:pt x="21600" y="17699"/>
                    </a:ln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0" name="Google Shape;630;p25"/>
              <p:cNvSpPr/>
              <p:nvPr/>
            </p:nvSpPr>
            <p:spPr>
              <a:xfrm>
                <a:off x="1081247" y="2998899"/>
                <a:ext cx="283795" cy="291801"/>
              </a:xfrm>
              <a:prstGeom prst="ellipse">
                <a:avLst/>
              </a:pr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1" name="Google Shape;631;p25"/>
              <p:cNvSpPr/>
              <p:nvPr/>
            </p:nvSpPr>
            <p:spPr>
              <a:xfrm>
                <a:off x="1167284" y="3067870"/>
                <a:ext cx="108474" cy="160495"/>
              </a:xfrm>
              <a:custGeom>
                <a:rect b="b" l="l" r="r" t="t"/>
                <a:pathLst>
                  <a:path extrusionOk="0" h="21424" w="20972">
                    <a:moveTo>
                      <a:pt x="20160" y="514"/>
                    </a:moveTo>
                    <a:cubicBezTo>
                      <a:pt x="13680" y="514"/>
                      <a:pt x="7920" y="0"/>
                      <a:pt x="1440" y="0"/>
                    </a:cubicBezTo>
                    <a:cubicBezTo>
                      <a:pt x="1440" y="2571"/>
                      <a:pt x="720" y="5657"/>
                      <a:pt x="720" y="8229"/>
                    </a:cubicBezTo>
                    <a:cubicBezTo>
                      <a:pt x="5040" y="7714"/>
                      <a:pt x="9360" y="7200"/>
                      <a:pt x="13680" y="8743"/>
                    </a:cubicBezTo>
                    <a:cubicBezTo>
                      <a:pt x="18000" y="9771"/>
                      <a:pt x="21600" y="12343"/>
                      <a:pt x="20880" y="15429"/>
                    </a:cubicBezTo>
                    <a:cubicBezTo>
                      <a:pt x="20880" y="18000"/>
                      <a:pt x="18720" y="19543"/>
                      <a:pt x="15840" y="20571"/>
                    </a:cubicBezTo>
                    <a:cubicBezTo>
                      <a:pt x="12960" y="21600"/>
                      <a:pt x="10080" y="21600"/>
                      <a:pt x="7200" y="21086"/>
                    </a:cubicBezTo>
                    <a:cubicBezTo>
                      <a:pt x="3600" y="20571"/>
                      <a:pt x="720" y="19029"/>
                      <a:pt x="0" y="16971"/>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2" name="Google Shape;632;p25"/>
              <p:cNvSpPr/>
              <p:nvPr/>
            </p:nvSpPr>
            <p:spPr>
              <a:xfrm>
                <a:off x="951548" y="1612853"/>
                <a:ext cx="432757" cy="473511"/>
              </a:xfrm>
              <a:custGeom>
                <a:rect b="b" l="l" r="r" t="t"/>
                <a:pathLst>
                  <a:path extrusionOk="0" h="21600" w="21600">
                    <a:moveTo>
                      <a:pt x="9869" y="21600"/>
                    </a:moveTo>
                    <a:cubicBezTo>
                      <a:pt x="9683" y="21600"/>
                      <a:pt x="9310" y="21424"/>
                      <a:pt x="9124" y="21424"/>
                    </a:cubicBezTo>
                    <a:cubicBezTo>
                      <a:pt x="8193" y="21073"/>
                      <a:pt x="7821" y="20371"/>
                      <a:pt x="7821" y="19493"/>
                    </a:cubicBezTo>
                    <a:cubicBezTo>
                      <a:pt x="7821" y="19493"/>
                      <a:pt x="7821" y="18088"/>
                      <a:pt x="7821" y="17034"/>
                    </a:cubicBezTo>
                    <a:cubicBezTo>
                      <a:pt x="7821" y="16683"/>
                      <a:pt x="7448" y="16507"/>
                      <a:pt x="7076" y="16507"/>
                    </a:cubicBezTo>
                    <a:cubicBezTo>
                      <a:pt x="6517" y="16332"/>
                      <a:pt x="5959" y="16332"/>
                      <a:pt x="5772" y="16156"/>
                    </a:cubicBezTo>
                    <a:cubicBezTo>
                      <a:pt x="5028" y="15980"/>
                      <a:pt x="4097" y="15805"/>
                      <a:pt x="3352" y="15278"/>
                    </a:cubicBezTo>
                    <a:cubicBezTo>
                      <a:pt x="1862" y="14400"/>
                      <a:pt x="745" y="12995"/>
                      <a:pt x="372" y="11415"/>
                    </a:cubicBezTo>
                    <a:cubicBezTo>
                      <a:pt x="0" y="10712"/>
                      <a:pt x="0" y="10010"/>
                      <a:pt x="0" y="9307"/>
                    </a:cubicBezTo>
                    <a:cubicBezTo>
                      <a:pt x="0" y="7024"/>
                      <a:pt x="0" y="7024"/>
                      <a:pt x="0" y="7024"/>
                    </a:cubicBezTo>
                    <a:cubicBezTo>
                      <a:pt x="0" y="3161"/>
                      <a:pt x="3352" y="0"/>
                      <a:pt x="7448" y="0"/>
                    </a:cubicBezTo>
                    <a:cubicBezTo>
                      <a:pt x="14152" y="0"/>
                      <a:pt x="14152" y="0"/>
                      <a:pt x="14152" y="0"/>
                    </a:cubicBezTo>
                    <a:cubicBezTo>
                      <a:pt x="18248" y="0"/>
                      <a:pt x="21600" y="3161"/>
                      <a:pt x="21600" y="7024"/>
                    </a:cubicBezTo>
                    <a:cubicBezTo>
                      <a:pt x="21600" y="9307"/>
                      <a:pt x="21600" y="9307"/>
                      <a:pt x="21600" y="9307"/>
                    </a:cubicBezTo>
                    <a:cubicBezTo>
                      <a:pt x="21228" y="15805"/>
                      <a:pt x="12476" y="20371"/>
                      <a:pt x="11172" y="21073"/>
                    </a:cubicBezTo>
                    <a:cubicBezTo>
                      <a:pt x="10800" y="21424"/>
                      <a:pt x="10428" y="21600"/>
                      <a:pt x="9869" y="21600"/>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3" name="Google Shape;633;p25"/>
              <p:cNvSpPr/>
              <p:nvPr/>
            </p:nvSpPr>
            <p:spPr>
              <a:xfrm>
                <a:off x="1006767" y="1673866"/>
                <a:ext cx="317184" cy="343528"/>
              </a:xfrm>
              <a:custGeom>
                <a:rect b="b" l="l" r="r" t="t"/>
                <a:pathLst>
                  <a:path extrusionOk="0" h="21600" w="21600">
                    <a:moveTo>
                      <a:pt x="9911" y="17474"/>
                    </a:moveTo>
                    <a:cubicBezTo>
                      <a:pt x="9911" y="16503"/>
                      <a:pt x="9148" y="15533"/>
                      <a:pt x="8132" y="15290"/>
                    </a:cubicBezTo>
                    <a:cubicBezTo>
                      <a:pt x="7115" y="15047"/>
                      <a:pt x="5845" y="14804"/>
                      <a:pt x="5336" y="14804"/>
                    </a:cubicBezTo>
                    <a:cubicBezTo>
                      <a:pt x="3049" y="14076"/>
                      <a:pt x="1271" y="12620"/>
                      <a:pt x="508" y="10436"/>
                    </a:cubicBezTo>
                    <a:cubicBezTo>
                      <a:pt x="254" y="9951"/>
                      <a:pt x="0" y="9222"/>
                      <a:pt x="0" y="8494"/>
                    </a:cubicBezTo>
                    <a:cubicBezTo>
                      <a:pt x="0" y="6553"/>
                      <a:pt x="0" y="6553"/>
                      <a:pt x="0" y="6553"/>
                    </a:cubicBezTo>
                    <a:cubicBezTo>
                      <a:pt x="0" y="2912"/>
                      <a:pt x="3304" y="0"/>
                      <a:pt x="7624" y="0"/>
                    </a:cubicBezTo>
                    <a:cubicBezTo>
                      <a:pt x="14231" y="0"/>
                      <a:pt x="14231" y="0"/>
                      <a:pt x="14231" y="0"/>
                    </a:cubicBezTo>
                    <a:cubicBezTo>
                      <a:pt x="18296" y="0"/>
                      <a:pt x="21600" y="2912"/>
                      <a:pt x="21600" y="6553"/>
                    </a:cubicBezTo>
                    <a:cubicBezTo>
                      <a:pt x="21600" y="8494"/>
                      <a:pt x="21600" y="8494"/>
                      <a:pt x="21600" y="8494"/>
                    </a:cubicBezTo>
                    <a:cubicBezTo>
                      <a:pt x="21346" y="12620"/>
                      <a:pt x="18551" y="16261"/>
                      <a:pt x="15501" y="18688"/>
                    </a:cubicBezTo>
                    <a:cubicBezTo>
                      <a:pt x="14231" y="19658"/>
                      <a:pt x="11435" y="21357"/>
                      <a:pt x="10419" y="21600"/>
                    </a:cubicBezTo>
                    <a:cubicBezTo>
                      <a:pt x="10165" y="21600"/>
                      <a:pt x="10165" y="19416"/>
                      <a:pt x="9911" y="17474"/>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4" name="Google Shape;634;p25"/>
              <p:cNvSpPr/>
              <p:nvPr/>
            </p:nvSpPr>
            <p:spPr>
              <a:xfrm>
                <a:off x="1092804" y="1756381"/>
                <a:ext cx="145109" cy="12701"/>
              </a:xfrm>
              <a:custGeom>
                <a:rect b="b" l="l" r="r" t="t"/>
                <a:pathLst>
                  <a:path extrusionOk="0" h="21600" w="21600">
                    <a:moveTo>
                      <a:pt x="0" y="21600"/>
                    </a:moveTo>
                    <a:cubicBezTo>
                      <a:pt x="7200" y="10800"/>
                      <a:pt x="14400" y="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5" name="Google Shape;635;p25"/>
              <p:cNvSpPr/>
              <p:nvPr/>
            </p:nvSpPr>
            <p:spPr>
              <a:xfrm>
                <a:off x="1096657" y="1825352"/>
                <a:ext cx="137404" cy="12701"/>
              </a:xfrm>
              <a:custGeom>
                <a:rect b="b" l="l" r="r" t="t"/>
                <a:pathLst>
                  <a:path extrusionOk="0" h="21600" w="21600">
                    <a:moveTo>
                      <a:pt x="0" y="21600"/>
                    </a:moveTo>
                    <a:cubicBezTo>
                      <a:pt x="7005" y="10800"/>
                      <a:pt x="14595" y="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6" name="Google Shape;636;p25"/>
              <p:cNvSpPr/>
              <p:nvPr/>
            </p:nvSpPr>
            <p:spPr>
              <a:xfrm>
                <a:off x="2179189" y="2305213"/>
                <a:ext cx="364697" cy="427089"/>
              </a:xfrm>
              <a:custGeom>
                <a:rect b="b" l="l" r="r" t="t"/>
                <a:pathLst>
                  <a:path extrusionOk="0" h="21600" w="21600">
                    <a:moveTo>
                      <a:pt x="7714" y="1168"/>
                    </a:moveTo>
                    <a:cubicBezTo>
                      <a:pt x="8155" y="1168"/>
                      <a:pt x="8596" y="1362"/>
                      <a:pt x="9037" y="1557"/>
                    </a:cubicBezTo>
                    <a:cubicBezTo>
                      <a:pt x="9037" y="1557"/>
                      <a:pt x="11682" y="3892"/>
                      <a:pt x="13224" y="5254"/>
                    </a:cubicBezTo>
                    <a:cubicBezTo>
                      <a:pt x="14106" y="6227"/>
                      <a:pt x="14988" y="7395"/>
                      <a:pt x="13665" y="8173"/>
                    </a:cubicBezTo>
                    <a:cubicBezTo>
                      <a:pt x="13445" y="8368"/>
                      <a:pt x="13224" y="8562"/>
                      <a:pt x="12784" y="8562"/>
                    </a:cubicBezTo>
                    <a:cubicBezTo>
                      <a:pt x="11902" y="8562"/>
                      <a:pt x="11241" y="7978"/>
                      <a:pt x="10580" y="7589"/>
                    </a:cubicBezTo>
                    <a:cubicBezTo>
                      <a:pt x="10580" y="7395"/>
                      <a:pt x="10359" y="7395"/>
                      <a:pt x="10139" y="7395"/>
                    </a:cubicBezTo>
                    <a:cubicBezTo>
                      <a:pt x="9918" y="7395"/>
                      <a:pt x="9478" y="7589"/>
                      <a:pt x="9478" y="7978"/>
                    </a:cubicBezTo>
                    <a:cubicBezTo>
                      <a:pt x="9478" y="14789"/>
                      <a:pt x="9478" y="14789"/>
                      <a:pt x="9478" y="14789"/>
                    </a:cubicBezTo>
                    <a:cubicBezTo>
                      <a:pt x="9478" y="16151"/>
                      <a:pt x="10800" y="17319"/>
                      <a:pt x="12343" y="17319"/>
                    </a:cubicBezTo>
                    <a:cubicBezTo>
                      <a:pt x="18955" y="17319"/>
                      <a:pt x="18955" y="17319"/>
                      <a:pt x="18955" y="17319"/>
                    </a:cubicBezTo>
                    <a:cubicBezTo>
                      <a:pt x="19616" y="17319"/>
                      <a:pt x="20278" y="17708"/>
                      <a:pt x="20278" y="18292"/>
                    </a:cubicBezTo>
                    <a:cubicBezTo>
                      <a:pt x="20278" y="19459"/>
                      <a:pt x="20278" y="19459"/>
                      <a:pt x="20278" y="19459"/>
                    </a:cubicBezTo>
                    <a:cubicBezTo>
                      <a:pt x="20278" y="19849"/>
                      <a:pt x="19616" y="20432"/>
                      <a:pt x="19176" y="20432"/>
                    </a:cubicBezTo>
                    <a:cubicBezTo>
                      <a:pt x="11241" y="20432"/>
                      <a:pt x="11241" y="20432"/>
                      <a:pt x="11241" y="20432"/>
                    </a:cubicBezTo>
                    <a:cubicBezTo>
                      <a:pt x="8376" y="20432"/>
                      <a:pt x="6171" y="18292"/>
                      <a:pt x="6171" y="15957"/>
                    </a:cubicBezTo>
                    <a:cubicBezTo>
                      <a:pt x="6171" y="7589"/>
                      <a:pt x="6171" y="7589"/>
                      <a:pt x="6171" y="7589"/>
                    </a:cubicBezTo>
                    <a:cubicBezTo>
                      <a:pt x="6171" y="7200"/>
                      <a:pt x="5731" y="7005"/>
                      <a:pt x="5510" y="7005"/>
                    </a:cubicBezTo>
                    <a:cubicBezTo>
                      <a:pt x="5290" y="7005"/>
                      <a:pt x="5069" y="7200"/>
                      <a:pt x="5069" y="7200"/>
                    </a:cubicBezTo>
                    <a:cubicBezTo>
                      <a:pt x="4188" y="7978"/>
                      <a:pt x="4188" y="7978"/>
                      <a:pt x="4188" y="7978"/>
                    </a:cubicBezTo>
                    <a:cubicBezTo>
                      <a:pt x="3747" y="8173"/>
                      <a:pt x="3306" y="8368"/>
                      <a:pt x="2865" y="8368"/>
                    </a:cubicBezTo>
                    <a:cubicBezTo>
                      <a:pt x="2645" y="8368"/>
                      <a:pt x="2204" y="8173"/>
                      <a:pt x="1763" y="7978"/>
                    </a:cubicBezTo>
                    <a:cubicBezTo>
                      <a:pt x="1763" y="7978"/>
                      <a:pt x="1763" y="7978"/>
                      <a:pt x="1763" y="7978"/>
                    </a:cubicBezTo>
                    <a:cubicBezTo>
                      <a:pt x="1102" y="7395"/>
                      <a:pt x="1102" y="6422"/>
                      <a:pt x="1763" y="5838"/>
                    </a:cubicBezTo>
                    <a:cubicBezTo>
                      <a:pt x="6612" y="1557"/>
                      <a:pt x="6612" y="1557"/>
                      <a:pt x="6612" y="1557"/>
                    </a:cubicBezTo>
                    <a:cubicBezTo>
                      <a:pt x="6833" y="1362"/>
                      <a:pt x="7273" y="1168"/>
                      <a:pt x="7714" y="1168"/>
                    </a:cubicBezTo>
                    <a:moveTo>
                      <a:pt x="7714" y="0"/>
                    </a:moveTo>
                    <a:cubicBezTo>
                      <a:pt x="6833" y="0"/>
                      <a:pt x="6171" y="195"/>
                      <a:pt x="5510" y="778"/>
                    </a:cubicBezTo>
                    <a:cubicBezTo>
                      <a:pt x="882" y="5059"/>
                      <a:pt x="882" y="5059"/>
                      <a:pt x="882" y="5059"/>
                    </a:cubicBezTo>
                    <a:cubicBezTo>
                      <a:pt x="220" y="5449"/>
                      <a:pt x="0" y="6227"/>
                      <a:pt x="0" y="7005"/>
                    </a:cubicBezTo>
                    <a:cubicBezTo>
                      <a:pt x="0" y="7589"/>
                      <a:pt x="220" y="8368"/>
                      <a:pt x="882" y="8757"/>
                    </a:cubicBezTo>
                    <a:cubicBezTo>
                      <a:pt x="882" y="8757"/>
                      <a:pt x="882" y="8757"/>
                      <a:pt x="882" y="8757"/>
                    </a:cubicBezTo>
                    <a:cubicBezTo>
                      <a:pt x="882" y="8951"/>
                      <a:pt x="882" y="8951"/>
                      <a:pt x="882" y="8951"/>
                    </a:cubicBezTo>
                    <a:cubicBezTo>
                      <a:pt x="1543" y="9341"/>
                      <a:pt x="2204" y="9535"/>
                      <a:pt x="2865" y="9535"/>
                    </a:cubicBezTo>
                    <a:cubicBezTo>
                      <a:pt x="3747" y="9535"/>
                      <a:pt x="4188" y="9341"/>
                      <a:pt x="4849" y="8951"/>
                    </a:cubicBezTo>
                    <a:cubicBezTo>
                      <a:pt x="4849" y="15957"/>
                      <a:pt x="4849" y="15957"/>
                      <a:pt x="4849" y="15957"/>
                    </a:cubicBezTo>
                    <a:cubicBezTo>
                      <a:pt x="4849" y="19070"/>
                      <a:pt x="7714" y="21600"/>
                      <a:pt x="11241" y="21600"/>
                    </a:cubicBezTo>
                    <a:cubicBezTo>
                      <a:pt x="19176" y="21600"/>
                      <a:pt x="19176" y="21600"/>
                      <a:pt x="19176" y="21600"/>
                    </a:cubicBezTo>
                    <a:cubicBezTo>
                      <a:pt x="20498" y="21600"/>
                      <a:pt x="21600" y="20627"/>
                      <a:pt x="21600" y="19459"/>
                    </a:cubicBezTo>
                    <a:cubicBezTo>
                      <a:pt x="21600" y="18292"/>
                      <a:pt x="21600" y="18292"/>
                      <a:pt x="21600" y="18292"/>
                    </a:cubicBezTo>
                    <a:cubicBezTo>
                      <a:pt x="21600" y="17124"/>
                      <a:pt x="20498" y="16151"/>
                      <a:pt x="18955" y="16151"/>
                    </a:cubicBezTo>
                    <a:cubicBezTo>
                      <a:pt x="12343" y="16151"/>
                      <a:pt x="12343" y="16151"/>
                      <a:pt x="12343" y="16151"/>
                    </a:cubicBezTo>
                    <a:cubicBezTo>
                      <a:pt x="11461" y="16151"/>
                      <a:pt x="10800" y="15568"/>
                      <a:pt x="10800" y="14789"/>
                    </a:cubicBezTo>
                    <a:cubicBezTo>
                      <a:pt x="10800" y="9146"/>
                      <a:pt x="10800" y="9146"/>
                      <a:pt x="10800" y="9146"/>
                    </a:cubicBezTo>
                    <a:cubicBezTo>
                      <a:pt x="11461" y="9535"/>
                      <a:pt x="12122" y="9730"/>
                      <a:pt x="12784" y="9730"/>
                    </a:cubicBezTo>
                    <a:cubicBezTo>
                      <a:pt x="13445" y="9730"/>
                      <a:pt x="14106" y="9535"/>
                      <a:pt x="14547" y="9146"/>
                    </a:cubicBezTo>
                    <a:cubicBezTo>
                      <a:pt x="15429" y="8562"/>
                      <a:pt x="15649" y="7784"/>
                      <a:pt x="15649" y="7395"/>
                    </a:cubicBezTo>
                    <a:cubicBezTo>
                      <a:pt x="15869" y="6227"/>
                      <a:pt x="14988" y="5254"/>
                      <a:pt x="14106" y="4476"/>
                    </a:cubicBezTo>
                    <a:cubicBezTo>
                      <a:pt x="12563" y="3114"/>
                      <a:pt x="9918" y="778"/>
                      <a:pt x="9918" y="778"/>
                    </a:cubicBezTo>
                    <a:cubicBezTo>
                      <a:pt x="9257" y="195"/>
                      <a:pt x="8596" y="0"/>
                      <a:pt x="7714" y="0"/>
                    </a:cubicBezTo>
                    <a:close/>
                  </a:path>
                </a:pathLst>
              </a:custGeom>
              <a:noFill/>
              <a:ln cap="flat"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7" name="Google Shape;637;p25"/>
              <p:cNvSpPr/>
              <p:nvPr/>
            </p:nvSpPr>
            <p:spPr>
              <a:xfrm>
                <a:off x="2402629" y="2232263"/>
                <a:ext cx="365981" cy="427088"/>
              </a:xfrm>
              <a:custGeom>
                <a:rect b="b" l="l" r="r" t="t"/>
                <a:pathLst>
                  <a:path extrusionOk="0" h="21600" w="21600">
                    <a:moveTo>
                      <a:pt x="10359" y="1168"/>
                    </a:moveTo>
                    <a:cubicBezTo>
                      <a:pt x="13004" y="1168"/>
                      <a:pt x="15429" y="3114"/>
                      <a:pt x="15429" y="5643"/>
                    </a:cubicBezTo>
                    <a:cubicBezTo>
                      <a:pt x="15429" y="13816"/>
                      <a:pt x="15429" y="13816"/>
                      <a:pt x="15429" y="13816"/>
                    </a:cubicBezTo>
                    <a:cubicBezTo>
                      <a:pt x="15429" y="14205"/>
                      <a:pt x="15649" y="14400"/>
                      <a:pt x="16090" y="14400"/>
                    </a:cubicBezTo>
                    <a:cubicBezTo>
                      <a:pt x="16090" y="14400"/>
                      <a:pt x="16310" y="14400"/>
                      <a:pt x="16531" y="14205"/>
                    </a:cubicBezTo>
                    <a:cubicBezTo>
                      <a:pt x="17192" y="13622"/>
                      <a:pt x="17192" y="13622"/>
                      <a:pt x="17192" y="13622"/>
                    </a:cubicBezTo>
                    <a:cubicBezTo>
                      <a:pt x="17633" y="13232"/>
                      <a:pt x="18073" y="13038"/>
                      <a:pt x="18514" y="13038"/>
                    </a:cubicBezTo>
                    <a:cubicBezTo>
                      <a:pt x="18955" y="13038"/>
                      <a:pt x="19396" y="13232"/>
                      <a:pt x="19616" y="13427"/>
                    </a:cubicBezTo>
                    <a:cubicBezTo>
                      <a:pt x="19616" y="13427"/>
                      <a:pt x="19616" y="13427"/>
                      <a:pt x="19616" y="13427"/>
                    </a:cubicBezTo>
                    <a:cubicBezTo>
                      <a:pt x="20278" y="14011"/>
                      <a:pt x="20278" y="15178"/>
                      <a:pt x="19616" y="15762"/>
                    </a:cubicBezTo>
                    <a:cubicBezTo>
                      <a:pt x="14988" y="19849"/>
                      <a:pt x="14988" y="19849"/>
                      <a:pt x="14988" y="19849"/>
                    </a:cubicBezTo>
                    <a:cubicBezTo>
                      <a:pt x="14547" y="20238"/>
                      <a:pt x="14106" y="20432"/>
                      <a:pt x="13665" y="20432"/>
                    </a:cubicBezTo>
                    <a:cubicBezTo>
                      <a:pt x="13224" y="20432"/>
                      <a:pt x="12784" y="20238"/>
                      <a:pt x="12563" y="19849"/>
                    </a:cubicBezTo>
                    <a:cubicBezTo>
                      <a:pt x="12563" y="19849"/>
                      <a:pt x="9698" y="17708"/>
                      <a:pt x="8155" y="16151"/>
                    </a:cubicBezTo>
                    <a:cubicBezTo>
                      <a:pt x="7273" y="15373"/>
                      <a:pt x="6392" y="14205"/>
                      <a:pt x="7714" y="13232"/>
                    </a:cubicBezTo>
                    <a:cubicBezTo>
                      <a:pt x="7935" y="13038"/>
                      <a:pt x="8376" y="13038"/>
                      <a:pt x="8596" y="13038"/>
                    </a:cubicBezTo>
                    <a:cubicBezTo>
                      <a:pt x="9478" y="13038"/>
                      <a:pt x="10359" y="13427"/>
                      <a:pt x="10800" y="14011"/>
                    </a:cubicBezTo>
                    <a:cubicBezTo>
                      <a:pt x="11020" y="14205"/>
                      <a:pt x="11020" y="14205"/>
                      <a:pt x="11241" y="14205"/>
                    </a:cubicBezTo>
                    <a:cubicBezTo>
                      <a:pt x="11682" y="14205"/>
                      <a:pt x="11902" y="14011"/>
                      <a:pt x="11902" y="13622"/>
                    </a:cubicBezTo>
                    <a:cubicBezTo>
                      <a:pt x="11902" y="6616"/>
                      <a:pt x="11902" y="6616"/>
                      <a:pt x="11902" y="6616"/>
                    </a:cubicBezTo>
                    <a:cubicBezTo>
                      <a:pt x="11902" y="5254"/>
                      <a:pt x="10580" y="4086"/>
                      <a:pt x="9037" y="4086"/>
                    </a:cubicBezTo>
                    <a:cubicBezTo>
                      <a:pt x="2424" y="4086"/>
                      <a:pt x="2424" y="4086"/>
                      <a:pt x="2424" y="4086"/>
                    </a:cubicBezTo>
                    <a:cubicBezTo>
                      <a:pt x="1763" y="4086"/>
                      <a:pt x="1322" y="3697"/>
                      <a:pt x="1322" y="3114"/>
                    </a:cubicBezTo>
                    <a:cubicBezTo>
                      <a:pt x="1322" y="2141"/>
                      <a:pt x="1322" y="2141"/>
                      <a:pt x="1322" y="2141"/>
                    </a:cubicBezTo>
                    <a:cubicBezTo>
                      <a:pt x="1322" y="1557"/>
                      <a:pt x="1763" y="1168"/>
                      <a:pt x="2424" y="1168"/>
                    </a:cubicBezTo>
                    <a:cubicBezTo>
                      <a:pt x="10359" y="1168"/>
                      <a:pt x="10359" y="1168"/>
                      <a:pt x="10359" y="1168"/>
                    </a:cubicBezTo>
                    <a:moveTo>
                      <a:pt x="10359" y="0"/>
                    </a:moveTo>
                    <a:cubicBezTo>
                      <a:pt x="2424" y="0"/>
                      <a:pt x="2424" y="0"/>
                      <a:pt x="2424" y="0"/>
                    </a:cubicBezTo>
                    <a:cubicBezTo>
                      <a:pt x="1102" y="0"/>
                      <a:pt x="0" y="973"/>
                      <a:pt x="0" y="2141"/>
                    </a:cubicBezTo>
                    <a:cubicBezTo>
                      <a:pt x="0" y="3114"/>
                      <a:pt x="0" y="3114"/>
                      <a:pt x="0" y="3114"/>
                    </a:cubicBezTo>
                    <a:cubicBezTo>
                      <a:pt x="0" y="4281"/>
                      <a:pt x="1102" y="5254"/>
                      <a:pt x="2424" y="5254"/>
                    </a:cubicBezTo>
                    <a:cubicBezTo>
                      <a:pt x="9037" y="5254"/>
                      <a:pt x="9037" y="5254"/>
                      <a:pt x="9037" y="5254"/>
                    </a:cubicBezTo>
                    <a:cubicBezTo>
                      <a:pt x="9918" y="5254"/>
                      <a:pt x="10580" y="5838"/>
                      <a:pt x="10580" y="6616"/>
                    </a:cubicBezTo>
                    <a:cubicBezTo>
                      <a:pt x="10580" y="12259"/>
                      <a:pt x="10580" y="12259"/>
                      <a:pt x="10580" y="12259"/>
                    </a:cubicBezTo>
                    <a:cubicBezTo>
                      <a:pt x="10139" y="12065"/>
                      <a:pt x="9478" y="11870"/>
                      <a:pt x="8596" y="11870"/>
                    </a:cubicBezTo>
                    <a:cubicBezTo>
                      <a:pt x="7935" y="11870"/>
                      <a:pt x="7273" y="12065"/>
                      <a:pt x="6833" y="12454"/>
                    </a:cubicBezTo>
                    <a:cubicBezTo>
                      <a:pt x="5951" y="13038"/>
                      <a:pt x="5731" y="13622"/>
                      <a:pt x="5731" y="14205"/>
                    </a:cubicBezTo>
                    <a:cubicBezTo>
                      <a:pt x="5731" y="15373"/>
                      <a:pt x="6612" y="16346"/>
                      <a:pt x="7273" y="16930"/>
                    </a:cubicBezTo>
                    <a:cubicBezTo>
                      <a:pt x="8816" y="18486"/>
                      <a:pt x="11461" y="20627"/>
                      <a:pt x="11461" y="20822"/>
                    </a:cubicBezTo>
                    <a:cubicBezTo>
                      <a:pt x="12122" y="21211"/>
                      <a:pt x="12784" y="21600"/>
                      <a:pt x="13665" y="21600"/>
                    </a:cubicBezTo>
                    <a:cubicBezTo>
                      <a:pt x="14547" y="21600"/>
                      <a:pt x="15208" y="21211"/>
                      <a:pt x="15869" y="20822"/>
                    </a:cubicBezTo>
                    <a:cubicBezTo>
                      <a:pt x="20718" y="16541"/>
                      <a:pt x="20718" y="16541"/>
                      <a:pt x="20718" y="16541"/>
                    </a:cubicBezTo>
                    <a:cubicBezTo>
                      <a:pt x="21159" y="15957"/>
                      <a:pt x="21600" y="15373"/>
                      <a:pt x="21600" y="14595"/>
                    </a:cubicBezTo>
                    <a:cubicBezTo>
                      <a:pt x="21600" y="13816"/>
                      <a:pt x="21159" y="13232"/>
                      <a:pt x="20498" y="12649"/>
                    </a:cubicBezTo>
                    <a:cubicBezTo>
                      <a:pt x="19837" y="12259"/>
                      <a:pt x="19176" y="11870"/>
                      <a:pt x="18514" y="11870"/>
                    </a:cubicBezTo>
                    <a:cubicBezTo>
                      <a:pt x="17853" y="11870"/>
                      <a:pt x="17192" y="12065"/>
                      <a:pt x="16751" y="12454"/>
                    </a:cubicBezTo>
                    <a:cubicBezTo>
                      <a:pt x="16751" y="5643"/>
                      <a:pt x="16751" y="5643"/>
                      <a:pt x="16751" y="5643"/>
                    </a:cubicBezTo>
                    <a:cubicBezTo>
                      <a:pt x="16751" y="2530"/>
                      <a:pt x="13886" y="0"/>
                      <a:pt x="10359" y="0"/>
                    </a:cubicBezTo>
                    <a:close/>
                  </a:path>
                </a:pathLst>
              </a:custGeom>
              <a:noFill/>
              <a:ln cap="flat"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8" name="Google Shape;638;p25"/>
              <p:cNvSpPr/>
              <p:nvPr/>
            </p:nvSpPr>
            <p:spPr>
              <a:xfrm>
                <a:off x="965674" y="2347657"/>
                <a:ext cx="418632" cy="435047"/>
              </a:xfrm>
              <a:custGeom>
                <a:rect b="b" l="l" r="r" t="t"/>
                <a:pathLst>
                  <a:path extrusionOk="0" h="21600" w="21600">
                    <a:moveTo>
                      <a:pt x="15236" y="0"/>
                    </a:moveTo>
                    <a:cubicBezTo>
                      <a:pt x="6364" y="0"/>
                      <a:pt x="6364" y="0"/>
                      <a:pt x="6364" y="0"/>
                    </a:cubicBezTo>
                    <a:cubicBezTo>
                      <a:pt x="2893" y="0"/>
                      <a:pt x="0" y="2867"/>
                      <a:pt x="0" y="6499"/>
                    </a:cubicBezTo>
                    <a:cubicBezTo>
                      <a:pt x="0" y="15101"/>
                      <a:pt x="0" y="15101"/>
                      <a:pt x="0" y="15101"/>
                    </a:cubicBezTo>
                    <a:cubicBezTo>
                      <a:pt x="0" y="18733"/>
                      <a:pt x="2893" y="21600"/>
                      <a:pt x="6364" y="21600"/>
                    </a:cubicBezTo>
                    <a:cubicBezTo>
                      <a:pt x="15236" y="21600"/>
                      <a:pt x="15236" y="21600"/>
                      <a:pt x="15236" y="21600"/>
                    </a:cubicBezTo>
                    <a:cubicBezTo>
                      <a:pt x="18707" y="21600"/>
                      <a:pt x="21600" y="18733"/>
                      <a:pt x="21600" y="15101"/>
                    </a:cubicBezTo>
                    <a:cubicBezTo>
                      <a:pt x="21600" y="6499"/>
                      <a:pt x="21600" y="6499"/>
                      <a:pt x="21600" y="6499"/>
                    </a:cubicBezTo>
                    <a:cubicBezTo>
                      <a:pt x="21600" y="2867"/>
                      <a:pt x="18707" y="0"/>
                      <a:pt x="15236" y="0"/>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39" name="Google Shape;639;p25"/>
              <p:cNvSpPr/>
              <p:nvPr/>
            </p:nvSpPr>
            <p:spPr>
              <a:xfrm>
                <a:off x="1237912" y="2390101"/>
                <a:ext cx="105301" cy="107435"/>
              </a:xfrm>
              <a:custGeom>
                <a:rect b="b" l="l" r="r" t="t"/>
                <a:pathLst>
                  <a:path extrusionOk="0" h="21600" w="21600">
                    <a:moveTo>
                      <a:pt x="10800" y="4629"/>
                    </a:moveTo>
                    <a:cubicBezTo>
                      <a:pt x="14657" y="4629"/>
                      <a:pt x="16971" y="7714"/>
                      <a:pt x="16971" y="10800"/>
                    </a:cubicBezTo>
                    <a:cubicBezTo>
                      <a:pt x="16971" y="14657"/>
                      <a:pt x="14657" y="16971"/>
                      <a:pt x="10800" y="16971"/>
                    </a:cubicBezTo>
                    <a:cubicBezTo>
                      <a:pt x="7714" y="16971"/>
                      <a:pt x="4629" y="14657"/>
                      <a:pt x="4629" y="10800"/>
                    </a:cubicBezTo>
                    <a:cubicBezTo>
                      <a:pt x="4629" y="7714"/>
                      <a:pt x="7714" y="4629"/>
                      <a:pt x="10800" y="4629"/>
                    </a:cubicBezTo>
                    <a:moveTo>
                      <a:pt x="10800" y="0"/>
                    </a:moveTo>
                    <a:cubicBezTo>
                      <a:pt x="5400" y="0"/>
                      <a:pt x="0" y="4629"/>
                      <a:pt x="0" y="10800"/>
                    </a:cubicBezTo>
                    <a:cubicBezTo>
                      <a:pt x="0" y="16971"/>
                      <a:pt x="5400" y="21600"/>
                      <a:pt x="10800" y="21600"/>
                    </a:cubicBezTo>
                    <a:cubicBezTo>
                      <a:pt x="16971" y="21600"/>
                      <a:pt x="21600" y="16971"/>
                      <a:pt x="21600" y="10800"/>
                    </a:cubicBezTo>
                    <a:cubicBezTo>
                      <a:pt x="21600" y="4629"/>
                      <a:pt x="16971" y="0"/>
                      <a:pt x="10800" y="0"/>
                    </a:cubicBezTo>
                    <a:close/>
                  </a:path>
                </a:pathLst>
              </a:custGeom>
              <a:noFill/>
              <a:ln cap="flat"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40" name="Google Shape;640;p25"/>
              <p:cNvSpPr/>
              <p:nvPr/>
            </p:nvSpPr>
            <p:spPr>
              <a:xfrm>
                <a:off x="965674" y="2347657"/>
                <a:ext cx="418632" cy="435047"/>
              </a:xfrm>
              <a:custGeom>
                <a:rect b="b" l="l" r="r" t="t"/>
                <a:pathLst>
                  <a:path extrusionOk="0" h="21600" w="21600">
                    <a:moveTo>
                      <a:pt x="15236" y="0"/>
                    </a:moveTo>
                    <a:cubicBezTo>
                      <a:pt x="6364" y="0"/>
                      <a:pt x="6364" y="0"/>
                      <a:pt x="6364" y="0"/>
                    </a:cubicBezTo>
                    <a:cubicBezTo>
                      <a:pt x="2893" y="0"/>
                      <a:pt x="0" y="2867"/>
                      <a:pt x="0" y="6499"/>
                    </a:cubicBezTo>
                    <a:cubicBezTo>
                      <a:pt x="0" y="15101"/>
                      <a:pt x="0" y="15101"/>
                      <a:pt x="0" y="15101"/>
                    </a:cubicBezTo>
                    <a:cubicBezTo>
                      <a:pt x="0" y="18733"/>
                      <a:pt x="2893" y="21600"/>
                      <a:pt x="6364" y="21600"/>
                    </a:cubicBezTo>
                    <a:cubicBezTo>
                      <a:pt x="15236" y="21600"/>
                      <a:pt x="15236" y="21600"/>
                      <a:pt x="15236" y="21600"/>
                    </a:cubicBezTo>
                    <a:cubicBezTo>
                      <a:pt x="18707" y="21600"/>
                      <a:pt x="21600" y="18733"/>
                      <a:pt x="21600" y="15101"/>
                    </a:cubicBezTo>
                    <a:cubicBezTo>
                      <a:pt x="21600" y="6499"/>
                      <a:pt x="21600" y="6499"/>
                      <a:pt x="21600" y="6499"/>
                    </a:cubicBezTo>
                    <a:cubicBezTo>
                      <a:pt x="21600" y="2867"/>
                      <a:pt x="18707" y="0"/>
                      <a:pt x="15236" y="0"/>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41" name="Google Shape;641;p25"/>
              <p:cNvSpPr/>
              <p:nvPr/>
            </p:nvSpPr>
            <p:spPr>
              <a:xfrm>
                <a:off x="1085100" y="2486924"/>
                <a:ext cx="172077" cy="176407"/>
              </a:xfrm>
              <a:prstGeom prst="ellipse">
                <a:avLst/>
              </a:pr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42" name="Google Shape;642;p25"/>
              <p:cNvSpPr/>
              <p:nvPr/>
            </p:nvSpPr>
            <p:spPr>
              <a:xfrm>
                <a:off x="1022177" y="2409995"/>
                <a:ext cx="305626" cy="315676"/>
              </a:xfrm>
              <a:custGeom>
                <a:rect b="b" l="l" r="r" t="t"/>
                <a:pathLst>
                  <a:path extrusionOk="0" h="21600" w="21600">
                    <a:moveTo>
                      <a:pt x="17649" y="527"/>
                    </a:moveTo>
                    <a:cubicBezTo>
                      <a:pt x="16859" y="0"/>
                      <a:pt x="16068" y="0"/>
                      <a:pt x="15278" y="0"/>
                    </a:cubicBezTo>
                    <a:cubicBezTo>
                      <a:pt x="6585" y="0"/>
                      <a:pt x="6585" y="0"/>
                      <a:pt x="6585" y="0"/>
                    </a:cubicBezTo>
                    <a:cubicBezTo>
                      <a:pt x="2898" y="0"/>
                      <a:pt x="0" y="2898"/>
                      <a:pt x="0" y="6322"/>
                    </a:cubicBezTo>
                    <a:cubicBezTo>
                      <a:pt x="0" y="15015"/>
                      <a:pt x="0" y="15015"/>
                      <a:pt x="0" y="15015"/>
                    </a:cubicBezTo>
                    <a:cubicBezTo>
                      <a:pt x="0" y="18702"/>
                      <a:pt x="2898" y="21600"/>
                      <a:pt x="6585" y="21600"/>
                    </a:cubicBezTo>
                    <a:cubicBezTo>
                      <a:pt x="15278" y="21600"/>
                      <a:pt x="15278" y="21600"/>
                      <a:pt x="15278" y="21600"/>
                    </a:cubicBezTo>
                    <a:cubicBezTo>
                      <a:pt x="18702" y="21600"/>
                      <a:pt x="21600" y="18702"/>
                      <a:pt x="21600" y="15015"/>
                    </a:cubicBezTo>
                    <a:cubicBezTo>
                      <a:pt x="21600" y="6322"/>
                      <a:pt x="21600" y="6322"/>
                      <a:pt x="21600" y="6322"/>
                    </a:cubicBezTo>
                    <a:cubicBezTo>
                      <a:pt x="21600" y="5532"/>
                      <a:pt x="21337" y="4741"/>
                      <a:pt x="21073" y="3951"/>
                    </a:cubicBezTo>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43" name="Google Shape;643;p25"/>
              <p:cNvSpPr/>
              <p:nvPr/>
            </p:nvSpPr>
            <p:spPr>
              <a:xfrm>
                <a:off x="368548" y="3363648"/>
                <a:ext cx="283795" cy="293127"/>
              </a:xfrm>
              <a:prstGeom prst="ellipse">
                <a:avLst/>
              </a:pr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44" name="Google Shape;644;p25"/>
              <p:cNvSpPr/>
              <p:nvPr/>
            </p:nvSpPr>
            <p:spPr>
              <a:xfrm>
                <a:off x="462291" y="3424841"/>
                <a:ext cx="95040" cy="82056"/>
              </a:xfrm>
              <a:custGeom>
                <a:rect b="b" l="l" r="r" t="t"/>
                <a:pathLst>
                  <a:path extrusionOk="0" h="20879" w="21315">
                    <a:moveTo>
                      <a:pt x="0" y="3206"/>
                    </a:moveTo>
                    <a:cubicBezTo>
                      <a:pt x="4154" y="1243"/>
                      <a:pt x="8308" y="-721"/>
                      <a:pt x="13292" y="261"/>
                    </a:cubicBezTo>
                    <a:cubicBezTo>
                      <a:pt x="15785" y="1243"/>
                      <a:pt x="19108" y="2224"/>
                      <a:pt x="20769" y="6152"/>
                    </a:cubicBezTo>
                    <a:cubicBezTo>
                      <a:pt x="21600" y="8115"/>
                      <a:pt x="21600" y="12043"/>
                      <a:pt x="19938" y="14988"/>
                    </a:cubicBezTo>
                    <a:cubicBezTo>
                      <a:pt x="18277" y="16952"/>
                      <a:pt x="15785" y="18915"/>
                      <a:pt x="13292" y="19897"/>
                    </a:cubicBezTo>
                    <a:cubicBezTo>
                      <a:pt x="10800" y="20879"/>
                      <a:pt x="7477" y="20879"/>
                      <a:pt x="4985" y="20879"/>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45" name="Google Shape;645;p25"/>
              <p:cNvSpPr/>
              <p:nvPr/>
            </p:nvSpPr>
            <p:spPr>
              <a:xfrm>
                <a:off x="469996" y="3503884"/>
                <a:ext cx="106427" cy="92718"/>
              </a:xfrm>
              <a:custGeom>
                <a:rect b="b" l="l" r="r" t="t"/>
                <a:pathLst>
                  <a:path extrusionOk="0" h="20684" w="18267">
                    <a:moveTo>
                      <a:pt x="3812" y="648"/>
                    </a:moveTo>
                    <a:cubicBezTo>
                      <a:pt x="5718" y="-216"/>
                      <a:pt x="7624" y="-216"/>
                      <a:pt x="10165" y="648"/>
                    </a:cubicBezTo>
                    <a:cubicBezTo>
                      <a:pt x="12071" y="648"/>
                      <a:pt x="14612" y="1512"/>
                      <a:pt x="15882" y="3240"/>
                    </a:cubicBezTo>
                    <a:cubicBezTo>
                      <a:pt x="21600" y="9288"/>
                      <a:pt x="15882" y="18792"/>
                      <a:pt x="10800" y="20520"/>
                    </a:cubicBezTo>
                    <a:cubicBezTo>
                      <a:pt x="6353" y="21384"/>
                      <a:pt x="1906" y="18792"/>
                      <a:pt x="0" y="13608"/>
                    </a:cubicBezTo>
                  </a:path>
                </a:pathLst>
              </a:custGeom>
              <a:noFill/>
              <a:ln cap="rnd"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46" name="Google Shape;646;p25"/>
              <p:cNvSpPr/>
              <p:nvPr/>
            </p:nvSpPr>
            <p:spPr>
              <a:xfrm>
                <a:off x="443028" y="2028004"/>
                <a:ext cx="385595" cy="716236"/>
              </a:xfrm>
              <a:custGeom>
                <a:rect b="b" l="l" r="r" t="t"/>
                <a:pathLst>
                  <a:path extrusionOk="0" h="21600" w="21406">
                    <a:moveTo>
                      <a:pt x="19315" y="0"/>
                    </a:moveTo>
                    <a:cubicBezTo>
                      <a:pt x="2700" y="0"/>
                      <a:pt x="2700" y="0"/>
                      <a:pt x="2700" y="0"/>
                    </a:cubicBezTo>
                    <a:cubicBezTo>
                      <a:pt x="1246" y="0"/>
                      <a:pt x="0" y="697"/>
                      <a:pt x="0" y="1510"/>
                    </a:cubicBezTo>
                    <a:cubicBezTo>
                      <a:pt x="0" y="19974"/>
                      <a:pt x="0" y="19974"/>
                      <a:pt x="0" y="19974"/>
                    </a:cubicBezTo>
                    <a:cubicBezTo>
                      <a:pt x="0" y="20903"/>
                      <a:pt x="1246" y="21600"/>
                      <a:pt x="2700" y="21600"/>
                    </a:cubicBezTo>
                    <a:cubicBezTo>
                      <a:pt x="18692" y="21600"/>
                      <a:pt x="18692" y="21600"/>
                      <a:pt x="18692" y="21600"/>
                    </a:cubicBezTo>
                    <a:cubicBezTo>
                      <a:pt x="20146" y="21600"/>
                      <a:pt x="21392" y="20903"/>
                      <a:pt x="21392" y="19974"/>
                    </a:cubicBezTo>
                    <a:cubicBezTo>
                      <a:pt x="21392" y="1510"/>
                      <a:pt x="21392" y="1510"/>
                      <a:pt x="21392" y="1510"/>
                    </a:cubicBezTo>
                    <a:cubicBezTo>
                      <a:pt x="21600" y="116"/>
                      <a:pt x="19315" y="0"/>
                      <a:pt x="19315" y="0"/>
                    </a:cubicBezTo>
                    <a:close/>
                    <a:moveTo>
                      <a:pt x="10800" y="20090"/>
                    </a:moveTo>
                    <a:cubicBezTo>
                      <a:pt x="9762" y="20090"/>
                      <a:pt x="8931" y="19626"/>
                      <a:pt x="8931" y="19045"/>
                    </a:cubicBezTo>
                    <a:cubicBezTo>
                      <a:pt x="8931" y="18581"/>
                      <a:pt x="9762" y="18116"/>
                      <a:pt x="10800" y="18116"/>
                    </a:cubicBezTo>
                    <a:cubicBezTo>
                      <a:pt x="11631" y="18116"/>
                      <a:pt x="12462" y="18581"/>
                      <a:pt x="12462" y="19045"/>
                    </a:cubicBezTo>
                    <a:cubicBezTo>
                      <a:pt x="12462" y="19626"/>
                      <a:pt x="11631" y="20090"/>
                      <a:pt x="10800" y="20090"/>
                    </a:cubicBezTo>
                    <a:close/>
                    <a:moveTo>
                      <a:pt x="16823" y="16723"/>
                    </a:moveTo>
                    <a:cubicBezTo>
                      <a:pt x="4362" y="16723"/>
                      <a:pt x="4362" y="16723"/>
                      <a:pt x="4362" y="16723"/>
                    </a:cubicBezTo>
                    <a:cubicBezTo>
                      <a:pt x="3323" y="16723"/>
                      <a:pt x="2700" y="16258"/>
                      <a:pt x="2700" y="15794"/>
                    </a:cubicBezTo>
                    <a:cubicBezTo>
                      <a:pt x="2700" y="4065"/>
                      <a:pt x="2700" y="4065"/>
                      <a:pt x="2700" y="4065"/>
                    </a:cubicBezTo>
                    <a:cubicBezTo>
                      <a:pt x="2700" y="3600"/>
                      <a:pt x="3531" y="3135"/>
                      <a:pt x="4362" y="3135"/>
                    </a:cubicBezTo>
                    <a:cubicBezTo>
                      <a:pt x="17031" y="3135"/>
                      <a:pt x="17031" y="3135"/>
                      <a:pt x="17031" y="3135"/>
                    </a:cubicBezTo>
                    <a:cubicBezTo>
                      <a:pt x="17862" y="3135"/>
                      <a:pt x="18692" y="3600"/>
                      <a:pt x="18692" y="4065"/>
                    </a:cubicBezTo>
                    <a:cubicBezTo>
                      <a:pt x="18485" y="15910"/>
                      <a:pt x="18485" y="15910"/>
                      <a:pt x="18485" y="15910"/>
                    </a:cubicBezTo>
                    <a:cubicBezTo>
                      <a:pt x="18485" y="16374"/>
                      <a:pt x="17654" y="16723"/>
                      <a:pt x="16823" y="16723"/>
                    </a:cubicBezTo>
                    <a:close/>
                    <a:moveTo>
                      <a:pt x="19315" y="16723"/>
                    </a:moveTo>
                    <a:cubicBezTo>
                      <a:pt x="19315" y="16723"/>
                      <a:pt x="19315" y="16723"/>
                      <a:pt x="19315" y="16723"/>
                    </a:cubicBezTo>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647" name="Google Shape;647;p25"/>
              <p:cNvCxnSpPr/>
              <p:nvPr/>
            </p:nvCxnSpPr>
            <p:spPr>
              <a:xfrm flipH="1">
                <a:off x="529067" y="2181861"/>
                <a:ext cx="197758" cy="250682"/>
              </a:xfrm>
              <a:prstGeom prst="straightConnector1">
                <a:avLst/>
              </a:prstGeom>
              <a:noFill/>
              <a:ln cap="rnd" cmpd="sng" w="9525">
                <a:solidFill>
                  <a:srgbClr val="FE9D98"/>
                </a:solidFill>
                <a:prstDash val="solid"/>
                <a:round/>
                <a:headEnd len="sm" w="sm" type="none"/>
                <a:tailEnd len="sm" w="sm" type="none"/>
              </a:ln>
            </p:spPr>
          </p:cxnSp>
          <p:cxnSp>
            <p:nvCxnSpPr>
              <p:cNvPr id="648" name="Google Shape;648;p25"/>
              <p:cNvCxnSpPr/>
              <p:nvPr/>
            </p:nvCxnSpPr>
            <p:spPr>
              <a:xfrm flipH="1">
                <a:off x="595842" y="2274706"/>
                <a:ext cx="134835" cy="161816"/>
              </a:xfrm>
              <a:prstGeom prst="straightConnector1">
                <a:avLst/>
              </a:prstGeom>
              <a:noFill/>
              <a:ln cap="rnd" cmpd="sng" w="9525">
                <a:solidFill>
                  <a:srgbClr val="FE9D98"/>
                </a:solidFill>
                <a:prstDash val="solid"/>
                <a:round/>
                <a:headEnd len="sm" w="sm" type="none"/>
                <a:tailEnd len="sm" w="sm" type="none"/>
              </a:ln>
            </p:spPr>
          </p:cxnSp>
          <p:cxnSp>
            <p:nvCxnSpPr>
              <p:cNvPr id="649" name="Google Shape;649;p25"/>
              <p:cNvCxnSpPr/>
              <p:nvPr/>
            </p:nvCxnSpPr>
            <p:spPr>
              <a:xfrm>
                <a:off x="566306" y="2078406"/>
                <a:ext cx="134835" cy="1"/>
              </a:xfrm>
              <a:prstGeom prst="straightConnector1">
                <a:avLst/>
              </a:prstGeom>
              <a:noFill/>
              <a:ln cap="rnd" cmpd="sng" w="9525">
                <a:solidFill>
                  <a:srgbClr val="FE9D98"/>
                </a:solidFill>
                <a:prstDash val="solid"/>
                <a:round/>
                <a:headEnd len="sm" w="sm" type="none"/>
                <a:tailEnd len="sm" w="sm" type="none"/>
              </a:ln>
            </p:spPr>
          </p:cxnSp>
          <p:sp>
            <p:nvSpPr>
              <p:cNvPr id="650" name="Google Shape;650;p25"/>
              <p:cNvSpPr/>
              <p:nvPr/>
            </p:nvSpPr>
            <p:spPr>
              <a:xfrm>
                <a:off x="476416" y="1882104"/>
                <a:ext cx="75765" cy="92846"/>
              </a:xfrm>
              <a:custGeom>
                <a:rect b="b" l="l" r="r" t="t"/>
                <a:pathLst>
                  <a:path extrusionOk="0" h="21600" w="21600">
                    <a:moveTo>
                      <a:pt x="0" y="0"/>
                    </a:moveTo>
                    <a:cubicBezTo>
                      <a:pt x="7560" y="7200"/>
                      <a:pt x="14040" y="14400"/>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1" name="Google Shape;651;p25"/>
              <p:cNvSpPr/>
              <p:nvPr/>
            </p:nvSpPr>
            <p:spPr>
              <a:xfrm>
                <a:off x="626089" y="1809155"/>
                <a:ext cx="12701" cy="153859"/>
              </a:xfrm>
              <a:custGeom>
                <a:rect b="b" l="l" r="r" t="t"/>
                <a:pathLst>
                  <a:path extrusionOk="0" h="21600" w="21600">
                    <a:moveTo>
                      <a:pt x="21600" y="0"/>
                    </a:moveTo>
                    <a:cubicBezTo>
                      <a:pt x="21600" y="7020"/>
                      <a:pt x="0" y="14580"/>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2" name="Google Shape;652;p25"/>
              <p:cNvSpPr/>
              <p:nvPr/>
            </p:nvSpPr>
            <p:spPr>
              <a:xfrm>
                <a:off x="708846" y="1894041"/>
                <a:ext cx="84754" cy="80909"/>
              </a:xfrm>
              <a:custGeom>
                <a:rect b="b" l="l" r="r" t="t"/>
                <a:pathLst>
                  <a:path extrusionOk="0" h="21600" w="21600">
                    <a:moveTo>
                      <a:pt x="0" y="21600"/>
                    </a:moveTo>
                    <a:cubicBezTo>
                      <a:pt x="6574" y="13371"/>
                      <a:pt x="14087" y="6171"/>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3" name="Google Shape;653;p25"/>
              <p:cNvSpPr/>
              <p:nvPr/>
            </p:nvSpPr>
            <p:spPr>
              <a:xfrm>
                <a:off x="-1" y="1050477"/>
                <a:ext cx="282513" cy="293127"/>
              </a:xfrm>
              <a:prstGeom prst="ellipse">
                <a:avLst/>
              </a:pr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4" name="Google Shape;654;p25"/>
              <p:cNvSpPr/>
              <p:nvPr/>
            </p:nvSpPr>
            <p:spPr>
              <a:xfrm>
                <a:off x="92458" y="1149953"/>
                <a:ext cx="93743" cy="127331"/>
              </a:xfrm>
              <a:custGeom>
                <a:rect b="b" l="l" r="r" t="t"/>
                <a:pathLst>
                  <a:path extrusionOk="0" h="21600" w="21600">
                    <a:moveTo>
                      <a:pt x="0" y="655"/>
                    </a:moveTo>
                    <a:cubicBezTo>
                      <a:pt x="6912" y="655"/>
                      <a:pt x="13824" y="0"/>
                      <a:pt x="21600" y="0"/>
                    </a:cubicBezTo>
                    <a:cubicBezTo>
                      <a:pt x="12960" y="4582"/>
                      <a:pt x="7776" y="13091"/>
                      <a:pt x="9504"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5" name="Google Shape;655;p25"/>
              <p:cNvSpPr/>
              <p:nvPr/>
            </p:nvSpPr>
            <p:spPr>
              <a:xfrm>
                <a:off x="100163" y="1215890"/>
                <a:ext cx="70629" cy="12701"/>
              </a:xfrm>
              <a:custGeom>
                <a:rect b="b" l="l" r="r" t="t"/>
                <a:pathLst>
                  <a:path extrusionOk="0" h="21600" w="21600">
                    <a:moveTo>
                      <a:pt x="0" y="21600"/>
                    </a:moveTo>
                    <a:cubicBezTo>
                      <a:pt x="7958" y="21600"/>
                      <a:pt x="14779" y="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6" name="Google Shape;656;p25"/>
              <p:cNvSpPr/>
              <p:nvPr/>
            </p:nvSpPr>
            <p:spPr>
              <a:xfrm>
                <a:off x="399156" y="627238"/>
                <a:ext cx="466574" cy="481600"/>
              </a:xfrm>
              <a:custGeom>
                <a:rect b="b" l="l" r="r" t="t"/>
                <a:pathLst>
                  <a:path extrusionOk="0" h="21429" w="21268">
                    <a:moveTo>
                      <a:pt x="21264" y="10629"/>
                    </a:moveTo>
                    <a:cubicBezTo>
                      <a:pt x="21264" y="4629"/>
                      <a:pt x="16502" y="0"/>
                      <a:pt x="10549" y="0"/>
                    </a:cubicBezTo>
                    <a:cubicBezTo>
                      <a:pt x="10549" y="0"/>
                      <a:pt x="344" y="-171"/>
                      <a:pt x="4" y="10800"/>
                    </a:cubicBezTo>
                    <a:cubicBezTo>
                      <a:pt x="-166" y="16800"/>
                      <a:pt x="4936" y="21429"/>
                      <a:pt x="10889" y="21429"/>
                    </a:cubicBezTo>
                    <a:cubicBezTo>
                      <a:pt x="10889" y="21429"/>
                      <a:pt x="10889" y="21429"/>
                      <a:pt x="10889" y="21429"/>
                    </a:cubicBezTo>
                    <a:cubicBezTo>
                      <a:pt x="10889" y="21429"/>
                      <a:pt x="10889" y="21429"/>
                      <a:pt x="10889" y="21429"/>
                    </a:cubicBezTo>
                    <a:cubicBezTo>
                      <a:pt x="10889" y="21429"/>
                      <a:pt x="10889" y="21429"/>
                      <a:pt x="10889" y="21429"/>
                    </a:cubicBezTo>
                    <a:cubicBezTo>
                      <a:pt x="16672" y="21429"/>
                      <a:pt x="21434" y="16458"/>
                      <a:pt x="21264" y="10629"/>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7" name="Google Shape;657;p25"/>
              <p:cNvSpPr/>
              <p:nvPr/>
            </p:nvSpPr>
            <p:spPr>
              <a:xfrm>
                <a:off x="548328" y="635326"/>
                <a:ext cx="174645" cy="473511"/>
              </a:xfrm>
              <a:custGeom>
                <a:rect b="b" l="l" r="r" t="t"/>
                <a:pathLst>
                  <a:path extrusionOk="0" h="21600" w="21600">
                    <a:moveTo>
                      <a:pt x="21600" y="10537"/>
                    </a:moveTo>
                    <a:cubicBezTo>
                      <a:pt x="21600" y="16683"/>
                      <a:pt x="18383" y="21600"/>
                      <a:pt x="11030" y="21600"/>
                    </a:cubicBezTo>
                    <a:cubicBezTo>
                      <a:pt x="3677" y="21600"/>
                      <a:pt x="0" y="16507"/>
                      <a:pt x="0" y="10361"/>
                    </a:cubicBezTo>
                    <a:cubicBezTo>
                      <a:pt x="0" y="4390"/>
                      <a:pt x="3677" y="0"/>
                      <a:pt x="11030" y="0"/>
                    </a:cubicBezTo>
                    <a:cubicBezTo>
                      <a:pt x="18843" y="0"/>
                      <a:pt x="21600" y="4390"/>
                      <a:pt x="21600" y="10537"/>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8" name="Google Shape;658;p25"/>
              <p:cNvSpPr/>
              <p:nvPr/>
            </p:nvSpPr>
            <p:spPr>
              <a:xfrm>
                <a:off x="405789" y="761331"/>
                <a:ext cx="467429" cy="196301"/>
              </a:xfrm>
              <a:custGeom>
                <a:rect b="b" l="l" r="r" t="t"/>
                <a:pathLst>
                  <a:path extrusionOk="0" h="21600" w="21600">
                    <a:moveTo>
                      <a:pt x="10541" y="0"/>
                    </a:moveTo>
                    <a:cubicBezTo>
                      <a:pt x="16589" y="0"/>
                      <a:pt x="21600" y="4659"/>
                      <a:pt x="21600" y="11435"/>
                    </a:cubicBezTo>
                    <a:cubicBezTo>
                      <a:pt x="21600" y="18212"/>
                      <a:pt x="16762" y="21600"/>
                      <a:pt x="10714" y="21600"/>
                    </a:cubicBezTo>
                    <a:cubicBezTo>
                      <a:pt x="4666" y="21600"/>
                      <a:pt x="0" y="18212"/>
                      <a:pt x="0" y="11435"/>
                    </a:cubicBezTo>
                    <a:cubicBezTo>
                      <a:pt x="0" y="4659"/>
                      <a:pt x="4666" y="0"/>
                      <a:pt x="10541" y="0"/>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59" name="Google Shape;659;p25"/>
              <p:cNvSpPr/>
              <p:nvPr/>
            </p:nvSpPr>
            <p:spPr>
              <a:xfrm>
                <a:off x="499530" y="1238820"/>
                <a:ext cx="242703" cy="250683"/>
              </a:xfrm>
              <a:prstGeom prst="ellipse">
                <a:avLst/>
              </a:pr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60" name="Google Shape;660;p25"/>
              <p:cNvSpPr/>
              <p:nvPr/>
            </p:nvSpPr>
            <p:spPr>
              <a:xfrm>
                <a:off x="544476" y="1604895"/>
                <a:ext cx="148961" cy="119374"/>
              </a:xfrm>
              <a:custGeom>
                <a:rect b="b" l="l" r="r" t="t"/>
                <a:pathLst>
                  <a:path extrusionOk="0" h="21600" w="21600">
                    <a:moveTo>
                      <a:pt x="21600" y="21600"/>
                    </a:moveTo>
                    <a:cubicBezTo>
                      <a:pt x="21600" y="8361"/>
                      <a:pt x="21600" y="8361"/>
                      <a:pt x="21600" y="8361"/>
                    </a:cubicBezTo>
                    <a:cubicBezTo>
                      <a:pt x="21600" y="3484"/>
                      <a:pt x="18900" y="0"/>
                      <a:pt x="15120" y="0"/>
                    </a:cubicBezTo>
                    <a:cubicBezTo>
                      <a:pt x="5940" y="0"/>
                      <a:pt x="5940" y="0"/>
                      <a:pt x="5940" y="0"/>
                    </a:cubicBezTo>
                    <a:cubicBezTo>
                      <a:pt x="2700" y="0"/>
                      <a:pt x="0" y="3484"/>
                      <a:pt x="0" y="8361"/>
                    </a:cubicBezTo>
                    <a:cubicBezTo>
                      <a:pt x="0" y="21600"/>
                      <a:pt x="0" y="21600"/>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61" name="Google Shape;661;p25"/>
              <p:cNvSpPr/>
              <p:nvPr/>
            </p:nvSpPr>
            <p:spPr>
              <a:xfrm>
                <a:off x="480269" y="1539903"/>
                <a:ext cx="276091" cy="188345"/>
              </a:xfrm>
              <a:custGeom>
                <a:rect b="b" l="l" r="r" t="t"/>
                <a:pathLst>
                  <a:path extrusionOk="0" h="21600" w="21600">
                    <a:moveTo>
                      <a:pt x="0" y="21600"/>
                    </a:moveTo>
                    <a:cubicBezTo>
                      <a:pt x="0" y="12784"/>
                      <a:pt x="0" y="12784"/>
                      <a:pt x="0" y="12784"/>
                    </a:cubicBezTo>
                    <a:cubicBezTo>
                      <a:pt x="0" y="5731"/>
                      <a:pt x="3795" y="0"/>
                      <a:pt x="8173" y="0"/>
                    </a:cubicBezTo>
                    <a:cubicBezTo>
                      <a:pt x="13135" y="0"/>
                      <a:pt x="13135" y="0"/>
                      <a:pt x="13135" y="0"/>
                    </a:cubicBezTo>
                    <a:cubicBezTo>
                      <a:pt x="17805" y="0"/>
                      <a:pt x="21600" y="5731"/>
                      <a:pt x="21600" y="12784"/>
                    </a:cubicBezTo>
                    <a:cubicBezTo>
                      <a:pt x="21600" y="20718"/>
                      <a:pt x="21600" y="20718"/>
                      <a:pt x="21600" y="20718"/>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62" name="Google Shape;662;p25"/>
              <p:cNvSpPr/>
              <p:nvPr/>
            </p:nvSpPr>
            <p:spPr>
              <a:xfrm>
                <a:off x="405789" y="1439099"/>
                <a:ext cx="1271" cy="88867"/>
              </a:xfrm>
              <a:prstGeom prst="ellipse">
                <a:avLst/>
              </a:pr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663" name="Google Shape;663;p25"/>
              <p:cNvCxnSpPr/>
              <p:nvPr/>
            </p:nvCxnSpPr>
            <p:spPr>
              <a:xfrm>
                <a:off x="368548" y="1481543"/>
                <a:ext cx="78333" cy="1"/>
              </a:xfrm>
              <a:prstGeom prst="straightConnector1">
                <a:avLst/>
              </a:prstGeom>
              <a:noFill/>
              <a:ln cap="rnd" cmpd="sng" w="9525">
                <a:solidFill>
                  <a:srgbClr val="FE9D98"/>
                </a:solidFill>
                <a:prstDash val="solid"/>
                <a:round/>
                <a:headEnd len="sm" w="sm" type="none"/>
                <a:tailEnd len="sm" w="sm" type="none"/>
              </a:ln>
            </p:spPr>
          </p:cxnSp>
          <p:sp>
            <p:nvSpPr>
              <p:cNvPr id="664" name="Google Shape;664;p25"/>
              <p:cNvSpPr/>
              <p:nvPr/>
            </p:nvSpPr>
            <p:spPr>
              <a:xfrm>
                <a:off x="562453" y="1305138"/>
                <a:ext cx="115573" cy="122025"/>
              </a:xfrm>
              <a:prstGeom prst="ellipse">
                <a:avLst/>
              </a:pr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65" name="Google Shape;665;p25"/>
              <p:cNvSpPr/>
              <p:nvPr/>
            </p:nvSpPr>
            <p:spPr>
              <a:xfrm>
                <a:off x="1789521" y="2452439"/>
                <a:ext cx="12701" cy="141921"/>
              </a:xfrm>
              <a:custGeom>
                <a:rect b="b" l="l" r="r" t="t"/>
                <a:pathLst>
                  <a:path extrusionOk="0" h="21600" w="21600">
                    <a:moveTo>
                      <a:pt x="0" y="0"/>
                    </a:moveTo>
                    <a:cubicBezTo>
                      <a:pt x="0" y="19265"/>
                      <a:pt x="21600" y="21600"/>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66" name="Google Shape;666;p25"/>
              <p:cNvSpPr/>
              <p:nvPr/>
            </p:nvSpPr>
            <p:spPr>
              <a:xfrm>
                <a:off x="1537117" y="2359594"/>
                <a:ext cx="51367" cy="80908"/>
              </a:xfrm>
              <a:custGeom>
                <a:rect b="b" l="l" r="r" t="t"/>
                <a:pathLst>
                  <a:path extrusionOk="0" h="21600" w="21600">
                    <a:moveTo>
                      <a:pt x="21600" y="0"/>
                    </a:moveTo>
                    <a:cubicBezTo>
                      <a:pt x="13886" y="7200"/>
                      <a:pt x="7714" y="14400"/>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67" name="Google Shape;667;p25"/>
              <p:cNvSpPr/>
              <p:nvPr/>
            </p:nvSpPr>
            <p:spPr>
              <a:xfrm>
                <a:off x="1983998" y="2355615"/>
                <a:ext cx="52650" cy="80908"/>
              </a:xfrm>
              <a:custGeom>
                <a:rect b="b" l="l" r="r" t="t"/>
                <a:pathLst>
                  <a:path extrusionOk="0" h="21600" w="21600">
                    <a:moveTo>
                      <a:pt x="0" y="0"/>
                    </a:moveTo>
                    <a:cubicBezTo>
                      <a:pt x="7714" y="7200"/>
                      <a:pt x="13886" y="14400"/>
                      <a:pt x="2160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68" name="Google Shape;668;p25"/>
              <p:cNvSpPr/>
              <p:nvPr/>
            </p:nvSpPr>
            <p:spPr>
              <a:xfrm>
                <a:off x="1789521" y="1712330"/>
                <a:ext cx="12701" cy="143248"/>
              </a:xfrm>
              <a:custGeom>
                <a:rect b="b" l="l" r="r" t="t"/>
                <a:pathLst>
                  <a:path extrusionOk="0" h="21600" w="21600">
                    <a:moveTo>
                      <a:pt x="0" y="21600"/>
                    </a:moveTo>
                    <a:cubicBezTo>
                      <a:pt x="0" y="14595"/>
                      <a:pt x="0" y="7005"/>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69" name="Google Shape;669;p25"/>
              <p:cNvSpPr/>
              <p:nvPr/>
            </p:nvSpPr>
            <p:spPr>
              <a:xfrm>
                <a:off x="1507582" y="1793238"/>
                <a:ext cx="51367" cy="80909"/>
              </a:xfrm>
              <a:custGeom>
                <a:rect b="b" l="l" r="r" t="t"/>
                <a:pathLst>
                  <a:path extrusionOk="0" h="21600" w="21600">
                    <a:moveTo>
                      <a:pt x="21600" y="21600"/>
                    </a:moveTo>
                    <a:cubicBezTo>
                      <a:pt x="13886" y="14400"/>
                      <a:pt x="7714" y="7200"/>
                      <a:pt x="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70" name="Google Shape;670;p25"/>
              <p:cNvSpPr/>
              <p:nvPr/>
            </p:nvSpPr>
            <p:spPr>
              <a:xfrm>
                <a:off x="2014818" y="1793238"/>
                <a:ext cx="51367" cy="80909"/>
              </a:xfrm>
              <a:custGeom>
                <a:rect b="b" l="l" r="r" t="t"/>
                <a:pathLst>
                  <a:path extrusionOk="0" h="21600" w="21600">
                    <a:moveTo>
                      <a:pt x="0" y="21600"/>
                    </a:moveTo>
                    <a:cubicBezTo>
                      <a:pt x="7714" y="14400"/>
                      <a:pt x="13886" y="720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71" name="Google Shape;671;p25"/>
              <p:cNvSpPr/>
              <p:nvPr/>
            </p:nvSpPr>
            <p:spPr>
              <a:xfrm>
                <a:off x="1353485" y="2143016"/>
                <a:ext cx="101447" cy="12701"/>
              </a:xfrm>
              <a:custGeom>
                <a:rect b="b" l="l" r="r" t="t"/>
                <a:pathLst>
                  <a:path extrusionOk="0" h="21600" w="21600">
                    <a:moveTo>
                      <a:pt x="21600" y="0"/>
                    </a:moveTo>
                    <a:cubicBezTo>
                      <a:pt x="12800" y="0"/>
                      <a:pt x="8000" y="0"/>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72" name="Google Shape;672;p25"/>
              <p:cNvSpPr/>
              <p:nvPr/>
            </p:nvSpPr>
            <p:spPr>
              <a:xfrm>
                <a:off x="2103423" y="2143016"/>
                <a:ext cx="119427" cy="12701"/>
              </a:xfrm>
              <a:custGeom>
                <a:rect b="b" l="l" r="r" t="t"/>
                <a:pathLst>
                  <a:path extrusionOk="0" h="21600" w="21600">
                    <a:moveTo>
                      <a:pt x="21600" y="0"/>
                    </a:moveTo>
                    <a:cubicBezTo>
                      <a:pt x="14175" y="0"/>
                      <a:pt x="7425" y="0"/>
                      <a:pt x="0" y="2160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73" name="Google Shape;673;p25"/>
              <p:cNvSpPr/>
              <p:nvPr/>
            </p:nvSpPr>
            <p:spPr>
              <a:xfrm>
                <a:off x="1532223" y="1911494"/>
                <a:ext cx="520829" cy="460038"/>
              </a:xfrm>
              <a:custGeom>
                <a:rect b="b" l="l" r="r" t="t"/>
                <a:pathLst>
                  <a:path extrusionOk="0" h="20985" w="21059">
                    <a:moveTo>
                      <a:pt x="21029" y="6058"/>
                    </a:moveTo>
                    <a:cubicBezTo>
                      <a:pt x="20727" y="3951"/>
                      <a:pt x="19821" y="2546"/>
                      <a:pt x="19216" y="1844"/>
                    </a:cubicBezTo>
                    <a:cubicBezTo>
                      <a:pt x="19216" y="1844"/>
                      <a:pt x="19216" y="1844"/>
                      <a:pt x="19216" y="1844"/>
                    </a:cubicBezTo>
                    <a:cubicBezTo>
                      <a:pt x="17253" y="-615"/>
                      <a:pt x="13930" y="-615"/>
                      <a:pt x="11966" y="1844"/>
                    </a:cubicBezTo>
                    <a:cubicBezTo>
                      <a:pt x="10455" y="3600"/>
                      <a:pt x="10455" y="3600"/>
                      <a:pt x="10455" y="3600"/>
                    </a:cubicBezTo>
                    <a:cubicBezTo>
                      <a:pt x="9096" y="1844"/>
                      <a:pt x="9096" y="1844"/>
                      <a:pt x="9096" y="1844"/>
                    </a:cubicBezTo>
                    <a:cubicBezTo>
                      <a:pt x="7132" y="-615"/>
                      <a:pt x="3809" y="-615"/>
                      <a:pt x="1846" y="1844"/>
                    </a:cubicBezTo>
                    <a:cubicBezTo>
                      <a:pt x="1846" y="1844"/>
                      <a:pt x="1846" y="1844"/>
                      <a:pt x="1846" y="1844"/>
                    </a:cubicBezTo>
                    <a:cubicBezTo>
                      <a:pt x="1241" y="2546"/>
                      <a:pt x="335" y="3951"/>
                      <a:pt x="33" y="6058"/>
                    </a:cubicBezTo>
                    <a:cubicBezTo>
                      <a:pt x="-269" y="9922"/>
                      <a:pt x="1393" y="15014"/>
                      <a:pt x="10455" y="20985"/>
                    </a:cubicBezTo>
                    <a:cubicBezTo>
                      <a:pt x="10455" y="20985"/>
                      <a:pt x="10455" y="20985"/>
                      <a:pt x="10455" y="20985"/>
                    </a:cubicBezTo>
                    <a:cubicBezTo>
                      <a:pt x="10455" y="20985"/>
                      <a:pt x="10455" y="20985"/>
                      <a:pt x="10455" y="20985"/>
                    </a:cubicBezTo>
                    <a:cubicBezTo>
                      <a:pt x="10455" y="20985"/>
                      <a:pt x="10455" y="20985"/>
                      <a:pt x="10455" y="20985"/>
                    </a:cubicBezTo>
                    <a:cubicBezTo>
                      <a:pt x="10455" y="20985"/>
                      <a:pt x="10455" y="20985"/>
                      <a:pt x="10455" y="20985"/>
                    </a:cubicBezTo>
                    <a:cubicBezTo>
                      <a:pt x="19518" y="15014"/>
                      <a:pt x="21331" y="9922"/>
                      <a:pt x="21029" y="6058"/>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74" name="Google Shape;674;p25"/>
              <p:cNvSpPr/>
              <p:nvPr/>
            </p:nvSpPr>
            <p:spPr>
              <a:xfrm>
                <a:off x="1537117" y="2009435"/>
                <a:ext cx="59072" cy="46423"/>
              </a:xfrm>
              <a:custGeom>
                <a:rect b="b" l="l" r="r" t="t"/>
                <a:pathLst>
                  <a:path extrusionOk="0" h="21600" w="21600">
                    <a:moveTo>
                      <a:pt x="0" y="21600"/>
                    </a:moveTo>
                    <a:cubicBezTo>
                      <a:pt x="5400" y="14400"/>
                      <a:pt x="13500" y="720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75" name="Google Shape;675;p25"/>
              <p:cNvSpPr/>
              <p:nvPr/>
            </p:nvSpPr>
            <p:spPr>
              <a:xfrm>
                <a:off x="1544822" y="2078406"/>
                <a:ext cx="70629" cy="54381"/>
              </a:xfrm>
              <a:custGeom>
                <a:rect b="b" l="l" r="r" t="t"/>
                <a:pathLst>
                  <a:path extrusionOk="0" h="21600" w="21600">
                    <a:moveTo>
                      <a:pt x="0" y="21600"/>
                    </a:moveTo>
                    <a:cubicBezTo>
                      <a:pt x="6821" y="13886"/>
                      <a:pt x="14779" y="7714"/>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676" name="Google Shape;676;p25"/>
              <p:cNvCxnSpPr/>
              <p:nvPr/>
            </p:nvCxnSpPr>
            <p:spPr>
              <a:xfrm flipH="1" rot="10800000">
                <a:off x="1585915" y="2147376"/>
                <a:ext cx="62924" cy="50403"/>
              </a:xfrm>
              <a:prstGeom prst="straightConnector1">
                <a:avLst/>
              </a:prstGeom>
              <a:noFill/>
              <a:ln cap="rnd" cmpd="sng" w="9525">
                <a:solidFill>
                  <a:srgbClr val="FE9D98"/>
                </a:solidFill>
                <a:prstDash val="solid"/>
                <a:round/>
                <a:headEnd len="sm" w="sm" type="none"/>
                <a:tailEnd len="sm" w="sm" type="none"/>
              </a:ln>
            </p:spPr>
          </p:cxnSp>
          <p:sp>
            <p:nvSpPr>
              <p:cNvPr id="677" name="Google Shape;677;p25"/>
              <p:cNvSpPr/>
              <p:nvPr/>
            </p:nvSpPr>
            <p:spPr>
              <a:xfrm>
                <a:off x="1625724" y="2205736"/>
                <a:ext cx="56503" cy="42444"/>
              </a:xfrm>
              <a:custGeom>
                <a:rect b="b" l="l" r="r" t="t"/>
                <a:pathLst>
                  <a:path extrusionOk="0" h="21600" w="21600">
                    <a:moveTo>
                      <a:pt x="0" y="21600"/>
                    </a:moveTo>
                    <a:cubicBezTo>
                      <a:pt x="4320" y="15709"/>
                      <a:pt x="17280" y="3927"/>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78" name="Google Shape;678;p25"/>
              <p:cNvSpPr/>
              <p:nvPr/>
            </p:nvSpPr>
            <p:spPr>
              <a:xfrm>
                <a:off x="1682226" y="2262770"/>
                <a:ext cx="48798" cy="34486"/>
              </a:xfrm>
              <a:custGeom>
                <a:rect b="b" l="l" r="r" t="t"/>
                <a:pathLst>
                  <a:path extrusionOk="0" h="21600" w="21600">
                    <a:moveTo>
                      <a:pt x="0" y="21600"/>
                    </a:moveTo>
                    <a:cubicBezTo>
                      <a:pt x="8308" y="12000"/>
                      <a:pt x="13292" y="720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79" name="Google Shape;679;p25"/>
              <p:cNvSpPr/>
              <p:nvPr/>
            </p:nvSpPr>
            <p:spPr>
              <a:xfrm>
                <a:off x="1752854" y="2317150"/>
                <a:ext cx="37240" cy="26528"/>
              </a:xfrm>
              <a:custGeom>
                <a:rect b="b" l="l" r="r" t="t"/>
                <a:pathLst>
                  <a:path extrusionOk="0" h="21600" w="21600">
                    <a:moveTo>
                      <a:pt x="0" y="21600"/>
                    </a:moveTo>
                    <a:cubicBezTo>
                      <a:pt x="8640" y="12343"/>
                      <a:pt x="12960" y="9257"/>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80" name="Google Shape;680;p25"/>
              <p:cNvSpPr/>
              <p:nvPr/>
            </p:nvSpPr>
            <p:spPr>
              <a:xfrm>
                <a:off x="1890064" y="1958487"/>
                <a:ext cx="97788" cy="125068"/>
              </a:xfrm>
              <a:custGeom>
                <a:rect b="b" l="l" r="r" t="t"/>
                <a:pathLst>
                  <a:path extrusionOk="0" h="20573" w="18906">
                    <a:moveTo>
                      <a:pt x="3786" y="8329"/>
                    </a:moveTo>
                    <a:cubicBezTo>
                      <a:pt x="6666" y="9600"/>
                      <a:pt x="8826" y="12141"/>
                      <a:pt x="9546" y="14682"/>
                    </a:cubicBezTo>
                    <a:cubicBezTo>
                      <a:pt x="10266" y="15953"/>
                      <a:pt x="10986" y="17859"/>
                      <a:pt x="11706" y="19129"/>
                    </a:cubicBezTo>
                    <a:cubicBezTo>
                      <a:pt x="12426" y="19764"/>
                      <a:pt x="13866" y="21035"/>
                      <a:pt x="15306" y="20400"/>
                    </a:cubicBezTo>
                    <a:cubicBezTo>
                      <a:pt x="18186" y="20400"/>
                      <a:pt x="18906" y="17859"/>
                      <a:pt x="18906" y="15953"/>
                    </a:cubicBezTo>
                    <a:cubicBezTo>
                      <a:pt x="18906" y="12141"/>
                      <a:pt x="17466" y="8329"/>
                      <a:pt x="14586" y="5153"/>
                    </a:cubicBezTo>
                    <a:cubicBezTo>
                      <a:pt x="12426" y="3247"/>
                      <a:pt x="6666" y="-565"/>
                      <a:pt x="3066" y="70"/>
                    </a:cubicBezTo>
                    <a:cubicBezTo>
                      <a:pt x="-2694" y="1976"/>
                      <a:pt x="906" y="6423"/>
                      <a:pt x="3786" y="8329"/>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81" name="Google Shape;681;p25"/>
              <p:cNvSpPr/>
              <p:nvPr/>
            </p:nvSpPr>
            <p:spPr>
              <a:xfrm>
                <a:off x="1944663" y="2123975"/>
                <a:ext cx="39337" cy="44160"/>
              </a:xfrm>
              <a:custGeom>
                <a:rect b="b" l="l" r="r" t="t"/>
                <a:pathLst>
                  <a:path extrusionOk="0" h="18925" w="19460">
                    <a:moveTo>
                      <a:pt x="5060" y="322"/>
                    </a:moveTo>
                    <a:cubicBezTo>
                      <a:pt x="12260" y="-1340"/>
                      <a:pt x="19460" y="3645"/>
                      <a:pt x="19460" y="10291"/>
                    </a:cubicBezTo>
                    <a:cubicBezTo>
                      <a:pt x="19460" y="15275"/>
                      <a:pt x="12260" y="20260"/>
                      <a:pt x="5060" y="18598"/>
                    </a:cubicBezTo>
                    <a:cubicBezTo>
                      <a:pt x="-340" y="15275"/>
                      <a:pt x="-2140" y="6968"/>
                      <a:pt x="3260" y="1983"/>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82" name="Google Shape;682;p25"/>
              <p:cNvSpPr/>
              <p:nvPr/>
            </p:nvSpPr>
            <p:spPr>
              <a:xfrm>
                <a:off x="1596188" y="354138"/>
                <a:ext cx="504668" cy="534524"/>
              </a:xfrm>
              <a:custGeom>
                <a:rect b="b" l="l" r="r" t="t"/>
                <a:pathLst>
                  <a:path extrusionOk="0" h="21600" w="21600">
                    <a:moveTo>
                      <a:pt x="10720" y="0"/>
                    </a:moveTo>
                    <a:cubicBezTo>
                      <a:pt x="4800" y="0"/>
                      <a:pt x="0" y="4351"/>
                      <a:pt x="0" y="9635"/>
                    </a:cubicBezTo>
                    <a:cubicBezTo>
                      <a:pt x="0" y="12121"/>
                      <a:pt x="960" y="14296"/>
                      <a:pt x="2720" y="16006"/>
                    </a:cubicBezTo>
                    <a:cubicBezTo>
                      <a:pt x="3520" y="16783"/>
                      <a:pt x="4000" y="17871"/>
                      <a:pt x="4000" y="18958"/>
                    </a:cubicBezTo>
                    <a:cubicBezTo>
                      <a:pt x="4000" y="21600"/>
                      <a:pt x="4000" y="21600"/>
                      <a:pt x="4000" y="21600"/>
                    </a:cubicBezTo>
                    <a:cubicBezTo>
                      <a:pt x="7040" y="19580"/>
                      <a:pt x="7040" y="19580"/>
                      <a:pt x="7040" y="19580"/>
                    </a:cubicBezTo>
                    <a:cubicBezTo>
                      <a:pt x="7520" y="19114"/>
                      <a:pt x="8320" y="18958"/>
                      <a:pt x="8960" y="19114"/>
                    </a:cubicBezTo>
                    <a:cubicBezTo>
                      <a:pt x="9600" y="19269"/>
                      <a:pt x="10240" y="19269"/>
                      <a:pt x="10720" y="19269"/>
                    </a:cubicBezTo>
                    <a:cubicBezTo>
                      <a:pt x="16800" y="19269"/>
                      <a:pt x="21600" y="14918"/>
                      <a:pt x="21600" y="9635"/>
                    </a:cubicBezTo>
                    <a:cubicBezTo>
                      <a:pt x="21600" y="4351"/>
                      <a:pt x="16800" y="0"/>
                      <a:pt x="10720" y="0"/>
                    </a:cubicBezTo>
                    <a:close/>
                    <a:moveTo>
                      <a:pt x="11360" y="11655"/>
                    </a:moveTo>
                    <a:cubicBezTo>
                      <a:pt x="9920" y="10101"/>
                      <a:pt x="9920" y="10101"/>
                      <a:pt x="9920" y="10101"/>
                    </a:cubicBezTo>
                    <a:cubicBezTo>
                      <a:pt x="9440" y="9790"/>
                      <a:pt x="8960" y="9635"/>
                      <a:pt x="8480" y="9945"/>
                    </a:cubicBezTo>
                    <a:cubicBezTo>
                      <a:pt x="4000" y="12432"/>
                      <a:pt x="4000" y="12432"/>
                      <a:pt x="4000" y="12432"/>
                    </a:cubicBezTo>
                    <a:cubicBezTo>
                      <a:pt x="8960" y="7148"/>
                      <a:pt x="8960" y="7148"/>
                      <a:pt x="8960" y="7148"/>
                    </a:cubicBezTo>
                    <a:cubicBezTo>
                      <a:pt x="9280" y="6837"/>
                      <a:pt x="9760" y="6837"/>
                      <a:pt x="10080" y="7148"/>
                    </a:cubicBezTo>
                    <a:cubicBezTo>
                      <a:pt x="11680" y="8858"/>
                      <a:pt x="11680" y="8858"/>
                      <a:pt x="11680" y="8858"/>
                    </a:cubicBezTo>
                    <a:cubicBezTo>
                      <a:pt x="12160" y="9168"/>
                      <a:pt x="12640" y="9324"/>
                      <a:pt x="13120" y="9013"/>
                    </a:cubicBezTo>
                    <a:cubicBezTo>
                      <a:pt x="17600" y="6527"/>
                      <a:pt x="17600" y="6527"/>
                      <a:pt x="17600" y="6527"/>
                    </a:cubicBezTo>
                    <a:cubicBezTo>
                      <a:pt x="12960" y="11655"/>
                      <a:pt x="12960" y="11655"/>
                      <a:pt x="12960" y="11655"/>
                    </a:cubicBezTo>
                    <a:cubicBezTo>
                      <a:pt x="12480" y="12121"/>
                      <a:pt x="11680" y="12121"/>
                      <a:pt x="11360" y="11655"/>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83" name="Google Shape;683;p25"/>
              <p:cNvSpPr/>
              <p:nvPr/>
            </p:nvSpPr>
            <p:spPr>
              <a:xfrm>
                <a:off x="1431817" y="200279"/>
                <a:ext cx="134836" cy="137943"/>
              </a:xfrm>
              <a:custGeom>
                <a:rect b="b" l="l" r="r" t="t"/>
                <a:pathLst>
                  <a:path extrusionOk="0" h="21600" w="21600">
                    <a:moveTo>
                      <a:pt x="21600" y="21600"/>
                    </a:moveTo>
                    <a:cubicBezTo>
                      <a:pt x="13800" y="15000"/>
                      <a:pt x="6600" y="7800"/>
                      <a:pt x="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84" name="Google Shape;684;p25"/>
              <p:cNvSpPr/>
              <p:nvPr/>
            </p:nvSpPr>
            <p:spPr>
              <a:xfrm>
                <a:off x="1607746" y="72949"/>
                <a:ext cx="115574" cy="172428"/>
              </a:xfrm>
              <a:custGeom>
                <a:rect b="b" l="l" r="r" t="t"/>
                <a:pathLst>
                  <a:path extrusionOk="0" h="21600" w="21600">
                    <a:moveTo>
                      <a:pt x="21600" y="21600"/>
                    </a:moveTo>
                    <a:cubicBezTo>
                      <a:pt x="15329" y="14880"/>
                      <a:pt x="6271" y="6720"/>
                      <a:pt x="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685" name="Google Shape;685;p25"/>
              <p:cNvCxnSpPr/>
              <p:nvPr/>
            </p:nvCxnSpPr>
            <p:spPr>
              <a:xfrm flipH="1" rot="10800000">
                <a:off x="1864573" y="0"/>
                <a:ext cx="34672" cy="218850"/>
              </a:xfrm>
              <a:prstGeom prst="straightConnector1">
                <a:avLst/>
              </a:prstGeom>
              <a:noFill/>
              <a:ln cap="rnd" cmpd="sng" w="9525">
                <a:solidFill>
                  <a:srgbClr val="FE9D98"/>
                </a:solidFill>
                <a:prstDash val="solid"/>
                <a:round/>
                <a:headEnd len="sm" w="sm" type="none"/>
                <a:tailEnd len="sm" w="sm" type="none"/>
              </a:ln>
            </p:spPr>
          </p:cxnSp>
          <p:sp>
            <p:nvSpPr>
              <p:cNvPr id="686" name="Google Shape;686;p25"/>
              <p:cNvSpPr/>
              <p:nvPr/>
            </p:nvSpPr>
            <p:spPr>
              <a:xfrm>
                <a:off x="2040501" y="122024"/>
                <a:ext cx="115573" cy="151206"/>
              </a:xfrm>
              <a:custGeom>
                <a:rect b="b" l="l" r="r" t="t"/>
                <a:pathLst>
                  <a:path extrusionOk="0" h="21600" w="21600">
                    <a:moveTo>
                      <a:pt x="0" y="21600"/>
                    </a:moveTo>
                    <a:cubicBezTo>
                      <a:pt x="8361" y="14954"/>
                      <a:pt x="16026" y="7754"/>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87" name="Google Shape;687;p25"/>
              <p:cNvSpPr/>
              <p:nvPr/>
            </p:nvSpPr>
            <p:spPr>
              <a:xfrm>
                <a:off x="2144516" y="319652"/>
                <a:ext cx="183634" cy="115394"/>
              </a:xfrm>
              <a:custGeom>
                <a:rect b="b" l="l" r="r" t="t"/>
                <a:pathLst>
                  <a:path extrusionOk="0" h="21600" w="21600">
                    <a:moveTo>
                      <a:pt x="0" y="21600"/>
                    </a:moveTo>
                    <a:cubicBezTo>
                      <a:pt x="6612" y="12960"/>
                      <a:pt x="14106" y="5760"/>
                      <a:pt x="21600" y="0"/>
                    </a:cubicBezTo>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88" name="Google Shape;688;p25"/>
              <p:cNvSpPr/>
              <p:nvPr/>
            </p:nvSpPr>
            <p:spPr>
              <a:xfrm>
                <a:off x="137119" y="2820255"/>
                <a:ext cx="670026" cy="401361"/>
              </a:xfrm>
              <a:custGeom>
                <a:rect b="b" l="l" r="r" t="t"/>
                <a:pathLst>
                  <a:path extrusionOk="0" h="20050" w="20417">
                    <a:moveTo>
                      <a:pt x="19223" y="14878"/>
                    </a:moveTo>
                    <a:cubicBezTo>
                      <a:pt x="19110" y="14685"/>
                      <a:pt x="18996" y="14685"/>
                      <a:pt x="18882" y="14685"/>
                    </a:cubicBezTo>
                    <a:cubicBezTo>
                      <a:pt x="18314" y="14492"/>
                      <a:pt x="17746" y="14106"/>
                      <a:pt x="17177" y="13913"/>
                    </a:cubicBezTo>
                    <a:cubicBezTo>
                      <a:pt x="16040" y="13335"/>
                      <a:pt x="14903" y="12756"/>
                      <a:pt x="13653" y="12178"/>
                    </a:cubicBezTo>
                    <a:cubicBezTo>
                      <a:pt x="13653" y="11985"/>
                      <a:pt x="13085" y="11792"/>
                      <a:pt x="12630" y="11599"/>
                    </a:cubicBezTo>
                    <a:cubicBezTo>
                      <a:pt x="11720" y="11020"/>
                      <a:pt x="11834" y="9863"/>
                      <a:pt x="11720" y="9092"/>
                    </a:cubicBezTo>
                    <a:cubicBezTo>
                      <a:pt x="11493" y="6392"/>
                      <a:pt x="10925" y="3692"/>
                      <a:pt x="9219" y="1763"/>
                    </a:cubicBezTo>
                    <a:cubicBezTo>
                      <a:pt x="7514" y="-165"/>
                      <a:pt x="5354" y="-551"/>
                      <a:pt x="3535" y="799"/>
                    </a:cubicBezTo>
                    <a:cubicBezTo>
                      <a:pt x="-103" y="3499"/>
                      <a:pt x="-1126" y="11213"/>
                      <a:pt x="1375" y="16420"/>
                    </a:cubicBezTo>
                    <a:cubicBezTo>
                      <a:pt x="2967" y="19892"/>
                      <a:pt x="5922" y="21049"/>
                      <a:pt x="8310" y="19120"/>
                    </a:cubicBezTo>
                    <a:cubicBezTo>
                      <a:pt x="10583" y="17578"/>
                      <a:pt x="11266" y="14106"/>
                      <a:pt x="13198" y="15263"/>
                    </a:cubicBezTo>
                    <a:cubicBezTo>
                      <a:pt x="14449" y="15842"/>
                      <a:pt x="15699" y="16420"/>
                      <a:pt x="16836" y="16999"/>
                    </a:cubicBezTo>
                    <a:cubicBezTo>
                      <a:pt x="17291" y="17192"/>
                      <a:pt x="17632" y="17385"/>
                      <a:pt x="18087" y="17770"/>
                    </a:cubicBezTo>
                    <a:cubicBezTo>
                      <a:pt x="18541" y="17963"/>
                      <a:pt x="18996" y="18156"/>
                      <a:pt x="19451" y="18156"/>
                    </a:cubicBezTo>
                    <a:cubicBezTo>
                      <a:pt x="19792" y="18156"/>
                      <a:pt x="20019" y="18156"/>
                      <a:pt x="20247" y="17770"/>
                    </a:cubicBezTo>
                    <a:cubicBezTo>
                      <a:pt x="20474" y="17192"/>
                      <a:pt x="20474" y="16228"/>
                      <a:pt x="20247" y="15842"/>
                    </a:cubicBezTo>
                    <a:cubicBezTo>
                      <a:pt x="20019" y="15263"/>
                      <a:pt x="19678" y="15070"/>
                      <a:pt x="19223" y="14878"/>
                    </a:cubicBezTo>
                    <a:close/>
                    <a:moveTo>
                      <a:pt x="7969" y="15842"/>
                    </a:moveTo>
                    <a:cubicBezTo>
                      <a:pt x="6036" y="17770"/>
                      <a:pt x="3649" y="16613"/>
                      <a:pt x="2512" y="13528"/>
                    </a:cubicBezTo>
                    <a:cubicBezTo>
                      <a:pt x="1375" y="10249"/>
                      <a:pt x="1943" y="6199"/>
                      <a:pt x="3876" y="4270"/>
                    </a:cubicBezTo>
                    <a:cubicBezTo>
                      <a:pt x="5695" y="2342"/>
                      <a:pt x="8196" y="3306"/>
                      <a:pt x="9333" y="6585"/>
                    </a:cubicBezTo>
                    <a:cubicBezTo>
                      <a:pt x="10470" y="9670"/>
                      <a:pt x="9788" y="13913"/>
                      <a:pt x="7969" y="15842"/>
                    </a:cubicBezTo>
                    <a:close/>
                  </a:path>
                </a:pathLst>
              </a:custGeom>
              <a:noFill/>
              <a:ln cap="flat" cmpd="sng" w="9525">
                <a:solidFill>
                  <a:srgbClr val="FE9D98"/>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89" name="Google Shape;689;p25"/>
              <p:cNvSpPr/>
              <p:nvPr/>
            </p:nvSpPr>
            <p:spPr>
              <a:xfrm>
                <a:off x="267918" y="2929021"/>
                <a:ext cx="134357" cy="77111"/>
              </a:xfrm>
              <a:custGeom>
                <a:rect b="b" l="l" r="r" t="t"/>
                <a:pathLst>
                  <a:path extrusionOk="0" h="19933" w="20000">
                    <a:moveTo>
                      <a:pt x="1158" y="7061"/>
                    </a:moveTo>
                    <a:cubicBezTo>
                      <a:pt x="50" y="9024"/>
                      <a:pt x="-504" y="11970"/>
                      <a:pt x="604" y="14915"/>
                    </a:cubicBezTo>
                    <a:cubicBezTo>
                      <a:pt x="1711" y="16879"/>
                      <a:pt x="3927" y="15897"/>
                      <a:pt x="5034" y="14915"/>
                    </a:cubicBezTo>
                    <a:cubicBezTo>
                      <a:pt x="6696" y="13933"/>
                      <a:pt x="8358" y="12951"/>
                      <a:pt x="9465" y="13933"/>
                    </a:cubicBezTo>
                    <a:cubicBezTo>
                      <a:pt x="11681" y="14915"/>
                      <a:pt x="13896" y="17861"/>
                      <a:pt x="15558" y="19824"/>
                    </a:cubicBezTo>
                    <a:cubicBezTo>
                      <a:pt x="18881" y="20806"/>
                      <a:pt x="21096" y="14915"/>
                      <a:pt x="19434" y="10006"/>
                    </a:cubicBezTo>
                    <a:cubicBezTo>
                      <a:pt x="17773" y="4115"/>
                      <a:pt x="13896" y="1170"/>
                      <a:pt x="11127" y="188"/>
                    </a:cubicBezTo>
                    <a:cubicBezTo>
                      <a:pt x="7250" y="-794"/>
                      <a:pt x="3373" y="2151"/>
                      <a:pt x="1158" y="7061"/>
                    </a:cubicBezTo>
                    <a:close/>
                  </a:path>
                </a:pathLst>
              </a:custGeom>
              <a:noFill/>
              <a:ln cap="rnd" cmpd="sng" w="9525">
                <a:solidFill>
                  <a:srgbClr val="FE9D98"/>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grpSp>
          <p:nvGrpSpPr>
            <p:cNvPr id="690" name="Google Shape;690;p25"/>
            <p:cNvGrpSpPr/>
            <p:nvPr/>
          </p:nvGrpSpPr>
          <p:grpSpPr>
            <a:xfrm>
              <a:off x="-1" y="-1"/>
              <a:ext cx="228601" cy="4777572"/>
              <a:chOff x="0" y="0"/>
              <a:chExt cx="228600" cy="4777571"/>
            </a:xfrm>
          </p:grpSpPr>
          <p:sp>
            <p:nvSpPr>
              <p:cNvPr id="691" name="Google Shape;691;p25"/>
              <p:cNvSpPr/>
              <p:nvPr/>
            </p:nvSpPr>
            <p:spPr>
              <a:xfrm rot="10800000">
                <a:off x="0" y="4320370"/>
                <a:ext cx="228600" cy="457201"/>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92" name="Google Shape;692;p25"/>
              <p:cNvSpPr/>
              <p:nvPr/>
            </p:nvSpPr>
            <p:spPr>
              <a:xfrm flipH="1">
                <a:off x="0" y="0"/>
                <a:ext cx="228600" cy="457200"/>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grpSp>
      <p:sp>
        <p:nvSpPr>
          <p:cNvPr id="693" name="Google Shape;693;p25"/>
          <p:cNvSpPr/>
          <p:nvPr/>
        </p:nvSpPr>
        <p:spPr>
          <a:xfrm>
            <a:off x="708084" y="1060573"/>
            <a:ext cx="3938149" cy="4742401"/>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nvGrpSpPr>
          <p:cNvPr id="694" name="Google Shape;694;p25"/>
          <p:cNvGrpSpPr/>
          <p:nvPr/>
        </p:nvGrpSpPr>
        <p:grpSpPr>
          <a:xfrm>
            <a:off x="776366" y="1447588"/>
            <a:ext cx="3749697" cy="4134267"/>
            <a:chOff x="-1" y="0"/>
            <a:chExt cx="3749695" cy="4134265"/>
          </a:xfrm>
        </p:grpSpPr>
        <p:sp>
          <p:nvSpPr>
            <p:cNvPr id="695" name="Google Shape;695;p25"/>
            <p:cNvSpPr/>
            <p:nvPr/>
          </p:nvSpPr>
          <p:spPr>
            <a:xfrm>
              <a:off x="1454932" y="3362456"/>
              <a:ext cx="373667" cy="472051"/>
            </a:xfrm>
            <a:custGeom>
              <a:rect b="b" l="l" r="r" t="t"/>
              <a:pathLst>
                <a:path extrusionOk="0" h="21004" w="21451">
                  <a:moveTo>
                    <a:pt x="0" y="19633"/>
                  </a:moveTo>
                  <a:cubicBezTo>
                    <a:pt x="0" y="19975"/>
                    <a:pt x="214" y="21004"/>
                    <a:pt x="428" y="21004"/>
                  </a:cubicBezTo>
                  <a:cubicBezTo>
                    <a:pt x="428" y="21004"/>
                    <a:pt x="2994" y="21004"/>
                    <a:pt x="5988" y="21004"/>
                  </a:cubicBezTo>
                  <a:cubicBezTo>
                    <a:pt x="7699" y="21004"/>
                    <a:pt x="9196" y="21004"/>
                    <a:pt x="10693" y="21004"/>
                  </a:cubicBezTo>
                  <a:cubicBezTo>
                    <a:pt x="12190" y="21004"/>
                    <a:pt x="13901" y="21004"/>
                    <a:pt x="15398" y="21004"/>
                  </a:cubicBezTo>
                  <a:cubicBezTo>
                    <a:pt x="18392" y="21004"/>
                    <a:pt x="20958" y="21004"/>
                    <a:pt x="20958" y="21004"/>
                  </a:cubicBezTo>
                  <a:cubicBezTo>
                    <a:pt x="21386" y="21004"/>
                    <a:pt x="21386" y="19975"/>
                    <a:pt x="21386" y="19633"/>
                  </a:cubicBezTo>
                  <a:cubicBezTo>
                    <a:pt x="21600" y="17747"/>
                    <a:pt x="21386" y="16033"/>
                    <a:pt x="19248" y="15004"/>
                  </a:cubicBezTo>
                  <a:cubicBezTo>
                    <a:pt x="18606" y="14490"/>
                    <a:pt x="16681" y="13975"/>
                    <a:pt x="15612" y="13461"/>
                  </a:cubicBezTo>
                  <a:cubicBezTo>
                    <a:pt x="14543" y="13118"/>
                    <a:pt x="12832" y="11918"/>
                    <a:pt x="13687" y="10890"/>
                  </a:cubicBezTo>
                  <a:cubicBezTo>
                    <a:pt x="14329" y="10033"/>
                    <a:pt x="16040" y="10547"/>
                    <a:pt x="16681" y="9518"/>
                  </a:cubicBezTo>
                  <a:cubicBezTo>
                    <a:pt x="16895" y="9347"/>
                    <a:pt x="16467" y="9004"/>
                    <a:pt x="16467" y="8147"/>
                  </a:cubicBezTo>
                  <a:cubicBezTo>
                    <a:pt x="16467" y="7461"/>
                    <a:pt x="16467" y="4718"/>
                    <a:pt x="16253" y="3861"/>
                  </a:cubicBezTo>
                  <a:cubicBezTo>
                    <a:pt x="15612" y="2661"/>
                    <a:pt x="14970" y="1461"/>
                    <a:pt x="13473" y="604"/>
                  </a:cubicBezTo>
                  <a:cubicBezTo>
                    <a:pt x="11335" y="-596"/>
                    <a:pt x="8127" y="90"/>
                    <a:pt x="6416" y="1804"/>
                  </a:cubicBezTo>
                  <a:cubicBezTo>
                    <a:pt x="4919" y="3690"/>
                    <a:pt x="5133" y="6090"/>
                    <a:pt x="5133" y="8147"/>
                  </a:cubicBezTo>
                  <a:cubicBezTo>
                    <a:pt x="4919" y="9004"/>
                    <a:pt x="4491" y="9347"/>
                    <a:pt x="4705" y="9518"/>
                  </a:cubicBezTo>
                  <a:cubicBezTo>
                    <a:pt x="5347" y="10375"/>
                    <a:pt x="7057" y="10204"/>
                    <a:pt x="7699" y="10890"/>
                  </a:cubicBezTo>
                  <a:cubicBezTo>
                    <a:pt x="8768" y="11747"/>
                    <a:pt x="6844" y="13118"/>
                    <a:pt x="5988" y="13461"/>
                  </a:cubicBezTo>
                  <a:cubicBezTo>
                    <a:pt x="4705" y="13975"/>
                    <a:pt x="2994" y="14490"/>
                    <a:pt x="2139" y="15004"/>
                  </a:cubicBezTo>
                  <a:cubicBezTo>
                    <a:pt x="214" y="16033"/>
                    <a:pt x="0" y="17747"/>
                    <a:pt x="0" y="19633"/>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96" name="Google Shape;696;p25"/>
            <p:cNvSpPr/>
            <p:nvPr/>
          </p:nvSpPr>
          <p:spPr>
            <a:xfrm>
              <a:off x="1773396" y="3329163"/>
              <a:ext cx="314124" cy="505344"/>
            </a:xfrm>
            <a:custGeom>
              <a:rect b="b" l="l" r="r" t="t"/>
              <a:pathLst>
                <a:path extrusionOk="0" h="21600" w="20884">
                  <a:moveTo>
                    <a:pt x="6122" y="989"/>
                  </a:moveTo>
                  <a:cubicBezTo>
                    <a:pt x="7860" y="989"/>
                    <a:pt x="9349" y="1484"/>
                    <a:pt x="10094" y="2473"/>
                  </a:cubicBezTo>
                  <a:cubicBezTo>
                    <a:pt x="10343" y="2968"/>
                    <a:pt x="10343" y="3298"/>
                    <a:pt x="10094" y="3957"/>
                  </a:cubicBezTo>
                  <a:cubicBezTo>
                    <a:pt x="10094" y="4287"/>
                    <a:pt x="10094" y="4947"/>
                    <a:pt x="10094" y="5606"/>
                  </a:cubicBezTo>
                  <a:cubicBezTo>
                    <a:pt x="10094" y="6101"/>
                    <a:pt x="10094" y="6101"/>
                    <a:pt x="10094" y="6101"/>
                  </a:cubicBezTo>
                  <a:cubicBezTo>
                    <a:pt x="10839" y="6266"/>
                    <a:pt x="10839" y="6266"/>
                    <a:pt x="10839" y="6266"/>
                  </a:cubicBezTo>
                  <a:cubicBezTo>
                    <a:pt x="10839" y="6266"/>
                    <a:pt x="10839" y="6431"/>
                    <a:pt x="10839" y="6595"/>
                  </a:cubicBezTo>
                  <a:cubicBezTo>
                    <a:pt x="10591" y="6760"/>
                    <a:pt x="10591" y="6760"/>
                    <a:pt x="10343" y="6925"/>
                  </a:cubicBezTo>
                  <a:cubicBezTo>
                    <a:pt x="9846" y="7090"/>
                    <a:pt x="9349" y="7420"/>
                    <a:pt x="9101" y="7915"/>
                  </a:cubicBezTo>
                  <a:cubicBezTo>
                    <a:pt x="9101" y="8079"/>
                    <a:pt x="9101" y="8079"/>
                    <a:pt x="9101" y="8244"/>
                  </a:cubicBezTo>
                  <a:cubicBezTo>
                    <a:pt x="8853" y="8904"/>
                    <a:pt x="8356" y="10058"/>
                    <a:pt x="8605" y="10882"/>
                  </a:cubicBezTo>
                  <a:cubicBezTo>
                    <a:pt x="8853" y="12366"/>
                    <a:pt x="10094" y="13521"/>
                    <a:pt x="12329" y="14015"/>
                  </a:cubicBezTo>
                  <a:cubicBezTo>
                    <a:pt x="13818" y="14510"/>
                    <a:pt x="15805" y="15334"/>
                    <a:pt x="17294" y="15994"/>
                  </a:cubicBezTo>
                  <a:cubicBezTo>
                    <a:pt x="19032" y="16818"/>
                    <a:pt x="19529" y="19456"/>
                    <a:pt x="19281" y="20611"/>
                  </a:cubicBezTo>
                  <a:cubicBezTo>
                    <a:pt x="7612" y="20611"/>
                    <a:pt x="7612" y="20611"/>
                    <a:pt x="7612" y="20611"/>
                  </a:cubicBezTo>
                  <a:cubicBezTo>
                    <a:pt x="7612" y="20611"/>
                    <a:pt x="7612" y="20611"/>
                    <a:pt x="7612" y="20611"/>
                  </a:cubicBezTo>
                  <a:cubicBezTo>
                    <a:pt x="7612" y="20446"/>
                    <a:pt x="7612" y="20446"/>
                    <a:pt x="7612" y="20446"/>
                  </a:cubicBezTo>
                  <a:cubicBezTo>
                    <a:pt x="7860" y="19292"/>
                    <a:pt x="8108" y="15664"/>
                    <a:pt x="3391" y="13521"/>
                  </a:cubicBezTo>
                  <a:cubicBezTo>
                    <a:pt x="3143" y="13356"/>
                    <a:pt x="2646" y="13191"/>
                    <a:pt x="2149" y="13026"/>
                  </a:cubicBezTo>
                  <a:cubicBezTo>
                    <a:pt x="3143" y="12531"/>
                    <a:pt x="3639" y="11707"/>
                    <a:pt x="3887" y="10882"/>
                  </a:cubicBezTo>
                  <a:cubicBezTo>
                    <a:pt x="3887" y="10058"/>
                    <a:pt x="3639" y="8904"/>
                    <a:pt x="3391" y="8244"/>
                  </a:cubicBezTo>
                  <a:cubicBezTo>
                    <a:pt x="3391" y="8079"/>
                    <a:pt x="3391" y="8079"/>
                    <a:pt x="3391" y="7915"/>
                  </a:cubicBezTo>
                  <a:cubicBezTo>
                    <a:pt x="3143" y="7420"/>
                    <a:pt x="2646" y="7090"/>
                    <a:pt x="2149" y="6925"/>
                  </a:cubicBezTo>
                  <a:cubicBezTo>
                    <a:pt x="1653" y="6760"/>
                    <a:pt x="1653" y="6760"/>
                    <a:pt x="1653" y="6595"/>
                  </a:cubicBezTo>
                  <a:cubicBezTo>
                    <a:pt x="1653" y="6431"/>
                    <a:pt x="1653" y="6431"/>
                    <a:pt x="1901" y="6101"/>
                  </a:cubicBezTo>
                  <a:cubicBezTo>
                    <a:pt x="1901" y="5771"/>
                    <a:pt x="2398" y="5441"/>
                    <a:pt x="2149" y="4782"/>
                  </a:cubicBezTo>
                  <a:cubicBezTo>
                    <a:pt x="2149" y="4617"/>
                    <a:pt x="2149" y="4287"/>
                    <a:pt x="2149" y="4122"/>
                  </a:cubicBezTo>
                  <a:cubicBezTo>
                    <a:pt x="1901" y="3463"/>
                    <a:pt x="1901" y="3133"/>
                    <a:pt x="2149" y="2803"/>
                  </a:cubicBezTo>
                  <a:cubicBezTo>
                    <a:pt x="2398" y="2144"/>
                    <a:pt x="3143" y="1484"/>
                    <a:pt x="4136" y="1154"/>
                  </a:cubicBezTo>
                  <a:cubicBezTo>
                    <a:pt x="4881" y="989"/>
                    <a:pt x="5377" y="989"/>
                    <a:pt x="6122" y="989"/>
                  </a:cubicBezTo>
                  <a:moveTo>
                    <a:pt x="6122" y="0"/>
                  </a:moveTo>
                  <a:cubicBezTo>
                    <a:pt x="5129" y="0"/>
                    <a:pt x="4384" y="0"/>
                    <a:pt x="3391" y="330"/>
                  </a:cubicBezTo>
                  <a:cubicBezTo>
                    <a:pt x="2149" y="824"/>
                    <a:pt x="1156" y="1484"/>
                    <a:pt x="660" y="2473"/>
                  </a:cubicBezTo>
                  <a:cubicBezTo>
                    <a:pt x="163" y="3298"/>
                    <a:pt x="660" y="3957"/>
                    <a:pt x="660" y="4947"/>
                  </a:cubicBezTo>
                  <a:cubicBezTo>
                    <a:pt x="908" y="5606"/>
                    <a:pt x="-85" y="5936"/>
                    <a:pt x="163" y="6760"/>
                  </a:cubicBezTo>
                  <a:cubicBezTo>
                    <a:pt x="412" y="7750"/>
                    <a:pt x="1653" y="7750"/>
                    <a:pt x="1901" y="8079"/>
                  </a:cubicBezTo>
                  <a:cubicBezTo>
                    <a:pt x="1901" y="8574"/>
                    <a:pt x="2398" y="9893"/>
                    <a:pt x="2398" y="10882"/>
                  </a:cubicBezTo>
                  <a:cubicBezTo>
                    <a:pt x="2149" y="11707"/>
                    <a:pt x="1405" y="12366"/>
                    <a:pt x="163" y="12861"/>
                  </a:cubicBezTo>
                  <a:cubicBezTo>
                    <a:pt x="-85" y="13191"/>
                    <a:pt x="-85" y="13356"/>
                    <a:pt x="412" y="13521"/>
                  </a:cubicBezTo>
                  <a:cubicBezTo>
                    <a:pt x="1156" y="13850"/>
                    <a:pt x="2149" y="14180"/>
                    <a:pt x="2646" y="14345"/>
                  </a:cubicBezTo>
                  <a:cubicBezTo>
                    <a:pt x="6618" y="16159"/>
                    <a:pt x="6370" y="19292"/>
                    <a:pt x="6122" y="20446"/>
                  </a:cubicBezTo>
                  <a:cubicBezTo>
                    <a:pt x="6122" y="20446"/>
                    <a:pt x="6122" y="20446"/>
                    <a:pt x="6122" y="20446"/>
                  </a:cubicBezTo>
                  <a:cubicBezTo>
                    <a:pt x="6122" y="20776"/>
                    <a:pt x="6122" y="21105"/>
                    <a:pt x="6122" y="21435"/>
                  </a:cubicBezTo>
                  <a:cubicBezTo>
                    <a:pt x="6122" y="21600"/>
                    <a:pt x="6122" y="21600"/>
                    <a:pt x="6370" y="21600"/>
                  </a:cubicBezTo>
                  <a:cubicBezTo>
                    <a:pt x="6867" y="21600"/>
                    <a:pt x="6867" y="21600"/>
                    <a:pt x="6867" y="21600"/>
                  </a:cubicBezTo>
                  <a:cubicBezTo>
                    <a:pt x="20522" y="21600"/>
                    <a:pt x="20522" y="21600"/>
                    <a:pt x="20522" y="21600"/>
                  </a:cubicBezTo>
                  <a:cubicBezTo>
                    <a:pt x="21018" y="21600"/>
                    <a:pt x="21515" y="16653"/>
                    <a:pt x="18287" y="15169"/>
                  </a:cubicBezTo>
                  <a:cubicBezTo>
                    <a:pt x="16549" y="14510"/>
                    <a:pt x="14563" y="13685"/>
                    <a:pt x="12825" y="13191"/>
                  </a:cubicBezTo>
                  <a:cubicBezTo>
                    <a:pt x="11087" y="12696"/>
                    <a:pt x="10343" y="11707"/>
                    <a:pt x="10094" y="10882"/>
                  </a:cubicBezTo>
                  <a:cubicBezTo>
                    <a:pt x="9846" y="9893"/>
                    <a:pt x="10343" y="8574"/>
                    <a:pt x="10591" y="8079"/>
                  </a:cubicBezTo>
                  <a:cubicBezTo>
                    <a:pt x="10591" y="7750"/>
                    <a:pt x="12081" y="7750"/>
                    <a:pt x="12329" y="6760"/>
                  </a:cubicBezTo>
                  <a:cubicBezTo>
                    <a:pt x="12329" y="6431"/>
                    <a:pt x="12329" y="5606"/>
                    <a:pt x="11584" y="5441"/>
                  </a:cubicBezTo>
                  <a:cubicBezTo>
                    <a:pt x="11336" y="4122"/>
                    <a:pt x="12329" y="3298"/>
                    <a:pt x="11336" y="1979"/>
                  </a:cubicBezTo>
                  <a:cubicBezTo>
                    <a:pt x="10343" y="660"/>
                    <a:pt x="8356" y="0"/>
                    <a:pt x="6122" y="0"/>
                  </a:cubicBezTo>
                  <a:close/>
                </a:path>
              </a:pathLst>
            </a:custGeom>
            <a:noFill/>
            <a:ln cap="flat"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97" name="Google Shape;697;p25"/>
            <p:cNvSpPr/>
            <p:nvPr/>
          </p:nvSpPr>
          <p:spPr>
            <a:xfrm>
              <a:off x="771768" y="3383544"/>
              <a:ext cx="455871" cy="461574"/>
            </a:xfrm>
            <a:custGeom>
              <a:rect b="b" l="l" r="r" t="t"/>
              <a:pathLst>
                <a:path extrusionOk="0" h="21600" w="21600">
                  <a:moveTo>
                    <a:pt x="10800" y="1080"/>
                  </a:moveTo>
                  <a:cubicBezTo>
                    <a:pt x="12216" y="1080"/>
                    <a:pt x="13279" y="1260"/>
                    <a:pt x="14518" y="1620"/>
                  </a:cubicBezTo>
                  <a:cubicBezTo>
                    <a:pt x="15757" y="2160"/>
                    <a:pt x="16643" y="2700"/>
                    <a:pt x="17528" y="3600"/>
                  </a:cubicBezTo>
                  <a:cubicBezTo>
                    <a:pt x="18413" y="4320"/>
                    <a:pt x="19298" y="5400"/>
                    <a:pt x="19830" y="6660"/>
                  </a:cubicBezTo>
                  <a:cubicBezTo>
                    <a:pt x="20361" y="7920"/>
                    <a:pt x="20538" y="9360"/>
                    <a:pt x="20538" y="10980"/>
                  </a:cubicBezTo>
                  <a:cubicBezTo>
                    <a:pt x="20538" y="11340"/>
                    <a:pt x="20538" y="11520"/>
                    <a:pt x="20538" y="12060"/>
                  </a:cubicBezTo>
                  <a:cubicBezTo>
                    <a:pt x="20538" y="12420"/>
                    <a:pt x="20361" y="12780"/>
                    <a:pt x="20361" y="13320"/>
                  </a:cubicBezTo>
                  <a:cubicBezTo>
                    <a:pt x="20184" y="13680"/>
                    <a:pt x="20184" y="14220"/>
                    <a:pt x="20007" y="14580"/>
                  </a:cubicBezTo>
                  <a:cubicBezTo>
                    <a:pt x="19830" y="15120"/>
                    <a:pt x="19475" y="15480"/>
                    <a:pt x="19298" y="16020"/>
                  </a:cubicBezTo>
                  <a:cubicBezTo>
                    <a:pt x="18944" y="16380"/>
                    <a:pt x="18590" y="16560"/>
                    <a:pt x="18059" y="16920"/>
                  </a:cubicBezTo>
                  <a:cubicBezTo>
                    <a:pt x="17705" y="17100"/>
                    <a:pt x="17174" y="17280"/>
                    <a:pt x="16466" y="17280"/>
                  </a:cubicBezTo>
                  <a:cubicBezTo>
                    <a:pt x="16111" y="17280"/>
                    <a:pt x="15580" y="17100"/>
                    <a:pt x="15403" y="17100"/>
                  </a:cubicBezTo>
                  <a:cubicBezTo>
                    <a:pt x="15049" y="16920"/>
                    <a:pt x="14695" y="16740"/>
                    <a:pt x="14518" y="16560"/>
                  </a:cubicBezTo>
                  <a:cubicBezTo>
                    <a:pt x="14341" y="16380"/>
                    <a:pt x="14341" y="16200"/>
                    <a:pt x="14164" y="15840"/>
                  </a:cubicBezTo>
                  <a:cubicBezTo>
                    <a:pt x="13987" y="15660"/>
                    <a:pt x="13987" y="15480"/>
                    <a:pt x="13987" y="15120"/>
                  </a:cubicBezTo>
                  <a:cubicBezTo>
                    <a:pt x="13456" y="15660"/>
                    <a:pt x="12748" y="16200"/>
                    <a:pt x="12039" y="16380"/>
                  </a:cubicBezTo>
                  <a:cubicBezTo>
                    <a:pt x="11331" y="16740"/>
                    <a:pt x="10446" y="16920"/>
                    <a:pt x="9561" y="16920"/>
                  </a:cubicBezTo>
                  <a:cubicBezTo>
                    <a:pt x="8321" y="16920"/>
                    <a:pt x="7436" y="16560"/>
                    <a:pt x="6728" y="15840"/>
                  </a:cubicBezTo>
                  <a:cubicBezTo>
                    <a:pt x="6020" y="15120"/>
                    <a:pt x="5666" y="14220"/>
                    <a:pt x="5666" y="13140"/>
                  </a:cubicBezTo>
                  <a:cubicBezTo>
                    <a:pt x="5666" y="12420"/>
                    <a:pt x="5843" y="11880"/>
                    <a:pt x="6020" y="11340"/>
                  </a:cubicBezTo>
                  <a:cubicBezTo>
                    <a:pt x="6374" y="10800"/>
                    <a:pt x="6728" y="10440"/>
                    <a:pt x="7259" y="10080"/>
                  </a:cubicBezTo>
                  <a:cubicBezTo>
                    <a:pt x="7613" y="9900"/>
                    <a:pt x="8144" y="9540"/>
                    <a:pt x="8675" y="9540"/>
                  </a:cubicBezTo>
                  <a:cubicBezTo>
                    <a:pt x="9207" y="9360"/>
                    <a:pt x="9915" y="9360"/>
                    <a:pt x="10446" y="9360"/>
                  </a:cubicBezTo>
                  <a:cubicBezTo>
                    <a:pt x="11154" y="9360"/>
                    <a:pt x="11685" y="9360"/>
                    <a:pt x="12216" y="9540"/>
                  </a:cubicBezTo>
                  <a:cubicBezTo>
                    <a:pt x="12570" y="9540"/>
                    <a:pt x="12925" y="9720"/>
                    <a:pt x="13279" y="9900"/>
                  </a:cubicBezTo>
                  <a:cubicBezTo>
                    <a:pt x="13279" y="9360"/>
                    <a:pt x="13102" y="9000"/>
                    <a:pt x="13102" y="8640"/>
                  </a:cubicBezTo>
                  <a:cubicBezTo>
                    <a:pt x="12925" y="8280"/>
                    <a:pt x="12925" y="8100"/>
                    <a:pt x="12570" y="7740"/>
                  </a:cubicBezTo>
                  <a:cubicBezTo>
                    <a:pt x="12393" y="7560"/>
                    <a:pt x="12216" y="7380"/>
                    <a:pt x="11862" y="7200"/>
                  </a:cubicBezTo>
                  <a:cubicBezTo>
                    <a:pt x="11331" y="7020"/>
                    <a:pt x="10977" y="7020"/>
                    <a:pt x="10446" y="7020"/>
                  </a:cubicBezTo>
                  <a:cubicBezTo>
                    <a:pt x="9738" y="7020"/>
                    <a:pt x="9030" y="7200"/>
                    <a:pt x="8498" y="7380"/>
                  </a:cubicBezTo>
                  <a:cubicBezTo>
                    <a:pt x="8321" y="7380"/>
                    <a:pt x="8144" y="7380"/>
                    <a:pt x="8144" y="7560"/>
                  </a:cubicBezTo>
                  <a:cubicBezTo>
                    <a:pt x="7967" y="7560"/>
                    <a:pt x="7790" y="7560"/>
                    <a:pt x="7613" y="7560"/>
                  </a:cubicBezTo>
                  <a:cubicBezTo>
                    <a:pt x="7259" y="7560"/>
                    <a:pt x="6728" y="7380"/>
                    <a:pt x="6551" y="6840"/>
                  </a:cubicBezTo>
                  <a:cubicBezTo>
                    <a:pt x="6551" y="6840"/>
                    <a:pt x="6551" y="6840"/>
                    <a:pt x="6551" y="6840"/>
                  </a:cubicBezTo>
                  <a:cubicBezTo>
                    <a:pt x="6374" y="6300"/>
                    <a:pt x="6728" y="5760"/>
                    <a:pt x="7082" y="5580"/>
                  </a:cubicBezTo>
                  <a:cubicBezTo>
                    <a:pt x="8144" y="5040"/>
                    <a:pt x="9384" y="4680"/>
                    <a:pt x="10800" y="4680"/>
                  </a:cubicBezTo>
                  <a:cubicBezTo>
                    <a:pt x="12039" y="4680"/>
                    <a:pt x="12925" y="4860"/>
                    <a:pt x="13456" y="5220"/>
                  </a:cubicBezTo>
                  <a:cubicBezTo>
                    <a:pt x="14164" y="5580"/>
                    <a:pt x="14695" y="5940"/>
                    <a:pt x="14872" y="6480"/>
                  </a:cubicBezTo>
                  <a:cubicBezTo>
                    <a:pt x="15226" y="7020"/>
                    <a:pt x="15403" y="7740"/>
                    <a:pt x="15580" y="8280"/>
                  </a:cubicBezTo>
                  <a:cubicBezTo>
                    <a:pt x="15580" y="9000"/>
                    <a:pt x="15580" y="9540"/>
                    <a:pt x="15580" y="10260"/>
                  </a:cubicBezTo>
                  <a:cubicBezTo>
                    <a:pt x="15580" y="12240"/>
                    <a:pt x="15580" y="12240"/>
                    <a:pt x="15580" y="12240"/>
                  </a:cubicBezTo>
                  <a:cubicBezTo>
                    <a:pt x="15580" y="12780"/>
                    <a:pt x="15580" y="13140"/>
                    <a:pt x="15580" y="13500"/>
                  </a:cubicBezTo>
                  <a:cubicBezTo>
                    <a:pt x="15757" y="13860"/>
                    <a:pt x="15757" y="14220"/>
                    <a:pt x="15757" y="14400"/>
                  </a:cubicBezTo>
                  <a:cubicBezTo>
                    <a:pt x="15934" y="14760"/>
                    <a:pt x="16111" y="14940"/>
                    <a:pt x="16289" y="15120"/>
                  </a:cubicBezTo>
                  <a:cubicBezTo>
                    <a:pt x="16289" y="15300"/>
                    <a:pt x="16643" y="15480"/>
                    <a:pt x="16820" y="15480"/>
                  </a:cubicBezTo>
                  <a:cubicBezTo>
                    <a:pt x="16997" y="15480"/>
                    <a:pt x="16997" y="15480"/>
                    <a:pt x="16997" y="15480"/>
                  </a:cubicBezTo>
                  <a:cubicBezTo>
                    <a:pt x="17351" y="15300"/>
                    <a:pt x="17705" y="15120"/>
                    <a:pt x="18059" y="14760"/>
                  </a:cubicBezTo>
                  <a:cubicBezTo>
                    <a:pt x="18236" y="14580"/>
                    <a:pt x="18413" y="14040"/>
                    <a:pt x="18590" y="13680"/>
                  </a:cubicBezTo>
                  <a:cubicBezTo>
                    <a:pt x="18767" y="13140"/>
                    <a:pt x="18767" y="12780"/>
                    <a:pt x="18767" y="12240"/>
                  </a:cubicBezTo>
                  <a:cubicBezTo>
                    <a:pt x="18944" y="11700"/>
                    <a:pt x="18944" y="11340"/>
                    <a:pt x="18944" y="10980"/>
                  </a:cubicBezTo>
                  <a:cubicBezTo>
                    <a:pt x="18944" y="9720"/>
                    <a:pt x="18767" y="8640"/>
                    <a:pt x="18413" y="7560"/>
                  </a:cubicBezTo>
                  <a:cubicBezTo>
                    <a:pt x="17882" y="6660"/>
                    <a:pt x="17351" y="5760"/>
                    <a:pt x="16643" y="5040"/>
                  </a:cubicBezTo>
                  <a:cubicBezTo>
                    <a:pt x="15934" y="4320"/>
                    <a:pt x="15049" y="3780"/>
                    <a:pt x="14164" y="3240"/>
                  </a:cubicBezTo>
                  <a:cubicBezTo>
                    <a:pt x="13102" y="2880"/>
                    <a:pt x="12039" y="2700"/>
                    <a:pt x="10800" y="2700"/>
                  </a:cubicBezTo>
                  <a:cubicBezTo>
                    <a:pt x="9561" y="2700"/>
                    <a:pt x="8498" y="2880"/>
                    <a:pt x="7436" y="3240"/>
                  </a:cubicBezTo>
                  <a:cubicBezTo>
                    <a:pt x="6374" y="3600"/>
                    <a:pt x="5666" y="4320"/>
                    <a:pt x="4957" y="5040"/>
                  </a:cubicBezTo>
                  <a:cubicBezTo>
                    <a:pt x="4249" y="5760"/>
                    <a:pt x="3718" y="6480"/>
                    <a:pt x="3187" y="7560"/>
                  </a:cubicBezTo>
                  <a:cubicBezTo>
                    <a:pt x="2833" y="8640"/>
                    <a:pt x="2656" y="9720"/>
                    <a:pt x="2656" y="10800"/>
                  </a:cubicBezTo>
                  <a:cubicBezTo>
                    <a:pt x="2656" y="11880"/>
                    <a:pt x="2833" y="12960"/>
                    <a:pt x="3187" y="14040"/>
                  </a:cubicBezTo>
                  <a:cubicBezTo>
                    <a:pt x="3541" y="14940"/>
                    <a:pt x="4072" y="15840"/>
                    <a:pt x="4780" y="16560"/>
                  </a:cubicBezTo>
                  <a:cubicBezTo>
                    <a:pt x="5489" y="17280"/>
                    <a:pt x="6197" y="18000"/>
                    <a:pt x="7259" y="18360"/>
                  </a:cubicBezTo>
                  <a:cubicBezTo>
                    <a:pt x="8144" y="18720"/>
                    <a:pt x="9207" y="19080"/>
                    <a:pt x="10446" y="19080"/>
                  </a:cubicBezTo>
                  <a:cubicBezTo>
                    <a:pt x="11331" y="19080"/>
                    <a:pt x="12039" y="18900"/>
                    <a:pt x="12570" y="18720"/>
                  </a:cubicBezTo>
                  <a:cubicBezTo>
                    <a:pt x="12925" y="18540"/>
                    <a:pt x="13279" y="18540"/>
                    <a:pt x="13633" y="18360"/>
                  </a:cubicBezTo>
                  <a:cubicBezTo>
                    <a:pt x="13810" y="18360"/>
                    <a:pt x="13810" y="18360"/>
                    <a:pt x="13987" y="18360"/>
                  </a:cubicBezTo>
                  <a:cubicBezTo>
                    <a:pt x="14341" y="18360"/>
                    <a:pt x="14518" y="18540"/>
                    <a:pt x="14695" y="18900"/>
                  </a:cubicBezTo>
                  <a:cubicBezTo>
                    <a:pt x="14872" y="19260"/>
                    <a:pt x="14518" y="19620"/>
                    <a:pt x="14164" y="19800"/>
                  </a:cubicBezTo>
                  <a:cubicBezTo>
                    <a:pt x="13633" y="19980"/>
                    <a:pt x="13102" y="20160"/>
                    <a:pt x="12748" y="20340"/>
                  </a:cubicBezTo>
                  <a:cubicBezTo>
                    <a:pt x="11862" y="20520"/>
                    <a:pt x="11154" y="20520"/>
                    <a:pt x="10269" y="20520"/>
                  </a:cubicBezTo>
                  <a:cubicBezTo>
                    <a:pt x="9030" y="20520"/>
                    <a:pt x="7790" y="20340"/>
                    <a:pt x="6728" y="19980"/>
                  </a:cubicBezTo>
                  <a:cubicBezTo>
                    <a:pt x="5666" y="19440"/>
                    <a:pt x="4603" y="18720"/>
                    <a:pt x="3718" y="18000"/>
                  </a:cubicBezTo>
                  <a:cubicBezTo>
                    <a:pt x="3010" y="17100"/>
                    <a:pt x="2302" y="16020"/>
                    <a:pt x="1770" y="14760"/>
                  </a:cubicBezTo>
                  <a:cubicBezTo>
                    <a:pt x="1239" y="13680"/>
                    <a:pt x="1062" y="12240"/>
                    <a:pt x="1062" y="10800"/>
                  </a:cubicBezTo>
                  <a:cubicBezTo>
                    <a:pt x="1062" y="9180"/>
                    <a:pt x="1239" y="7740"/>
                    <a:pt x="1770" y="6660"/>
                  </a:cubicBezTo>
                  <a:cubicBezTo>
                    <a:pt x="2479" y="5400"/>
                    <a:pt x="3187" y="4320"/>
                    <a:pt x="4072" y="3600"/>
                  </a:cubicBezTo>
                  <a:cubicBezTo>
                    <a:pt x="4957" y="2700"/>
                    <a:pt x="6020" y="2160"/>
                    <a:pt x="7082" y="1800"/>
                  </a:cubicBezTo>
                  <a:cubicBezTo>
                    <a:pt x="8321" y="1260"/>
                    <a:pt x="9561" y="1080"/>
                    <a:pt x="10800" y="1080"/>
                  </a:cubicBezTo>
                  <a:moveTo>
                    <a:pt x="9915" y="14940"/>
                  </a:moveTo>
                  <a:cubicBezTo>
                    <a:pt x="10269" y="14940"/>
                    <a:pt x="10446" y="14760"/>
                    <a:pt x="10977" y="14760"/>
                  </a:cubicBezTo>
                  <a:cubicBezTo>
                    <a:pt x="11331" y="14760"/>
                    <a:pt x="11685" y="14580"/>
                    <a:pt x="12039" y="14400"/>
                  </a:cubicBezTo>
                  <a:cubicBezTo>
                    <a:pt x="12393" y="14220"/>
                    <a:pt x="12748" y="14040"/>
                    <a:pt x="12925" y="13680"/>
                  </a:cubicBezTo>
                  <a:cubicBezTo>
                    <a:pt x="13102" y="13500"/>
                    <a:pt x="13279" y="13140"/>
                    <a:pt x="13279" y="12780"/>
                  </a:cubicBezTo>
                  <a:cubicBezTo>
                    <a:pt x="13279" y="11700"/>
                    <a:pt x="13279" y="11700"/>
                    <a:pt x="13279" y="11700"/>
                  </a:cubicBezTo>
                  <a:cubicBezTo>
                    <a:pt x="12925" y="11700"/>
                    <a:pt x="12570" y="11520"/>
                    <a:pt x="12039" y="11340"/>
                  </a:cubicBezTo>
                  <a:cubicBezTo>
                    <a:pt x="11508" y="11340"/>
                    <a:pt x="10977" y="11160"/>
                    <a:pt x="10446" y="11160"/>
                  </a:cubicBezTo>
                  <a:cubicBezTo>
                    <a:pt x="9738" y="11160"/>
                    <a:pt x="9207" y="11340"/>
                    <a:pt x="8675" y="11700"/>
                  </a:cubicBezTo>
                  <a:cubicBezTo>
                    <a:pt x="8321" y="12060"/>
                    <a:pt x="8144" y="12420"/>
                    <a:pt x="8144" y="13140"/>
                  </a:cubicBezTo>
                  <a:cubicBezTo>
                    <a:pt x="8144" y="13680"/>
                    <a:pt x="8144" y="14040"/>
                    <a:pt x="8498" y="14400"/>
                  </a:cubicBezTo>
                  <a:cubicBezTo>
                    <a:pt x="8852" y="14760"/>
                    <a:pt x="9207" y="14940"/>
                    <a:pt x="9915" y="14940"/>
                  </a:cubicBezTo>
                  <a:moveTo>
                    <a:pt x="10800" y="0"/>
                  </a:moveTo>
                  <a:cubicBezTo>
                    <a:pt x="9384" y="0"/>
                    <a:pt x="8144" y="180"/>
                    <a:pt x="6728" y="720"/>
                  </a:cubicBezTo>
                  <a:cubicBezTo>
                    <a:pt x="5489" y="1080"/>
                    <a:pt x="4249" y="1800"/>
                    <a:pt x="3364" y="2700"/>
                  </a:cubicBezTo>
                  <a:cubicBezTo>
                    <a:pt x="2302" y="3600"/>
                    <a:pt x="1416" y="4860"/>
                    <a:pt x="885" y="6120"/>
                  </a:cubicBezTo>
                  <a:cubicBezTo>
                    <a:pt x="354" y="7560"/>
                    <a:pt x="0" y="9000"/>
                    <a:pt x="0" y="10800"/>
                  </a:cubicBezTo>
                  <a:cubicBezTo>
                    <a:pt x="0" y="12420"/>
                    <a:pt x="177" y="13860"/>
                    <a:pt x="708" y="15300"/>
                  </a:cubicBezTo>
                  <a:cubicBezTo>
                    <a:pt x="1416" y="16560"/>
                    <a:pt x="2125" y="17820"/>
                    <a:pt x="3010" y="18720"/>
                  </a:cubicBezTo>
                  <a:cubicBezTo>
                    <a:pt x="3895" y="19620"/>
                    <a:pt x="5134" y="20340"/>
                    <a:pt x="6374" y="20880"/>
                  </a:cubicBezTo>
                  <a:cubicBezTo>
                    <a:pt x="7613" y="21420"/>
                    <a:pt x="8852" y="21600"/>
                    <a:pt x="10269" y="21600"/>
                  </a:cubicBezTo>
                  <a:cubicBezTo>
                    <a:pt x="11154" y="21600"/>
                    <a:pt x="12039" y="21600"/>
                    <a:pt x="12925" y="21420"/>
                  </a:cubicBezTo>
                  <a:cubicBezTo>
                    <a:pt x="13456" y="21240"/>
                    <a:pt x="13987" y="21060"/>
                    <a:pt x="14518" y="20880"/>
                  </a:cubicBezTo>
                  <a:cubicBezTo>
                    <a:pt x="15580" y="20520"/>
                    <a:pt x="15934" y="19440"/>
                    <a:pt x="15757" y="18540"/>
                  </a:cubicBezTo>
                  <a:cubicBezTo>
                    <a:pt x="15580" y="18360"/>
                    <a:pt x="15580" y="18360"/>
                    <a:pt x="15580" y="18180"/>
                  </a:cubicBezTo>
                  <a:cubicBezTo>
                    <a:pt x="15934" y="18180"/>
                    <a:pt x="16111" y="18360"/>
                    <a:pt x="16466" y="18360"/>
                  </a:cubicBezTo>
                  <a:cubicBezTo>
                    <a:pt x="17351" y="18360"/>
                    <a:pt x="18059" y="18180"/>
                    <a:pt x="18590" y="17820"/>
                  </a:cubicBezTo>
                  <a:cubicBezTo>
                    <a:pt x="19121" y="17460"/>
                    <a:pt x="19652" y="17100"/>
                    <a:pt x="20184" y="16560"/>
                  </a:cubicBezTo>
                  <a:cubicBezTo>
                    <a:pt x="20538" y="16200"/>
                    <a:pt x="20715" y="15660"/>
                    <a:pt x="20892" y="15120"/>
                  </a:cubicBezTo>
                  <a:cubicBezTo>
                    <a:pt x="21069" y="14580"/>
                    <a:pt x="21246" y="14040"/>
                    <a:pt x="21423" y="13500"/>
                  </a:cubicBezTo>
                  <a:cubicBezTo>
                    <a:pt x="21423" y="12960"/>
                    <a:pt x="21600" y="12600"/>
                    <a:pt x="21600" y="12060"/>
                  </a:cubicBezTo>
                  <a:cubicBezTo>
                    <a:pt x="21600" y="11700"/>
                    <a:pt x="21600" y="11340"/>
                    <a:pt x="21600" y="10980"/>
                  </a:cubicBezTo>
                  <a:cubicBezTo>
                    <a:pt x="21600" y="9180"/>
                    <a:pt x="21246" y="7560"/>
                    <a:pt x="20715" y="6300"/>
                  </a:cubicBezTo>
                  <a:cubicBezTo>
                    <a:pt x="20184" y="4860"/>
                    <a:pt x="19298" y="3600"/>
                    <a:pt x="18236" y="2700"/>
                  </a:cubicBezTo>
                  <a:cubicBezTo>
                    <a:pt x="17351" y="1800"/>
                    <a:pt x="16111" y="1080"/>
                    <a:pt x="14872" y="720"/>
                  </a:cubicBezTo>
                  <a:cubicBezTo>
                    <a:pt x="13633" y="180"/>
                    <a:pt x="12216" y="0"/>
                    <a:pt x="10800" y="0"/>
                  </a:cubicBezTo>
                  <a:close/>
                  <a:moveTo>
                    <a:pt x="16997" y="14400"/>
                  </a:moveTo>
                  <a:cubicBezTo>
                    <a:pt x="16820" y="14220"/>
                    <a:pt x="16820" y="14220"/>
                    <a:pt x="16820" y="14040"/>
                  </a:cubicBezTo>
                  <a:cubicBezTo>
                    <a:pt x="16820" y="13860"/>
                    <a:pt x="16820" y="13680"/>
                    <a:pt x="16643" y="13320"/>
                  </a:cubicBezTo>
                  <a:cubicBezTo>
                    <a:pt x="16643" y="12960"/>
                    <a:pt x="16643" y="12600"/>
                    <a:pt x="16643" y="12240"/>
                  </a:cubicBezTo>
                  <a:cubicBezTo>
                    <a:pt x="16643" y="10260"/>
                    <a:pt x="16643" y="10260"/>
                    <a:pt x="16643" y="10260"/>
                  </a:cubicBezTo>
                  <a:cubicBezTo>
                    <a:pt x="16643" y="9540"/>
                    <a:pt x="16643" y="9000"/>
                    <a:pt x="16643" y="8280"/>
                  </a:cubicBezTo>
                  <a:cubicBezTo>
                    <a:pt x="16466" y="7380"/>
                    <a:pt x="16289" y="6660"/>
                    <a:pt x="15934" y="5940"/>
                  </a:cubicBezTo>
                  <a:cubicBezTo>
                    <a:pt x="15757" y="5760"/>
                    <a:pt x="15403" y="5400"/>
                    <a:pt x="15226" y="5220"/>
                  </a:cubicBezTo>
                  <a:cubicBezTo>
                    <a:pt x="15403" y="5400"/>
                    <a:pt x="15757" y="5580"/>
                    <a:pt x="15934" y="5760"/>
                  </a:cubicBezTo>
                  <a:cubicBezTo>
                    <a:pt x="16466" y="6480"/>
                    <a:pt x="16997" y="7200"/>
                    <a:pt x="17351" y="8100"/>
                  </a:cubicBezTo>
                  <a:cubicBezTo>
                    <a:pt x="17705" y="9000"/>
                    <a:pt x="17882" y="9900"/>
                    <a:pt x="17882" y="10980"/>
                  </a:cubicBezTo>
                  <a:cubicBezTo>
                    <a:pt x="17882" y="11160"/>
                    <a:pt x="17882" y="11700"/>
                    <a:pt x="17705" y="12060"/>
                  </a:cubicBezTo>
                  <a:cubicBezTo>
                    <a:pt x="17705" y="12600"/>
                    <a:pt x="17705" y="12960"/>
                    <a:pt x="17528" y="13320"/>
                  </a:cubicBezTo>
                  <a:cubicBezTo>
                    <a:pt x="17528" y="13680"/>
                    <a:pt x="17351" y="14040"/>
                    <a:pt x="17174" y="14220"/>
                  </a:cubicBezTo>
                  <a:cubicBezTo>
                    <a:pt x="16997" y="14220"/>
                    <a:pt x="16997" y="14400"/>
                    <a:pt x="16997" y="14400"/>
                  </a:cubicBezTo>
                  <a:cubicBezTo>
                    <a:pt x="16997" y="14400"/>
                    <a:pt x="16997" y="14400"/>
                    <a:pt x="16997" y="14400"/>
                  </a:cubicBezTo>
                  <a:close/>
                  <a:moveTo>
                    <a:pt x="4957" y="15120"/>
                  </a:moveTo>
                  <a:cubicBezTo>
                    <a:pt x="4603" y="14580"/>
                    <a:pt x="4426" y="14220"/>
                    <a:pt x="4249" y="13680"/>
                  </a:cubicBezTo>
                  <a:cubicBezTo>
                    <a:pt x="3895" y="12780"/>
                    <a:pt x="3718" y="11880"/>
                    <a:pt x="3718" y="10800"/>
                  </a:cubicBezTo>
                  <a:cubicBezTo>
                    <a:pt x="3718" y="9720"/>
                    <a:pt x="3895" y="8820"/>
                    <a:pt x="4249" y="7920"/>
                  </a:cubicBezTo>
                  <a:cubicBezTo>
                    <a:pt x="4603" y="7200"/>
                    <a:pt x="4957" y="6480"/>
                    <a:pt x="5666" y="5760"/>
                  </a:cubicBezTo>
                  <a:cubicBezTo>
                    <a:pt x="5489" y="6300"/>
                    <a:pt x="5489" y="6660"/>
                    <a:pt x="5666" y="7200"/>
                  </a:cubicBezTo>
                  <a:cubicBezTo>
                    <a:pt x="5666" y="7200"/>
                    <a:pt x="5666" y="7200"/>
                    <a:pt x="5666" y="7200"/>
                  </a:cubicBezTo>
                  <a:cubicBezTo>
                    <a:pt x="5843" y="8100"/>
                    <a:pt x="6728" y="8640"/>
                    <a:pt x="7613" y="8640"/>
                  </a:cubicBezTo>
                  <a:cubicBezTo>
                    <a:pt x="7613" y="8640"/>
                    <a:pt x="7613" y="8640"/>
                    <a:pt x="7613" y="8640"/>
                  </a:cubicBezTo>
                  <a:cubicBezTo>
                    <a:pt x="7259" y="8820"/>
                    <a:pt x="6905" y="9000"/>
                    <a:pt x="6551" y="9180"/>
                  </a:cubicBezTo>
                  <a:cubicBezTo>
                    <a:pt x="6020" y="9720"/>
                    <a:pt x="5489" y="10080"/>
                    <a:pt x="5134" y="10800"/>
                  </a:cubicBezTo>
                  <a:cubicBezTo>
                    <a:pt x="4780" y="11520"/>
                    <a:pt x="4603" y="12240"/>
                    <a:pt x="4603" y="13140"/>
                  </a:cubicBezTo>
                  <a:cubicBezTo>
                    <a:pt x="4603" y="13860"/>
                    <a:pt x="4780" y="14400"/>
                    <a:pt x="4957" y="15120"/>
                  </a:cubicBezTo>
                  <a:close/>
                  <a:moveTo>
                    <a:pt x="8675" y="8460"/>
                  </a:moveTo>
                  <a:cubicBezTo>
                    <a:pt x="8675" y="8280"/>
                    <a:pt x="8852" y="8280"/>
                    <a:pt x="8852" y="8280"/>
                  </a:cubicBezTo>
                  <a:cubicBezTo>
                    <a:pt x="9207" y="8100"/>
                    <a:pt x="9738" y="8100"/>
                    <a:pt x="10446" y="8100"/>
                  </a:cubicBezTo>
                  <a:cubicBezTo>
                    <a:pt x="10977" y="8100"/>
                    <a:pt x="11154" y="8100"/>
                    <a:pt x="11331" y="8280"/>
                  </a:cubicBezTo>
                  <a:cubicBezTo>
                    <a:pt x="11508" y="8280"/>
                    <a:pt x="11508" y="8280"/>
                    <a:pt x="11508" y="8280"/>
                  </a:cubicBezTo>
                  <a:cubicBezTo>
                    <a:pt x="11154" y="8280"/>
                    <a:pt x="10800" y="8280"/>
                    <a:pt x="10446" y="8280"/>
                  </a:cubicBezTo>
                  <a:cubicBezTo>
                    <a:pt x="9915" y="8280"/>
                    <a:pt x="9207" y="8280"/>
                    <a:pt x="8675" y="8460"/>
                  </a:cubicBezTo>
                  <a:close/>
                  <a:moveTo>
                    <a:pt x="9915" y="13860"/>
                  </a:moveTo>
                  <a:cubicBezTo>
                    <a:pt x="9561" y="13860"/>
                    <a:pt x="9384" y="13680"/>
                    <a:pt x="9207" y="13680"/>
                  </a:cubicBezTo>
                  <a:cubicBezTo>
                    <a:pt x="9207" y="13500"/>
                    <a:pt x="9207" y="13320"/>
                    <a:pt x="9207" y="13140"/>
                  </a:cubicBezTo>
                  <a:cubicBezTo>
                    <a:pt x="9207" y="12600"/>
                    <a:pt x="9207" y="12600"/>
                    <a:pt x="9384" y="12600"/>
                  </a:cubicBezTo>
                  <a:cubicBezTo>
                    <a:pt x="9561" y="12420"/>
                    <a:pt x="9738" y="12240"/>
                    <a:pt x="10446" y="12240"/>
                  </a:cubicBezTo>
                  <a:cubicBezTo>
                    <a:pt x="10977" y="12240"/>
                    <a:pt x="11331" y="12420"/>
                    <a:pt x="11862" y="12420"/>
                  </a:cubicBezTo>
                  <a:cubicBezTo>
                    <a:pt x="11862" y="12420"/>
                    <a:pt x="12039" y="12420"/>
                    <a:pt x="12216" y="12600"/>
                  </a:cubicBezTo>
                  <a:cubicBezTo>
                    <a:pt x="12216" y="12780"/>
                    <a:pt x="12216" y="12780"/>
                    <a:pt x="12216" y="12780"/>
                  </a:cubicBezTo>
                  <a:cubicBezTo>
                    <a:pt x="12216" y="12780"/>
                    <a:pt x="12039" y="12960"/>
                    <a:pt x="12039" y="12960"/>
                  </a:cubicBezTo>
                  <a:cubicBezTo>
                    <a:pt x="11862" y="13140"/>
                    <a:pt x="11862" y="13320"/>
                    <a:pt x="11508" y="13320"/>
                  </a:cubicBezTo>
                  <a:cubicBezTo>
                    <a:pt x="11508" y="13320"/>
                    <a:pt x="11508" y="13320"/>
                    <a:pt x="11508" y="13500"/>
                  </a:cubicBezTo>
                  <a:cubicBezTo>
                    <a:pt x="11331" y="13500"/>
                    <a:pt x="10977" y="13680"/>
                    <a:pt x="10800" y="13680"/>
                  </a:cubicBezTo>
                  <a:cubicBezTo>
                    <a:pt x="10446" y="13680"/>
                    <a:pt x="10092" y="13860"/>
                    <a:pt x="9915" y="13860"/>
                  </a:cubicBezTo>
                  <a:close/>
                  <a:moveTo>
                    <a:pt x="10446" y="18000"/>
                  </a:moveTo>
                  <a:cubicBezTo>
                    <a:pt x="11154" y="17820"/>
                    <a:pt x="11862" y="17640"/>
                    <a:pt x="12393" y="17460"/>
                  </a:cubicBezTo>
                  <a:cubicBezTo>
                    <a:pt x="12748" y="17280"/>
                    <a:pt x="13102" y="17100"/>
                    <a:pt x="13456" y="16920"/>
                  </a:cubicBezTo>
                  <a:cubicBezTo>
                    <a:pt x="13633" y="17100"/>
                    <a:pt x="13633" y="17100"/>
                    <a:pt x="13810" y="17280"/>
                  </a:cubicBezTo>
                  <a:cubicBezTo>
                    <a:pt x="13633" y="17280"/>
                    <a:pt x="13456" y="17280"/>
                    <a:pt x="13279" y="17280"/>
                  </a:cubicBezTo>
                  <a:cubicBezTo>
                    <a:pt x="12925" y="17460"/>
                    <a:pt x="12570" y="17640"/>
                    <a:pt x="12216" y="17640"/>
                  </a:cubicBezTo>
                  <a:cubicBezTo>
                    <a:pt x="11862" y="17820"/>
                    <a:pt x="11154" y="18000"/>
                    <a:pt x="10446" y="18000"/>
                  </a:cubicBezTo>
                  <a:close/>
                </a:path>
              </a:pathLst>
            </a:custGeom>
            <a:noFill/>
            <a:ln cap="flat"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98" name="Google Shape;698;p25"/>
            <p:cNvSpPr/>
            <p:nvPr/>
          </p:nvSpPr>
          <p:spPr>
            <a:xfrm>
              <a:off x="376253" y="3760230"/>
              <a:ext cx="339015" cy="374035"/>
            </a:xfrm>
            <a:custGeom>
              <a:rect b="b" l="l" r="r" t="t"/>
              <a:pathLst>
                <a:path extrusionOk="0" h="21600" w="21600">
                  <a:moveTo>
                    <a:pt x="20413" y="8907"/>
                  </a:moveTo>
                  <a:cubicBezTo>
                    <a:pt x="16853" y="8907"/>
                    <a:pt x="16853" y="8907"/>
                    <a:pt x="16853" y="8907"/>
                  </a:cubicBezTo>
                  <a:cubicBezTo>
                    <a:pt x="15903" y="12470"/>
                    <a:pt x="15903" y="12470"/>
                    <a:pt x="15903" y="12470"/>
                  </a:cubicBezTo>
                  <a:cubicBezTo>
                    <a:pt x="18752" y="12470"/>
                    <a:pt x="18752" y="12470"/>
                    <a:pt x="18752" y="12470"/>
                  </a:cubicBezTo>
                  <a:cubicBezTo>
                    <a:pt x="19464" y="12470"/>
                    <a:pt x="20176" y="13138"/>
                    <a:pt x="20176" y="13806"/>
                  </a:cubicBezTo>
                  <a:cubicBezTo>
                    <a:pt x="20176" y="14697"/>
                    <a:pt x="20176" y="14697"/>
                    <a:pt x="20176" y="14697"/>
                  </a:cubicBezTo>
                  <a:cubicBezTo>
                    <a:pt x="20176" y="15365"/>
                    <a:pt x="19464" y="16033"/>
                    <a:pt x="18752" y="16033"/>
                  </a:cubicBezTo>
                  <a:cubicBezTo>
                    <a:pt x="14954" y="16033"/>
                    <a:pt x="14954" y="16033"/>
                    <a:pt x="14954" y="16033"/>
                  </a:cubicBezTo>
                  <a:cubicBezTo>
                    <a:pt x="13767" y="20264"/>
                    <a:pt x="13767" y="20264"/>
                    <a:pt x="13767" y="20264"/>
                  </a:cubicBezTo>
                  <a:cubicBezTo>
                    <a:pt x="13767" y="20932"/>
                    <a:pt x="13055" y="21600"/>
                    <a:pt x="12343" y="21600"/>
                  </a:cubicBezTo>
                  <a:cubicBezTo>
                    <a:pt x="11393" y="21600"/>
                    <a:pt x="11393" y="21600"/>
                    <a:pt x="11393" y="21600"/>
                  </a:cubicBezTo>
                  <a:cubicBezTo>
                    <a:pt x="10444" y="21600"/>
                    <a:pt x="9732" y="20487"/>
                    <a:pt x="9969" y="19596"/>
                  </a:cubicBezTo>
                  <a:cubicBezTo>
                    <a:pt x="10919" y="16033"/>
                    <a:pt x="10919" y="16033"/>
                    <a:pt x="10919" y="16033"/>
                  </a:cubicBezTo>
                  <a:cubicBezTo>
                    <a:pt x="7833" y="16033"/>
                    <a:pt x="7833" y="16033"/>
                    <a:pt x="7833" y="16033"/>
                  </a:cubicBezTo>
                  <a:cubicBezTo>
                    <a:pt x="6884" y="20264"/>
                    <a:pt x="6884" y="20264"/>
                    <a:pt x="6884" y="20264"/>
                  </a:cubicBezTo>
                  <a:cubicBezTo>
                    <a:pt x="6646" y="20932"/>
                    <a:pt x="5934" y="21600"/>
                    <a:pt x="5222" y="21600"/>
                  </a:cubicBezTo>
                  <a:cubicBezTo>
                    <a:pt x="4273" y="21600"/>
                    <a:pt x="4273" y="21600"/>
                    <a:pt x="4273" y="21600"/>
                  </a:cubicBezTo>
                  <a:cubicBezTo>
                    <a:pt x="3323" y="21600"/>
                    <a:pt x="2611" y="20487"/>
                    <a:pt x="2848" y="19596"/>
                  </a:cubicBezTo>
                  <a:cubicBezTo>
                    <a:pt x="3798" y="16033"/>
                    <a:pt x="3798" y="16033"/>
                    <a:pt x="3798" y="16033"/>
                  </a:cubicBezTo>
                  <a:cubicBezTo>
                    <a:pt x="1424" y="16033"/>
                    <a:pt x="1424" y="16033"/>
                    <a:pt x="1424" y="16033"/>
                  </a:cubicBezTo>
                  <a:cubicBezTo>
                    <a:pt x="712" y="16033"/>
                    <a:pt x="0" y="15588"/>
                    <a:pt x="0" y="14920"/>
                  </a:cubicBezTo>
                  <a:cubicBezTo>
                    <a:pt x="0" y="13806"/>
                    <a:pt x="0" y="13806"/>
                    <a:pt x="0" y="13806"/>
                  </a:cubicBezTo>
                  <a:cubicBezTo>
                    <a:pt x="0" y="12915"/>
                    <a:pt x="712" y="12470"/>
                    <a:pt x="1424" y="12470"/>
                  </a:cubicBezTo>
                  <a:cubicBezTo>
                    <a:pt x="4747" y="12470"/>
                    <a:pt x="4747" y="12470"/>
                    <a:pt x="4747" y="12470"/>
                  </a:cubicBezTo>
                  <a:cubicBezTo>
                    <a:pt x="5459" y="8907"/>
                    <a:pt x="5459" y="8907"/>
                    <a:pt x="5459" y="8907"/>
                  </a:cubicBezTo>
                  <a:cubicBezTo>
                    <a:pt x="3086" y="8907"/>
                    <a:pt x="3086" y="8907"/>
                    <a:pt x="3086" y="8907"/>
                  </a:cubicBezTo>
                  <a:cubicBezTo>
                    <a:pt x="2374" y="8907"/>
                    <a:pt x="1662" y="8462"/>
                    <a:pt x="1662" y="7794"/>
                  </a:cubicBezTo>
                  <a:cubicBezTo>
                    <a:pt x="1662" y="6903"/>
                    <a:pt x="1662" y="6903"/>
                    <a:pt x="1662" y="6903"/>
                  </a:cubicBezTo>
                  <a:cubicBezTo>
                    <a:pt x="1662" y="6235"/>
                    <a:pt x="2374" y="5567"/>
                    <a:pt x="3086" y="5567"/>
                  </a:cubicBezTo>
                  <a:cubicBezTo>
                    <a:pt x="5697" y="5567"/>
                    <a:pt x="5697" y="5567"/>
                    <a:pt x="5697" y="5567"/>
                  </a:cubicBezTo>
                  <a:cubicBezTo>
                    <a:pt x="6171" y="5567"/>
                    <a:pt x="6409" y="5344"/>
                    <a:pt x="6646" y="4899"/>
                  </a:cubicBezTo>
                  <a:cubicBezTo>
                    <a:pt x="7596" y="1113"/>
                    <a:pt x="7596" y="1113"/>
                    <a:pt x="7596" y="1113"/>
                  </a:cubicBezTo>
                  <a:cubicBezTo>
                    <a:pt x="7833" y="445"/>
                    <a:pt x="8308" y="0"/>
                    <a:pt x="9020" y="0"/>
                  </a:cubicBezTo>
                  <a:cubicBezTo>
                    <a:pt x="10207" y="0"/>
                    <a:pt x="10207" y="0"/>
                    <a:pt x="10207" y="0"/>
                  </a:cubicBezTo>
                  <a:cubicBezTo>
                    <a:pt x="11156" y="0"/>
                    <a:pt x="11868" y="891"/>
                    <a:pt x="11631" y="1781"/>
                  </a:cubicBezTo>
                  <a:cubicBezTo>
                    <a:pt x="10919" y="4454"/>
                    <a:pt x="10919" y="4454"/>
                    <a:pt x="10919" y="4454"/>
                  </a:cubicBezTo>
                  <a:cubicBezTo>
                    <a:pt x="10681" y="5122"/>
                    <a:pt x="11156" y="5567"/>
                    <a:pt x="11868" y="5567"/>
                  </a:cubicBezTo>
                  <a:cubicBezTo>
                    <a:pt x="12818" y="5567"/>
                    <a:pt x="12818" y="5567"/>
                    <a:pt x="12818" y="5567"/>
                  </a:cubicBezTo>
                  <a:cubicBezTo>
                    <a:pt x="13292" y="5567"/>
                    <a:pt x="13530" y="5344"/>
                    <a:pt x="13767" y="4899"/>
                  </a:cubicBezTo>
                  <a:cubicBezTo>
                    <a:pt x="14716" y="1113"/>
                    <a:pt x="14716" y="1113"/>
                    <a:pt x="14716" y="1113"/>
                  </a:cubicBezTo>
                  <a:cubicBezTo>
                    <a:pt x="14954" y="445"/>
                    <a:pt x="15429" y="0"/>
                    <a:pt x="16141" y="0"/>
                  </a:cubicBezTo>
                  <a:cubicBezTo>
                    <a:pt x="17090" y="0"/>
                    <a:pt x="17090" y="0"/>
                    <a:pt x="17090" y="0"/>
                  </a:cubicBezTo>
                  <a:cubicBezTo>
                    <a:pt x="18277" y="0"/>
                    <a:pt x="18989" y="891"/>
                    <a:pt x="18752" y="1781"/>
                  </a:cubicBezTo>
                  <a:cubicBezTo>
                    <a:pt x="18040" y="4454"/>
                    <a:pt x="18040" y="4454"/>
                    <a:pt x="18040" y="4454"/>
                  </a:cubicBezTo>
                  <a:cubicBezTo>
                    <a:pt x="17802" y="5122"/>
                    <a:pt x="18277" y="5567"/>
                    <a:pt x="18989" y="5567"/>
                  </a:cubicBezTo>
                  <a:cubicBezTo>
                    <a:pt x="20413" y="5567"/>
                    <a:pt x="20413" y="5567"/>
                    <a:pt x="20413" y="5567"/>
                  </a:cubicBezTo>
                  <a:cubicBezTo>
                    <a:pt x="21125" y="5567"/>
                    <a:pt x="21600" y="6235"/>
                    <a:pt x="21600" y="6903"/>
                  </a:cubicBezTo>
                  <a:cubicBezTo>
                    <a:pt x="21600" y="7794"/>
                    <a:pt x="21600" y="7794"/>
                    <a:pt x="21600" y="7794"/>
                  </a:cubicBezTo>
                  <a:cubicBezTo>
                    <a:pt x="21600" y="8462"/>
                    <a:pt x="21125" y="8907"/>
                    <a:pt x="20413" y="8907"/>
                  </a:cubicBezTo>
                  <a:close/>
                  <a:moveTo>
                    <a:pt x="11868" y="11802"/>
                  </a:moveTo>
                  <a:cubicBezTo>
                    <a:pt x="12343" y="10021"/>
                    <a:pt x="12343" y="10021"/>
                    <a:pt x="12343" y="10021"/>
                  </a:cubicBezTo>
                  <a:cubicBezTo>
                    <a:pt x="12580" y="9353"/>
                    <a:pt x="12105" y="8907"/>
                    <a:pt x="11631" y="8907"/>
                  </a:cubicBezTo>
                  <a:cubicBezTo>
                    <a:pt x="10444" y="8907"/>
                    <a:pt x="10444" y="8907"/>
                    <a:pt x="10444" y="8907"/>
                  </a:cubicBezTo>
                  <a:cubicBezTo>
                    <a:pt x="9969" y="8907"/>
                    <a:pt x="9495" y="9130"/>
                    <a:pt x="9495" y="9575"/>
                  </a:cubicBezTo>
                  <a:cubicBezTo>
                    <a:pt x="9020" y="11579"/>
                    <a:pt x="9020" y="11579"/>
                    <a:pt x="9020" y="11579"/>
                  </a:cubicBezTo>
                  <a:cubicBezTo>
                    <a:pt x="9020" y="12025"/>
                    <a:pt x="9257" y="12470"/>
                    <a:pt x="9969" y="12470"/>
                  </a:cubicBezTo>
                  <a:cubicBezTo>
                    <a:pt x="11156" y="12470"/>
                    <a:pt x="11156" y="12470"/>
                    <a:pt x="11156" y="12470"/>
                  </a:cubicBezTo>
                  <a:cubicBezTo>
                    <a:pt x="11393" y="12470"/>
                    <a:pt x="11868" y="12247"/>
                    <a:pt x="11868" y="11802"/>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699" name="Google Shape;699;p25"/>
            <p:cNvSpPr/>
            <p:nvPr/>
          </p:nvSpPr>
          <p:spPr>
            <a:xfrm>
              <a:off x="2278896" y="536980"/>
              <a:ext cx="515247" cy="153046"/>
            </a:xfrm>
            <a:custGeom>
              <a:rect b="b" l="l" r="r" t="t"/>
              <a:pathLst>
                <a:path extrusionOk="0" h="20429" w="21138">
                  <a:moveTo>
                    <a:pt x="12116" y="170"/>
                  </a:moveTo>
                  <a:cubicBezTo>
                    <a:pt x="13035" y="684"/>
                    <a:pt x="13955" y="1198"/>
                    <a:pt x="14874" y="1712"/>
                  </a:cubicBezTo>
                  <a:cubicBezTo>
                    <a:pt x="16252" y="3255"/>
                    <a:pt x="17784" y="5312"/>
                    <a:pt x="19010" y="7884"/>
                  </a:cubicBezTo>
                  <a:cubicBezTo>
                    <a:pt x="19776" y="9427"/>
                    <a:pt x="20082" y="10455"/>
                    <a:pt x="20695" y="11998"/>
                  </a:cubicBezTo>
                  <a:cubicBezTo>
                    <a:pt x="21461" y="14570"/>
                    <a:pt x="21155" y="16112"/>
                    <a:pt x="20389" y="18170"/>
                  </a:cubicBezTo>
                  <a:cubicBezTo>
                    <a:pt x="19929" y="19712"/>
                    <a:pt x="19163" y="20227"/>
                    <a:pt x="18550" y="18684"/>
                  </a:cubicBezTo>
                  <a:cubicBezTo>
                    <a:pt x="15487" y="10455"/>
                    <a:pt x="11350" y="7370"/>
                    <a:pt x="7521" y="10970"/>
                  </a:cubicBezTo>
                  <a:cubicBezTo>
                    <a:pt x="6448" y="11484"/>
                    <a:pt x="5223" y="13027"/>
                    <a:pt x="4304" y="15084"/>
                  </a:cubicBezTo>
                  <a:cubicBezTo>
                    <a:pt x="3538" y="16627"/>
                    <a:pt x="3078" y="18170"/>
                    <a:pt x="2465" y="19712"/>
                  </a:cubicBezTo>
                  <a:cubicBezTo>
                    <a:pt x="2006" y="20741"/>
                    <a:pt x="1240" y="20741"/>
                    <a:pt x="780" y="19198"/>
                  </a:cubicBezTo>
                  <a:cubicBezTo>
                    <a:pt x="627" y="18684"/>
                    <a:pt x="474" y="17655"/>
                    <a:pt x="167" y="17141"/>
                  </a:cubicBezTo>
                  <a:cubicBezTo>
                    <a:pt x="-139" y="15598"/>
                    <a:pt x="14" y="13541"/>
                    <a:pt x="321" y="12512"/>
                  </a:cubicBezTo>
                  <a:cubicBezTo>
                    <a:pt x="321" y="12512"/>
                    <a:pt x="321" y="12512"/>
                    <a:pt x="321" y="12512"/>
                  </a:cubicBezTo>
                  <a:cubicBezTo>
                    <a:pt x="3538" y="2741"/>
                    <a:pt x="7827" y="-859"/>
                    <a:pt x="12116" y="170"/>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00" name="Google Shape;700;p25"/>
            <p:cNvSpPr/>
            <p:nvPr/>
          </p:nvSpPr>
          <p:spPr>
            <a:xfrm>
              <a:off x="2470972" y="795762"/>
              <a:ext cx="136889" cy="139322"/>
            </a:xfrm>
            <a:custGeom>
              <a:rect b="b" l="l" r="r" t="t"/>
              <a:pathLst>
                <a:path extrusionOk="0" h="20079" w="19188">
                  <a:moveTo>
                    <a:pt x="8183" y="20079"/>
                  </a:moveTo>
                  <a:cubicBezTo>
                    <a:pt x="5022" y="19525"/>
                    <a:pt x="2388" y="17864"/>
                    <a:pt x="807" y="14541"/>
                  </a:cubicBezTo>
                  <a:cubicBezTo>
                    <a:pt x="-1300" y="9002"/>
                    <a:pt x="807" y="2910"/>
                    <a:pt x="6076" y="694"/>
                  </a:cubicBezTo>
                  <a:cubicBezTo>
                    <a:pt x="11344" y="-1521"/>
                    <a:pt x="17139" y="1802"/>
                    <a:pt x="18720" y="7341"/>
                  </a:cubicBezTo>
                  <a:cubicBezTo>
                    <a:pt x="20300" y="11771"/>
                    <a:pt x="17666" y="16756"/>
                    <a:pt x="13978" y="18971"/>
                  </a:cubicBezTo>
                  <a:cubicBezTo>
                    <a:pt x="11871" y="20079"/>
                    <a:pt x="10290" y="20079"/>
                    <a:pt x="8183" y="20079"/>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01" name="Google Shape;701;p25"/>
            <p:cNvSpPr/>
            <p:nvPr/>
          </p:nvSpPr>
          <p:spPr>
            <a:xfrm>
              <a:off x="2350265" y="653895"/>
              <a:ext cx="376723" cy="126184"/>
            </a:xfrm>
            <a:custGeom>
              <a:rect b="b" l="l" r="r" t="t"/>
              <a:pathLst>
                <a:path extrusionOk="0" h="20757" w="21122">
                  <a:moveTo>
                    <a:pt x="10673" y="0"/>
                  </a:moveTo>
                  <a:cubicBezTo>
                    <a:pt x="14448" y="635"/>
                    <a:pt x="17593" y="3176"/>
                    <a:pt x="20529" y="10800"/>
                  </a:cubicBezTo>
                  <a:cubicBezTo>
                    <a:pt x="20949" y="12071"/>
                    <a:pt x="21368" y="13341"/>
                    <a:pt x="20949" y="14612"/>
                  </a:cubicBezTo>
                  <a:cubicBezTo>
                    <a:pt x="20110" y="17788"/>
                    <a:pt x="19900" y="18424"/>
                    <a:pt x="19271" y="20329"/>
                  </a:cubicBezTo>
                  <a:cubicBezTo>
                    <a:pt x="18432" y="21600"/>
                    <a:pt x="17593" y="19694"/>
                    <a:pt x="17384" y="19059"/>
                  </a:cubicBezTo>
                  <a:cubicBezTo>
                    <a:pt x="14867" y="12706"/>
                    <a:pt x="12770" y="10800"/>
                    <a:pt x="9415" y="12071"/>
                  </a:cubicBezTo>
                  <a:cubicBezTo>
                    <a:pt x="7108" y="12706"/>
                    <a:pt x="5011" y="15247"/>
                    <a:pt x="3123" y="19694"/>
                  </a:cubicBezTo>
                  <a:cubicBezTo>
                    <a:pt x="2704" y="20965"/>
                    <a:pt x="2075" y="20965"/>
                    <a:pt x="1655" y="19694"/>
                  </a:cubicBezTo>
                  <a:cubicBezTo>
                    <a:pt x="1236" y="17788"/>
                    <a:pt x="817" y="17153"/>
                    <a:pt x="397" y="15882"/>
                  </a:cubicBezTo>
                  <a:cubicBezTo>
                    <a:pt x="-22" y="14612"/>
                    <a:pt x="-232" y="13341"/>
                    <a:pt x="397" y="12071"/>
                  </a:cubicBezTo>
                  <a:cubicBezTo>
                    <a:pt x="3333" y="3812"/>
                    <a:pt x="6479" y="635"/>
                    <a:pt x="10673" y="0"/>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02" name="Google Shape;702;p25"/>
            <p:cNvSpPr/>
            <p:nvPr/>
          </p:nvSpPr>
          <p:spPr>
            <a:xfrm>
              <a:off x="2835384" y="2171251"/>
              <a:ext cx="152814" cy="153859"/>
            </a:xfrm>
            <a:custGeom>
              <a:rect b="b" l="l" r="r" t="t"/>
              <a:pathLst>
                <a:path extrusionOk="0" h="21600" w="21600">
                  <a:moveTo>
                    <a:pt x="0" y="10800"/>
                  </a:moveTo>
                  <a:cubicBezTo>
                    <a:pt x="0" y="4860"/>
                    <a:pt x="6322" y="0"/>
                    <a:pt x="11590" y="0"/>
                  </a:cubicBezTo>
                  <a:cubicBezTo>
                    <a:pt x="16859" y="0"/>
                    <a:pt x="21600" y="4860"/>
                    <a:pt x="21600" y="10260"/>
                  </a:cubicBezTo>
                  <a:cubicBezTo>
                    <a:pt x="21600" y="15660"/>
                    <a:pt x="16332" y="21600"/>
                    <a:pt x="11063" y="21600"/>
                  </a:cubicBezTo>
                  <a:cubicBezTo>
                    <a:pt x="5795" y="21600"/>
                    <a:pt x="0" y="16200"/>
                    <a:pt x="0" y="10800"/>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03" name="Google Shape;703;p25"/>
            <p:cNvSpPr/>
            <p:nvPr/>
          </p:nvSpPr>
          <p:spPr>
            <a:xfrm>
              <a:off x="3044257" y="1985133"/>
              <a:ext cx="142180" cy="148081"/>
            </a:xfrm>
            <a:custGeom>
              <a:rect b="b" l="l" r="r" t="t"/>
              <a:pathLst>
                <a:path extrusionOk="0" h="20611" w="20617">
                  <a:moveTo>
                    <a:pt x="46" y="9226"/>
                  </a:moveTo>
                  <a:cubicBezTo>
                    <a:pt x="1126" y="3826"/>
                    <a:pt x="5986" y="-494"/>
                    <a:pt x="11386" y="46"/>
                  </a:cubicBezTo>
                  <a:cubicBezTo>
                    <a:pt x="17326" y="586"/>
                    <a:pt x="21106" y="5446"/>
                    <a:pt x="20566" y="11386"/>
                  </a:cubicBezTo>
                  <a:cubicBezTo>
                    <a:pt x="20026" y="16786"/>
                    <a:pt x="15166" y="21106"/>
                    <a:pt x="9766" y="20566"/>
                  </a:cubicBezTo>
                  <a:cubicBezTo>
                    <a:pt x="3826" y="20026"/>
                    <a:pt x="-494" y="15166"/>
                    <a:pt x="46" y="9226"/>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704" name="Google Shape;704;p25"/>
            <p:cNvCxnSpPr/>
            <p:nvPr/>
          </p:nvCxnSpPr>
          <p:spPr>
            <a:xfrm flipH="1">
              <a:off x="2980494" y="2128807"/>
              <a:ext cx="105300" cy="87541"/>
            </a:xfrm>
            <a:prstGeom prst="straightConnector1">
              <a:avLst/>
            </a:prstGeom>
            <a:noFill/>
            <a:ln cap="flat" cmpd="sng" w="9525">
              <a:solidFill>
                <a:srgbClr val="FFFFFF"/>
              </a:solidFill>
              <a:prstDash val="solid"/>
              <a:miter lim="800000"/>
              <a:headEnd len="sm" w="sm" type="none"/>
              <a:tailEnd len="sm" w="sm" type="none"/>
            </a:ln>
          </p:spPr>
        </p:cxnSp>
        <p:cxnSp>
          <p:nvCxnSpPr>
            <p:cNvPr id="705" name="Google Shape;705;p25"/>
            <p:cNvCxnSpPr/>
            <p:nvPr/>
          </p:nvCxnSpPr>
          <p:spPr>
            <a:xfrm flipH="1" rot="10800000">
              <a:off x="2935548" y="2078406"/>
              <a:ext cx="113005" cy="92846"/>
            </a:xfrm>
            <a:prstGeom prst="straightConnector1">
              <a:avLst/>
            </a:prstGeom>
            <a:noFill/>
            <a:ln cap="flat" cmpd="sng" w="9525">
              <a:solidFill>
                <a:srgbClr val="FFFFFF"/>
              </a:solidFill>
              <a:prstDash val="solid"/>
              <a:miter lim="800000"/>
              <a:headEnd len="sm" w="sm" type="none"/>
              <a:tailEnd len="sm" w="sm" type="none"/>
            </a:ln>
          </p:spPr>
        </p:cxnSp>
        <p:sp>
          <p:nvSpPr>
            <p:cNvPr id="706" name="Google Shape;706;p25"/>
            <p:cNvSpPr/>
            <p:nvPr/>
          </p:nvSpPr>
          <p:spPr>
            <a:xfrm>
              <a:off x="3044265" y="2347205"/>
              <a:ext cx="153651" cy="154703"/>
            </a:xfrm>
            <a:custGeom>
              <a:rect b="b" l="l" r="r" t="t"/>
              <a:pathLst>
                <a:path extrusionOk="0" h="20650" w="20676">
                  <a:moveTo>
                    <a:pt x="42" y="10843"/>
                  </a:moveTo>
                  <a:cubicBezTo>
                    <a:pt x="1047" y="15986"/>
                    <a:pt x="6070" y="21129"/>
                    <a:pt x="11596" y="20615"/>
                  </a:cubicBezTo>
                  <a:cubicBezTo>
                    <a:pt x="16619" y="20100"/>
                    <a:pt x="21140" y="14443"/>
                    <a:pt x="20638" y="9300"/>
                  </a:cubicBezTo>
                  <a:cubicBezTo>
                    <a:pt x="20135" y="3643"/>
                    <a:pt x="14107" y="-471"/>
                    <a:pt x="9084" y="43"/>
                  </a:cubicBezTo>
                  <a:cubicBezTo>
                    <a:pt x="3559" y="558"/>
                    <a:pt x="-460" y="5186"/>
                    <a:pt x="42" y="10843"/>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707" name="Google Shape;707;p25"/>
            <p:cNvCxnSpPr/>
            <p:nvPr/>
          </p:nvCxnSpPr>
          <p:spPr>
            <a:xfrm rot="10800000">
              <a:off x="2984345" y="2262770"/>
              <a:ext cx="105300" cy="88866"/>
            </a:xfrm>
            <a:prstGeom prst="straightConnector1">
              <a:avLst/>
            </a:prstGeom>
            <a:noFill/>
            <a:ln cap="flat" cmpd="sng" w="9525">
              <a:solidFill>
                <a:srgbClr val="FFFFFF"/>
              </a:solidFill>
              <a:prstDash val="solid"/>
              <a:miter lim="800000"/>
              <a:headEnd len="sm" w="sm" type="none"/>
              <a:tailEnd len="sm" w="sm" type="none"/>
            </a:ln>
          </p:spPr>
        </p:cxnSp>
        <p:cxnSp>
          <p:nvCxnSpPr>
            <p:cNvPr id="708" name="Google Shape;708;p25"/>
            <p:cNvCxnSpPr/>
            <p:nvPr/>
          </p:nvCxnSpPr>
          <p:spPr>
            <a:xfrm>
              <a:off x="2943253" y="2313171"/>
              <a:ext cx="97596" cy="84888"/>
            </a:xfrm>
            <a:prstGeom prst="straightConnector1">
              <a:avLst/>
            </a:prstGeom>
            <a:noFill/>
            <a:ln cap="flat" cmpd="sng" w="9525">
              <a:solidFill>
                <a:srgbClr val="FFFFFF"/>
              </a:solidFill>
              <a:prstDash val="solid"/>
              <a:miter lim="800000"/>
              <a:headEnd len="sm" w="sm" type="none"/>
              <a:tailEnd len="sm" w="sm" type="none"/>
            </a:ln>
          </p:spPr>
        </p:cxnSp>
        <p:sp>
          <p:nvSpPr>
            <p:cNvPr id="709" name="Google Shape;709;p25"/>
            <p:cNvSpPr/>
            <p:nvPr/>
          </p:nvSpPr>
          <p:spPr>
            <a:xfrm>
              <a:off x="981084" y="415149"/>
              <a:ext cx="272239" cy="450964"/>
            </a:xfrm>
            <a:custGeom>
              <a:rect b="b" l="l" r="r" t="t"/>
              <a:pathLst>
                <a:path extrusionOk="0" h="21600" w="21600">
                  <a:moveTo>
                    <a:pt x="14499" y="8308"/>
                  </a:moveTo>
                  <a:cubicBezTo>
                    <a:pt x="15386" y="7754"/>
                    <a:pt x="16274" y="7385"/>
                    <a:pt x="16866" y="6646"/>
                  </a:cubicBezTo>
                  <a:cubicBezTo>
                    <a:pt x="17458" y="6092"/>
                    <a:pt x="18049" y="5169"/>
                    <a:pt x="18049" y="4431"/>
                  </a:cubicBezTo>
                  <a:cubicBezTo>
                    <a:pt x="18049" y="2031"/>
                    <a:pt x="14795" y="0"/>
                    <a:pt x="10948" y="0"/>
                  </a:cubicBezTo>
                  <a:cubicBezTo>
                    <a:pt x="7101" y="0"/>
                    <a:pt x="3847" y="2031"/>
                    <a:pt x="3847" y="4431"/>
                  </a:cubicBezTo>
                  <a:cubicBezTo>
                    <a:pt x="3847" y="5354"/>
                    <a:pt x="4438" y="6462"/>
                    <a:pt x="5326" y="7200"/>
                  </a:cubicBezTo>
                  <a:cubicBezTo>
                    <a:pt x="5918" y="7569"/>
                    <a:pt x="6510" y="7938"/>
                    <a:pt x="7101" y="8123"/>
                  </a:cubicBezTo>
                  <a:cubicBezTo>
                    <a:pt x="7989" y="8492"/>
                    <a:pt x="8581" y="8492"/>
                    <a:pt x="8877" y="9046"/>
                  </a:cubicBezTo>
                  <a:cubicBezTo>
                    <a:pt x="9173" y="9415"/>
                    <a:pt x="9173" y="9600"/>
                    <a:pt x="8877" y="9969"/>
                  </a:cubicBezTo>
                  <a:cubicBezTo>
                    <a:pt x="8877" y="10338"/>
                    <a:pt x="8877" y="10523"/>
                    <a:pt x="8285" y="10708"/>
                  </a:cubicBezTo>
                  <a:cubicBezTo>
                    <a:pt x="7989" y="10892"/>
                    <a:pt x="7693" y="11077"/>
                    <a:pt x="7397" y="11077"/>
                  </a:cubicBezTo>
                  <a:cubicBezTo>
                    <a:pt x="6510" y="11077"/>
                    <a:pt x="3551" y="10892"/>
                    <a:pt x="2959" y="11077"/>
                  </a:cubicBezTo>
                  <a:cubicBezTo>
                    <a:pt x="2367" y="11262"/>
                    <a:pt x="1775" y="11446"/>
                    <a:pt x="1479" y="11631"/>
                  </a:cubicBezTo>
                  <a:cubicBezTo>
                    <a:pt x="592" y="12185"/>
                    <a:pt x="0" y="12923"/>
                    <a:pt x="0" y="13662"/>
                  </a:cubicBezTo>
                  <a:cubicBezTo>
                    <a:pt x="0" y="13662"/>
                    <a:pt x="0" y="19754"/>
                    <a:pt x="0" y="19754"/>
                  </a:cubicBezTo>
                  <a:cubicBezTo>
                    <a:pt x="0" y="20862"/>
                    <a:pt x="1184" y="21600"/>
                    <a:pt x="2663" y="21600"/>
                  </a:cubicBezTo>
                  <a:cubicBezTo>
                    <a:pt x="16570" y="21600"/>
                    <a:pt x="16570" y="21600"/>
                    <a:pt x="16570" y="21600"/>
                  </a:cubicBezTo>
                  <a:cubicBezTo>
                    <a:pt x="21008" y="21600"/>
                    <a:pt x="21600" y="20308"/>
                    <a:pt x="21600" y="19385"/>
                  </a:cubicBezTo>
                  <a:cubicBezTo>
                    <a:pt x="21600" y="19385"/>
                    <a:pt x="21600" y="13662"/>
                    <a:pt x="21600" y="13662"/>
                  </a:cubicBezTo>
                  <a:cubicBezTo>
                    <a:pt x="21600" y="12923"/>
                    <a:pt x="21008" y="12185"/>
                    <a:pt x="20121" y="11631"/>
                  </a:cubicBezTo>
                  <a:cubicBezTo>
                    <a:pt x="19529" y="11262"/>
                    <a:pt x="18937" y="11077"/>
                    <a:pt x="18345" y="11077"/>
                  </a:cubicBezTo>
                  <a:cubicBezTo>
                    <a:pt x="16866" y="10892"/>
                    <a:pt x="15682" y="11077"/>
                    <a:pt x="14203" y="11077"/>
                  </a:cubicBezTo>
                  <a:cubicBezTo>
                    <a:pt x="13907" y="11077"/>
                    <a:pt x="13315" y="10892"/>
                    <a:pt x="13315" y="10708"/>
                  </a:cubicBezTo>
                  <a:cubicBezTo>
                    <a:pt x="13019" y="10523"/>
                    <a:pt x="13019" y="10338"/>
                    <a:pt x="12723" y="10154"/>
                  </a:cubicBezTo>
                  <a:cubicBezTo>
                    <a:pt x="12723" y="9231"/>
                    <a:pt x="13611" y="8677"/>
                    <a:pt x="14499" y="8308"/>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0" name="Google Shape;710;p25"/>
            <p:cNvSpPr/>
            <p:nvPr/>
          </p:nvSpPr>
          <p:spPr>
            <a:xfrm>
              <a:off x="1253322" y="484120"/>
              <a:ext cx="197759" cy="370605"/>
            </a:xfrm>
            <a:custGeom>
              <a:rect b="b" l="l" r="r" t="t"/>
              <a:pathLst>
                <a:path extrusionOk="0" h="21402" w="21600">
                  <a:moveTo>
                    <a:pt x="0" y="21377"/>
                  </a:moveTo>
                  <a:cubicBezTo>
                    <a:pt x="15487" y="21377"/>
                    <a:pt x="15487" y="21377"/>
                    <a:pt x="15487" y="21377"/>
                  </a:cubicBezTo>
                  <a:cubicBezTo>
                    <a:pt x="20785" y="21600"/>
                    <a:pt x="21600" y="20264"/>
                    <a:pt x="21600" y="19373"/>
                  </a:cubicBezTo>
                  <a:cubicBezTo>
                    <a:pt x="21600" y="19373"/>
                    <a:pt x="21600" y="13584"/>
                    <a:pt x="21600" y="13584"/>
                  </a:cubicBezTo>
                  <a:cubicBezTo>
                    <a:pt x="21600" y="12693"/>
                    <a:pt x="20785" y="12025"/>
                    <a:pt x="19970" y="11579"/>
                  </a:cubicBezTo>
                  <a:cubicBezTo>
                    <a:pt x="19155" y="11357"/>
                    <a:pt x="18340" y="11134"/>
                    <a:pt x="17525" y="10911"/>
                  </a:cubicBezTo>
                  <a:cubicBezTo>
                    <a:pt x="16302" y="10911"/>
                    <a:pt x="14672" y="11134"/>
                    <a:pt x="13042" y="10911"/>
                  </a:cubicBezTo>
                  <a:cubicBezTo>
                    <a:pt x="12634" y="10911"/>
                    <a:pt x="12226" y="10911"/>
                    <a:pt x="11819" y="10689"/>
                  </a:cubicBezTo>
                  <a:cubicBezTo>
                    <a:pt x="11819" y="10466"/>
                    <a:pt x="11411" y="10243"/>
                    <a:pt x="11411" y="10021"/>
                  </a:cubicBezTo>
                  <a:cubicBezTo>
                    <a:pt x="11411" y="9130"/>
                    <a:pt x="12226" y="8685"/>
                    <a:pt x="13449" y="8239"/>
                  </a:cubicBezTo>
                  <a:cubicBezTo>
                    <a:pt x="14672" y="7794"/>
                    <a:pt x="15487" y="7126"/>
                    <a:pt x="16302" y="6680"/>
                  </a:cubicBezTo>
                  <a:cubicBezTo>
                    <a:pt x="17117" y="6012"/>
                    <a:pt x="17525" y="5122"/>
                    <a:pt x="17525" y="4231"/>
                  </a:cubicBezTo>
                  <a:cubicBezTo>
                    <a:pt x="17525" y="1781"/>
                    <a:pt x="13857" y="0"/>
                    <a:pt x="9374" y="0"/>
                  </a:cubicBezTo>
                  <a:cubicBezTo>
                    <a:pt x="4891" y="0"/>
                    <a:pt x="1223" y="1781"/>
                    <a:pt x="1223" y="4231"/>
                  </a:cubicBezTo>
                  <a:cubicBezTo>
                    <a:pt x="1223" y="5344"/>
                    <a:pt x="2038" y="6458"/>
                    <a:pt x="2853" y="7126"/>
                  </a:cubicBezTo>
                  <a:cubicBezTo>
                    <a:pt x="3668" y="7571"/>
                    <a:pt x="4483" y="7794"/>
                    <a:pt x="4891" y="8016"/>
                  </a:cubicBezTo>
                  <a:cubicBezTo>
                    <a:pt x="5706" y="8462"/>
                    <a:pt x="6521" y="8462"/>
                    <a:pt x="6928" y="8907"/>
                  </a:cubicBezTo>
                  <a:cubicBezTo>
                    <a:pt x="7336" y="9353"/>
                    <a:pt x="7336" y="9575"/>
                    <a:pt x="7336" y="9798"/>
                  </a:cubicBezTo>
                  <a:cubicBezTo>
                    <a:pt x="6928" y="10243"/>
                    <a:pt x="6928" y="10466"/>
                    <a:pt x="6521" y="10689"/>
                  </a:cubicBezTo>
                  <a:cubicBezTo>
                    <a:pt x="6113" y="10911"/>
                    <a:pt x="5706" y="10911"/>
                    <a:pt x="5298" y="10911"/>
                  </a:cubicBezTo>
                  <a:cubicBezTo>
                    <a:pt x="4483" y="10911"/>
                    <a:pt x="815" y="10911"/>
                    <a:pt x="0" y="11134"/>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1" name="Google Shape;711;p25"/>
            <p:cNvSpPr/>
            <p:nvPr/>
          </p:nvSpPr>
          <p:spPr>
            <a:xfrm>
              <a:off x="2349979" y="1131384"/>
              <a:ext cx="265818" cy="254662"/>
            </a:xfrm>
            <a:custGeom>
              <a:rect b="b" l="l" r="r" t="t"/>
              <a:pathLst>
                <a:path extrusionOk="0" h="21600" w="21600">
                  <a:moveTo>
                    <a:pt x="11865" y="655"/>
                  </a:moveTo>
                  <a:cubicBezTo>
                    <a:pt x="19470" y="8182"/>
                    <a:pt x="19470" y="8182"/>
                    <a:pt x="19470" y="8182"/>
                  </a:cubicBezTo>
                  <a:cubicBezTo>
                    <a:pt x="20992" y="9491"/>
                    <a:pt x="21600" y="11455"/>
                    <a:pt x="21600" y="13745"/>
                  </a:cubicBezTo>
                  <a:cubicBezTo>
                    <a:pt x="21600" y="18000"/>
                    <a:pt x="18254" y="21600"/>
                    <a:pt x="14299" y="21600"/>
                  </a:cubicBezTo>
                  <a:cubicBezTo>
                    <a:pt x="12169" y="21600"/>
                    <a:pt x="10344" y="20945"/>
                    <a:pt x="9127" y="19309"/>
                  </a:cubicBezTo>
                  <a:cubicBezTo>
                    <a:pt x="2434" y="12109"/>
                    <a:pt x="2434" y="12109"/>
                    <a:pt x="2434" y="12109"/>
                  </a:cubicBezTo>
                  <a:cubicBezTo>
                    <a:pt x="913" y="10473"/>
                    <a:pt x="0" y="8509"/>
                    <a:pt x="0" y="6545"/>
                  </a:cubicBezTo>
                  <a:cubicBezTo>
                    <a:pt x="0" y="4909"/>
                    <a:pt x="608" y="3600"/>
                    <a:pt x="1217" y="2291"/>
                  </a:cubicBezTo>
                  <a:cubicBezTo>
                    <a:pt x="1521" y="1636"/>
                    <a:pt x="1825" y="1309"/>
                    <a:pt x="2434" y="982"/>
                  </a:cubicBezTo>
                  <a:cubicBezTo>
                    <a:pt x="2738" y="327"/>
                    <a:pt x="3346" y="0"/>
                    <a:pt x="3955" y="0"/>
                  </a:cubicBezTo>
                  <a:cubicBezTo>
                    <a:pt x="4563" y="327"/>
                    <a:pt x="4868" y="327"/>
                    <a:pt x="5172" y="982"/>
                  </a:cubicBezTo>
                  <a:cubicBezTo>
                    <a:pt x="6085" y="1636"/>
                    <a:pt x="6085" y="3273"/>
                    <a:pt x="5172" y="3927"/>
                  </a:cubicBezTo>
                  <a:cubicBezTo>
                    <a:pt x="3955" y="5236"/>
                    <a:pt x="3955" y="7527"/>
                    <a:pt x="5172" y="8836"/>
                  </a:cubicBezTo>
                  <a:cubicBezTo>
                    <a:pt x="12169" y="16036"/>
                    <a:pt x="12169" y="16036"/>
                    <a:pt x="12169" y="16036"/>
                  </a:cubicBezTo>
                  <a:cubicBezTo>
                    <a:pt x="13386" y="17345"/>
                    <a:pt x="15211" y="17345"/>
                    <a:pt x="16428" y="16036"/>
                  </a:cubicBezTo>
                  <a:cubicBezTo>
                    <a:pt x="17645" y="14727"/>
                    <a:pt x="17645" y="12764"/>
                    <a:pt x="16428" y="11455"/>
                  </a:cubicBezTo>
                  <a:cubicBezTo>
                    <a:pt x="16428" y="11455"/>
                    <a:pt x="16428" y="11455"/>
                    <a:pt x="16428" y="11455"/>
                  </a:cubicBezTo>
                  <a:cubicBezTo>
                    <a:pt x="10952" y="5564"/>
                    <a:pt x="10952" y="5564"/>
                    <a:pt x="10952" y="5564"/>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2" name="Google Shape;712;p25"/>
            <p:cNvSpPr/>
            <p:nvPr/>
          </p:nvSpPr>
          <p:spPr>
            <a:xfrm>
              <a:off x="2225756" y="983164"/>
              <a:ext cx="266763" cy="259636"/>
            </a:xfrm>
            <a:custGeom>
              <a:rect b="b" l="l" r="r" t="t"/>
              <a:pathLst>
                <a:path extrusionOk="0" h="20829" w="20870">
                  <a:moveTo>
                    <a:pt x="10362" y="20829"/>
                  </a:moveTo>
                  <a:cubicBezTo>
                    <a:pt x="2189" y="12806"/>
                    <a:pt x="2189" y="12806"/>
                    <a:pt x="2189" y="12806"/>
                  </a:cubicBezTo>
                  <a:cubicBezTo>
                    <a:pt x="-730" y="10029"/>
                    <a:pt x="-730" y="5092"/>
                    <a:pt x="2189" y="2315"/>
                  </a:cubicBezTo>
                  <a:cubicBezTo>
                    <a:pt x="4816" y="-771"/>
                    <a:pt x="9486" y="-771"/>
                    <a:pt x="12113" y="2315"/>
                  </a:cubicBezTo>
                  <a:cubicBezTo>
                    <a:pt x="13573" y="3858"/>
                    <a:pt x="15032" y="5400"/>
                    <a:pt x="16784" y="6943"/>
                  </a:cubicBezTo>
                  <a:cubicBezTo>
                    <a:pt x="18535" y="9103"/>
                    <a:pt x="20578" y="10955"/>
                    <a:pt x="20870" y="14040"/>
                  </a:cubicBezTo>
                  <a:cubicBezTo>
                    <a:pt x="20870" y="16200"/>
                    <a:pt x="19994" y="18360"/>
                    <a:pt x="18827" y="19903"/>
                  </a:cubicBezTo>
                  <a:cubicBezTo>
                    <a:pt x="18243" y="20212"/>
                    <a:pt x="17659" y="20520"/>
                    <a:pt x="17075" y="20520"/>
                  </a:cubicBezTo>
                  <a:cubicBezTo>
                    <a:pt x="16784" y="20212"/>
                    <a:pt x="16200" y="20212"/>
                    <a:pt x="15908" y="19903"/>
                  </a:cubicBezTo>
                  <a:cubicBezTo>
                    <a:pt x="15032" y="18978"/>
                    <a:pt x="15032" y="17743"/>
                    <a:pt x="15908" y="16818"/>
                  </a:cubicBezTo>
                  <a:cubicBezTo>
                    <a:pt x="17075" y="15583"/>
                    <a:pt x="17075" y="13423"/>
                    <a:pt x="15908" y="12189"/>
                  </a:cubicBezTo>
                  <a:cubicBezTo>
                    <a:pt x="14156" y="10338"/>
                    <a:pt x="14156" y="10338"/>
                    <a:pt x="14156" y="10338"/>
                  </a:cubicBezTo>
                  <a:cubicBezTo>
                    <a:pt x="14156" y="10338"/>
                    <a:pt x="14156" y="10338"/>
                    <a:pt x="14156" y="10338"/>
                  </a:cubicBezTo>
                  <a:cubicBezTo>
                    <a:pt x="9486" y="5400"/>
                    <a:pt x="9486" y="5400"/>
                    <a:pt x="9486" y="5400"/>
                  </a:cubicBezTo>
                  <a:cubicBezTo>
                    <a:pt x="8319" y="4166"/>
                    <a:pt x="6275" y="4166"/>
                    <a:pt x="5108" y="5400"/>
                  </a:cubicBezTo>
                  <a:cubicBezTo>
                    <a:pt x="3940" y="6635"/>
                    <a:pt x="3940" y="8795"/>
                    <a:pt x="5108" y="10029"/>
                  </a:cubicBezTo>
                  <a:cubicBezTo>
                    <a:pt x="10070" y="14966"/>
                    <a:pt x="10070" y="14966"/>
                    <a:pt x="10070" y="14966"/>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3" name="Google Shape;713;p25"/>
            <p:cNvSpPr/>
            <p:nvPr/>
          </p:nvSpPr>
          <p:spPr>
            <a:xfrm>
              <a:off x="2301181" y="2927198"/>
              <a:ext cx="228579" cy="232663"/>
            </a:xfrm>
            <a:custGeom>
              <a:rect b="b" l="l" r="r" t="t"/>
              <a:pathLst>
                <a:path extrusionOk="0" h="20481" w="21600">
                  <a:moveTo>
                    <a:pt x="0" y="18440"/>
                  </a:moveTo>
                  <a:cubicBezTo>
                    <a:pt x="0" y="1902"/>
                    <a:pt x="0" y="1902"/>
                    <a:pt x="0" y="1902"/>
                  </a:cubicBezTo>
                  <a:cubicBezTo>
                    <a:pt x="0" y="552"/>
                    <a:pt x="1770" y="-460"/>
                    <a:pt x="3187" y="215"/>
                  </a:cubicBezTo>
                  <a:cubicBezTo>
                    <a:pt x="5666" y="1227"/>
                    <a:pt x="8144" y="2577"/>
                    <a:pt x="10623" y="3927"/>
                  </a:cubicBezTo>
                  <a:cubicBezTo>
                    <a:pt x="13810" y="5277"/>
                    <a:pt x="16997" y="6965"/>
                    <a:pt x="20538" y="8315"/>
                  </a:cubicBezTo>
                  <a:cubicBezTo>
                    <a:pt x="21246" y="8652"/>
                    <a:pt x="21600" y="9327"/>
                    <a:pt x="21600" y="10340"/>
                  </a:cubicBezTo>
                  <a:cubicBezTo>
                    <a:pt x="21600" y="11015"/>
                    <a:pt x="21246" y="11690"/>
                    <a:pt x="20538" y="12027"/>
                  </a:cubicBezTo>
                  <a:cubicBezTo>
                    <a:pt x="3187" y="20127"/>
                    <a:pt x="3187" y="20127"/>
                    <a:pt x="3187" y="20127"/>
                  </a:cubicBezTo>
                  <a:cubicBezTo>
                    <a:pt x="1770" y="21140"/>
                    <a:pt x="0" y="19790"/>
                    <a:pt x="0" y="18440"/>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4" name="Google Shape;714;p25"/>
            <p:cNvSpPr/>
            <p:nvPr/>
          </p:nvSpPr>
          <p:spPr>
            <a:xfrm>
              <a:off x="2179937" y="2821167"/>
              <a:ext cx="428155" cy="439026"/>
            </a:xfrm>
            <a:custGeom>
              <a:rect b="b" l="l" r="r" t="t"/>
              <a:pathLst>
                <a:path extrusionOk="0" h="21600" w="21370">
                  <a:moveTo>
                    <a:pt x="10756" y="0"/>
                  </a:moveTo>
                  <a:cubicBezTo>
                    <a:pt x="10756" y="0"/>
                    <a:pt x="10942" y="0"/>
                    <a:pt x="11315" y="0"/>
                  </a:cubicBezTo>
                  <a:cubicBezTo>
                    <a:pt x="11687" y="0"/>
                    <a:pt x="11873" y="0"/>
                    <a:pt x="12246" y="189"/>
                  </a:cubicBezTo>
                  <a:cubicBezTo>
                    <a:pt x="12618" y="189"/>
                    <a:pt x="12991" y="189"/>
                    <a:pt x="13549" y="379"/>
                  </a:cubicBezTo>
                  <a:cubicBezTo>
                    <a:pt x="14294" y="568"/>
                    <a:pt x="15411" y="947"/>
                    <a:pt x="16529" y="1705"/>
                  </a:cubicBezTo>
                  <a:cubicBezTo>
                    <a:pt x="17460" y="2463"/>
                    <a:pt x="18577" y="3411"/>
                    <a:pt x="19508" y="4737"/>
                  </a:cubicBezTo>
                  <a:cubicBezTo>
                    <a:pt x="20439" y="6063"/>
                    <a:pt x="20998" y="7579"/>
                    <a:pt x="21184" y="9474"/>
                  </a:cubicBezTo>
                  <a:cubicBezTo>
                    <a:pt x="21370" y="9853"/>
                    <a:pt x="21370" y="10421"/>
                    <a:pt x="21370" y="10800"/>
                  </a:cubicBezTo>
                  <a:cubicBezTo>
                    <a:pt x="21370" y="11368"/>
                    <a:pt x="21370" y="11747"/>
                    <a:pt x="21184" y="12316"/>
                  </a:cubicBezTo>
                  <a:cubicBezTo>
                    <a:pt x="21184" y="13263"/>
                    <a:pt x="20811" y="14211"/>
                    <a:pt x="20439" y="15158"/>
                  </a:cubicBezTo>
                  <a:cubicBezTo>
                    <a:pt x="20067" y="15916"/>
                    <a:pt x="19508" y="16863"/>
                    <a:pt x="18949" y="17621"/>
                  </a:cubicBezTo>
                  <a:cubicBezTo>
                    <a:pt x="18204" y="18379"/>
                    <a:pt x="17460" y="19137"/>
                    <a:pt x="16715" y="19705"/>
                  </a:cubicBezTo>
                  <a:cubicBezTo>
                    <a:pt x="15784" y="20274"/>
                    <a:pt x="14853" y="20842"/>
                    <a:pt x="13922" y="21221"/>
                  </a:cubicBezTo>
                  <a:cubicBezTo>
                    <a:pt x="12804" y="21411"/>
                    <a:pt x="11873" y="21600"/>
                    <a:pt x="10756" y="21600"/>
                  </a:cubicBezTo>
                  <a:cubicBezTo>
                    <a:pt x="10384" y="21600"/>
                    <a:pt x="10198" y="21600"/>
                    <a:pt x="10011" y="21600"/>
                  </a:cubicBezTo>
                  <a:cubicBezTo>
                    <a:pt x="9639" y="21600"/>
                    <a:pt x="9453" y="21600"/>
                    <a:pt x="9267" y="21600"/>
                  </a:cubicBezTo>
                  <a:cubicBezTo>
                    <a:pt x="8336" y="21411"/>
                    <a:pt x="8336" y="21411"/>
                    <a:pt x="8336" y="21411"/>
                  </a:cubicBezTo>
                  <a:cubicBezTo>
                    <a:pt x="8149" y="21221"/>
                    <a:pt x="7963" y="21221"/>
                    <a:pt x="7591" y="21221"/>
                  </a:cubicBezTo>
                  <a:cubicBezTo>
                    <a:pt x="6660" y="20842"/>
                    <a:pt x="5729" y="20463"/>
                    <a:pt x="4798" y="19705"/>
                  </a:cubicBezTo>
                  <a:cubicBezTo>
                    <a:pt x="4425" y="19516"/>
                    <a:pt x="4053" y="19137"/>
                    <a:pt x="3680" y="18758"/>
                  </a:cubicBezTo>
                  <a:cubicBezTo>
                    <a:pt x="3308" y="18379"/>
                    <a:pt x="2936" y="18000"/>
                    <a:pt x="2563" y="17621"/>
                  </a:cubicBezTo>
                  <a:cubicBezTo>
                    <a:pt x="2004" y="16863"/>
                    <a:pt x="1446" y="16105"/>
                    <a:pt x="1073" y="15158"/>
                  </a:cubicBezTo>
                  <a:cubicBezTo>
                    <a:pt x="142" y="13263"/>
                    <a:pt x="-230" y="11368"/>
                    <a:pt x="142" y="9474"/>
                  </a:cubicBezTo>
                  <a:cubicBezTo>
                    <a:pt x="329" y="7768"/>
                    <a:pt x="887" y="6063"/>
                    <a:pt x="1818" y="4737"/>
                  </a:cubicBezTo>
                  <a:cubicBezTo>
                    <a:pt x="2004" y="4358"/>
                    <a:pt x="2377" y="4168"/>
                    <a:pt x="2563" y="3789"/>
                  </a:cubicBezTo>
                  <a:cubicBezTo>
                    <a:pt x="2749" y="3600"/>
                    <a:pt x="2749" y="3600"/>
                    <a:pt x="2749" y="3600"/>
                  </a:cubicBezTo>
                  <a:cubicBezTo>
                    <a:pt x="2749" y="3600"/>
                    <a:pt x="2936" y="3411"/>
                    <a:pt x="2936" y="3411"/>
                  </a:cubicBezTo>
                  <a:cubicBezTo>
                    <a:pt x="3122" y="3221"/>
                    <a:pt x="3122" y="3221"/>
                    <a:pt x="3308" y="3032"/>
                  </a:cubicBezTo>
                  <a:cubicBezTo>
                    <a:pt x="3494" y="2842"/>
                    <a:pt x="3680" y="2653"/>
                    <a:pt x="4053" y="2463"/>
                  </a:cubicBezTo>
                  <a:cubicBezTo>
                    <a:pt x="4239" y="2274"/>
                    <a:pt x="4611" y="1895"/>
                    <a:pt x="4798" y="1705"/>
                  </a:cubicBezTo>
                  <a:cubicBezTo>
                    <a:pt x="5170" y="1516"/>
                    <a:pt x="5356" y="1516"/>
                    <a:pt x="5729" y="1326"/>
                  </a:cubicBezTo>
                  <a:cubicBezTo>
                    <a:pt x="5915" y="1137"/>
                    <a:pt x="6101" y="1137"/>
                    <a:pt x="6473" y="947"/>
                  </a:cubicBezTo>
                  <a:cubicBezTo>
                    <a:pt x="7032" y="758"/>
                    <a:pt x="7404" y="568"/>
                    <a:pt x="7777" y="379"/>
                  </a:cubicBezTo>
                  <a:cubicBezTo>
                    <a:pt x="8708" y="189"/>
                    <a:pt x="9453" y="0"/>
                    <a:pt x="9825" y="0"/>
                  </a:cubicBezTo>
                  <a:cubicBezTo>
                    <a:pt x="10198" y="0"/>
                    <a:pt x="10384" y="0"/>
                    <a:pt x="10384" y="0"/>
                  </a:cubicBezTo>
                  <a:cubicBezTo>
                    <a:pt x="10570" y="0"/>
                    <a:pt x="10570" y="0"/>
                    <a:pt x="10570" y="0"/>
                  </a:cubicBezTo>
                  <a:cubicBezTo>
                    <a:pt x="10942" y="0"/>
                    <a:pt x="10942" y="189"/>
                    <a:pt x="11129" y="379"/>
                  </a:cubicBezTo>
                  <a:cubicBezTo>
                    <a:pt x="11129" y="568"/>
                    <a:pt x="10942" y="758"/>
                    <a:pt x="10756" y="758"/>
                  </a:cubicBezTo>
                  <a:cubicBezTo>
                    <a:pt x="10570" y="758"/>
                    <a:pt x="10570" y="758"/>
                    <a:pt x="10570" y="758"/>
                  </a:cubicBezTo>
                  <a:cubicBezTo>
                    <a:pt x="10570" y="758"/>
                    <a:pt x="10570" y="758"/>
                    <a:pt x="10570" y="758"/>
                  </a:cubicBezTo>
                  <a:cubicBezTo>
                    <a:pt x="10384" y="758"/>
                    <a:pt x="10198" y="758"/>
                    <a:pt x="10011" y="758"/>
                  </a:cubicBezTo>
                  <a:cubicBezTo>
                    <a:pt x="9453" y="947"/>
                    <a:pt x="8894" y="947"/>
                    <a:pt x="8149" y="1326"/>
                  </a:cubicBezTo>
                  <a:cubicBezTo>
                    <a:pt x="7591" y="1326"/>
                    <a:pt x="7218" y="1516"/>
                    <a:pt x="6846" y="1705"/>
                  </a:cubicBezTo>
                  <a:cubicBezTo>
                    <a:pt x="6473" y="1895"/>
                    <a:pt x="6287" y="1895"/>
                    <a:pt x="6101" y="2084"/>
                  </a:cubicBezTo>
                  <a:cubicBezTo>
                    <a:pt x="5915" y="2274"/>
                    <a:pt x="5542" y="2274"/>
                    <a:pt x="5356" y="2463"/>
                  </a:cubicBezTo>
                  <a:cubicBezTo>
                    <a:pt x="5170" y="2653"/>
                    <a:pt x="4984" y="2842"/>
                    <a:pt x="4611" y="3032"/>
                  </a:cubicBezTo>
                  <a:cubicBezTo>
                    <a:pt x="4425" y="3221"/>
                    <a:pt x="4239" y="3411"/>
                    <a:pt x="3867" y="3789"/>
                  </a:cubicBezTo>
                  <a:cubicBezTo>
                    <a:pt x="3867" y="3789"/>
                    <a:pt x="3680" y="3979"/>
                    <a:pt x="3494" y="4168"/>
                  </a:cubicBezTo>
                  <a:cubicBezTo>
                    <a:pt x="3494" y="4168"/>
                    <a:pt x="3494" y="4168"/>
                    <a:pt x="3494" y="4168"/>
                  </a:cubicBezTo>
                  <a:cubicBezTo>
                    <a:pt x="3308" y="4547"/>
                    <a:pt x="3308" y="4547"/>
                    <a:pt x="3308" y="4547"/>
                  </a:cubicBezTo>
                  <a:cubicBezTo>
                    <a:pt x="3122" y="4737"/>
                    <a:pt x="2749" y="4926"/>
                    <a:pt x="2563" y="5305"/>
                  </a:cubicBezTo>
                  <a:cubicBezTo>
                    <a:pt x="1818" y="6442"/>
                    <a:pt x="1260" y="7958"/>
                    <a:pt x="1073" y="9663"/>
                  </a:cubicBezTo>
                  <a:cubicBezTo>
                    <a:pt x="887" y="11368"/>
                    <a:pt x="1260" y="13074"/>
                    <a:pt x="2004" y="14589"/>
                  </a:cubicBezTo>
                  <a:cubicBezTo>
                    <a:pt x="2377" y="15537"/>
                    <a:pt x="2749" y="16295"/>
                    <a:pt x="3494" y="17053"/>
                  </a:cubicBezTo>
                  <a:cubicBezTo>
                    <a:pt x="3680" y="17432"/>
                    <a:pt x="4053" y="17621"/>
                    <a:pt x="4425" y="18000"/>
                  </a:cubicBezTo>
                  <a:cubicBezTo>
                    <a:pt x="4798" y="18379"/>
                    <a:pt x="4984" y="18568"/>
                    <a:pt x="5542" y="18947"/>
                  </a:cubicBezTo>
                  <a:cubicBezTo>
                    <a:pt x="6287" y="19516"/>
                    <a:pt x="7032" y="19895"/>
                    <a:pt x="7963" y="20084"/>
                  </a:cubicBezTo>
                  <a:cubicBezTo>
                    <a:pt x="8149" y="20084"/>
                    <a:pt x="8336" y="20274"/>
                    <a:pt x="8708" y="20274"/>
                  </a:cubicBezTo>
                  <a:cubicBezTo>
                    <a:pt x="9267" y="20463"/>
                    <a:pt x="9267" y="20463"/>
                    <a:pt x="9267" y="20463"/>
                  </a:cubicBezTo>
                  <a:cubicBezTo>
                    <a:pt x="9825" y="20463"/>
                    <a:pt x="10384" y="20463"/>
                    <a:pt x="10756" y="20463"/>
                  </a:cubicBezTo>
                  <a:cubicBezTo>
                    <a:pt x="11687" y="20463"/>
                    <a:pt x="12618" y="20274"/>
                    <a:pt x="13549" y="20084"/>
                  </a:cubicBezTo>
                  <a:cubicBezTo>
                    <a:pt x="14480" y="19705"/>
                    <a:pt x="15225" y="19326"/>
                    <a:pt x="15970" y="18758"/>
                  </a:cubicBezTo>
                  <a:cubicBezTo>
                    <a:pt x="16715" y="18379"/>
                    <a:pt x="17460" y="17621"/>
                    <a:pt x="18018" y="17053"/>
                  </a:cubicBezTo>
                  <a:cubicBezTo>
                    <a:pt x="18577" y="16295"/>
                    <a:pt x="19136" y="15537"/>
                    <a:pt x="19508" y="14589"/>
                  </a:cubicBezTo>
                  <a:cubicBezTo>
                    <a:pt x="19880" y="13832"/>
                    <a:pt x="20067" y="12884"/>
                    <a:pt x="20253" y="12126"/>
                  </a:cubicBezTo>
                  <a:cubicBezTo>
                    <a:pt x="20253" y="11747"/>
                    <a:pt x="20253" y="11179"/>
                    <a:pt x="20253" y="10800"/>
                  </a:cubicBezTo>
                  <a:cubicBezTo>
                    <a:pt x="20253" y="10421"/>
                    <a:pt x="20253" y="10042"/>
                    <a:pt x="20253" y="9663"/>
                  </a:cubicBezTo>
                  <a:cubicBezTo>
                    <a:pt x="20067" y="7958"/>
                    <a:pt x="19508" y="6442"/>
                    <a:pt x="18763" y="5305"/>
                  </a:cubicBezTo>
                  <a:cubicBezTo>
                    <a:pt x="17832" y="3979"/>
                    <a:pt x="16901" y="3221"/>
                    <a:pt x="15970" y="2463"/>
                  </a:cubicBezTo>
                  <a:cubicBezTo>
                    <a:pt x="15039" y="1705"/>
                    <a:pt x="14108" y="1516"/>
                    <a:pt x="13177" y="1137"/>
                  </a:cubicBezTo>
                  <a:cubicBezTo>
                    <a:pt x="12804" y="1137"/>
                    <a:pt x="12432" y="947"/>
                    <a:pt x="12246" y="947"/>
                  </a:cubicBezTo>
                  <a:cubicBezTo>
                    <a:pt x="11873" y="947"/>
                    <a:pt x="11501" y="758"/>
                    <a:pt x="11315" y="758"/>
                  </a:cubicBezTo>
                  <a:cubicBezTo>
                    <a:pt x="10942" y="758"/>
                    <a:pt x="10570" y="758"/>
                    <a:pt x="10570" y="758"/>
                  </a:cubicBezTo>
                  <a:cubicBezTo>
                    <a:pt x="10384" y="758"/>
                    <a:pt x="10198" y="568"/>
                    <a:pt x="10198" y="379"/>
                  </a:cubicBezTo>
                  <a:cubicBezTo>
                    <a:pt x="10198" y="189"/>
                    <a:pt x="10384" y="0"/>
                    <a:pt x="10756" y="0"/>
                  </a:cubicBezTo>
                  <a:close/>
                </a:path>
              </a:pathLst>
            </a:custGeom>
            <a:noFill/>
            <a:ln cap="flat"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5" name="Google Shape;715;p25"/>
            <p:cNvSpPr/>
            <p:nvPr/>
          </p:nvSpPr>
          <p:spPr>
            <a:xfrm>
              <a:off x="2369242" y="2833105"/>
              <a:ext cx="290217" cy="435047"/>
            </a:xfrm>
            <a:custGeom>
              <a:rect b="b" l="l" r="r" t="t"/>
              <a:pathLst>
                <a:path extrusionOk="0" h="21600" w="21600">
                  <a:moveTo>
                    <a:pt x="6923" y="0"/>
                  </a:moveTo>
                  <a:cubicBezTo>
                    <a:pt x="6923" y="0"/>
                    <a:pt x="6923" y="0"/>
                    <a:pt x="7477" y="0"/>
                  </a:cubicBezTo>
                  <a:cubicBezTo>
                    <a:pt x="7754" y="0"/>
                    <a:pt x="8308" y="0"/>
                    <a:pt x="9138" y="191"/>
                  </a:cubicBezTo>
                  <a:cubicBezTo>
                    <a:pt x="10523" y="382"/>
                    <a:pt x="12462" y="956"/>
                    <a:pt x="14677" y="1912"/>
                  </a:cubicBezTo>
                  <a:cubicBezTo>
                    <a:pt x="15508" y="2294"/>
                    <a:pt x="16615" y="2867"/>
                    <a:pt x="17723" y="3632"/>
                  </a:cubicBezTo>
                  <a:cubicBezTo>
                    <a:pt x="18554" y="4396"/>
                    <a:pt x="19385" y="5352"/>
                    <a:pt x="20215" y="6308"/>
                  </a:cubicBezTo>
                  <a:cubicBezTo>
                    <a:pt x="20769" y="7264"/>
                    <a:pt x="21323" y="8411"/>
                    <a:pt x="21323" y="9558"/>
                  </a:cubicBezTo>
                  <a:cubicBezTo>
                    <a:pt x="21323" y="9749"/>
                    <a:pt x="21600" y="10131"/>
                    <a:pt x="21600" y="10322"/>
                  </a:cubicBezTo>
                  <a:cubicBezTo>
                    <a:pt x="21600" y="10513"/>
                    <a:pt x="21600" y="10704"/>
                    <a:pt x="21600" y="10896"/>
                  </a:cubicBezTo>
                  <a:cubicBezTo>
                    <a:pt x="21600" y="11278"/>
                    <a:pt x="21600" y="11278"/>
                    <a:pt x="21600" y="11278"/>
                  </a:cubicBezTo>
                  <a:cubicBezTo>
                    <a:pt x="21323" y="11851"/>
                    <a:pt x="21323" y="12425"/>
                    <a:pt x="21046" y="12998"/>
                  </a:cubicBezTo>
                  <a:cubicBezTo>
                    <a:pt x="20492" y="15292"/>
                    <a:pt x="18554" y="17395"/>
                    <a:pt x="16062" y="18733"/>
                  </a:cubicBezTo>
                  <a:cubicBezTo>
                    <a:pt x="13846" y="20071"/>
                    <a:pt x="11077" y="21027"/>
                    <a:pt x="8585" y="21409"/>
                  </a:cubicBezTo>
                  <a:cubicBezTo>
                    <a:pt x="7477" y="21600"/>
                    <a:pt x="6369" y="21600"/>
                    <a:pt x="5262" y="21600"/>
                  </a:cubicBezTo>
                  <a:cubicBezTo>
                    <a:pt x="4708" y="21600"/>
                    <a:pt x="4154" y="21600"/>
                    <a:pt x="3877" y="21600"/>
                  </a:cubicBezTo>
                  <a:cubicBezTo>
                    <a:pt x="3323" y="21409"/>
                    <a:pt x="3046" y="21409"/>
                    <a:pt x="2492" y="21409"/>
                  </a:cubicBezTo>
                  <a:cubicBezTo>
                    <a:pt x="1108" y="21218"/>
                    <a:pt x="554" y="21218"/>
                    <a:pt x="554" y="21218"/>
                  </a:cubicBezTo>
                  <a:cubicBezTo>
                    <a:pt x="0" y="21027"/>
                    <a:pt x="0" y="20835"/>
                    <a:pt x="0" y="20644"/>
                  </a:cubicBezTo>
                  <a:cubicBezTo>
                    <a:pt x="0" y="20453"/>
                    <a:pt x="277" y="20262"/>
                    <a:pt x="554" y="20262"/>
                  </a:cubicBezTo>
                  <a:cubicBezTo>
                    <a:pt x="554" y="20262"/>
                    <a:pt x="1385" y="20453"/>
                    <a:pt x="2769" y="20644"/>
                  </a:cubicBezTo>
                  <a:cubicBezTo>
                    <a:pt x="3046" y="20644"/>
                    <a:pt x="3600" y="20644"/>
                    <a:pt x="3877" y="20644"/>
                  </a:cubicBezTo>
                  <a:cubicBezTo>
                    <a:pt x="4431" y="20644"/>
                    <a:pt x="4708" y="20644"/>
                    <a:pt x="5262" y="20644"/>
                  </a:cubicBezTo>
                  <a:cubicBezTo>
                    <a:pt x="6092" y="20644"/>
                    <a:pt x="7200" y="20644"/>
                    <a:pt x="8308" y="20453"/>
                  </a:cubicBezTo>
                  <a:cubicBezTo>
                    <a:pt x="10523" y="20071"/>
                    <a:pt x="13015" y="19306"/>
                    <a:pt x="15231" y="17968"/>
                  </a:cubicBezTo>
                  <a:cubicBezTo>
                    <a:pt x="17169" y="16630"/>
                    <a:pt x="18831" y="14719"/>
                    <a:pt x="19662" y="12807"/>
                  </a:cubicBezTo>
                  <a:cubicBezTo>
                    <a:pt x="19662" y="12234"/>
                    <a:pt x="19662" y="11660"/>
                    <a:pt x="19938" y="11278"/>
                  </a:cubicBezTo>
                  <a:cubicBezTo>
                    <a:pt x="19938" y="10704"/>
                    <a:pt x="19938" y="10704"/>
                    <a:pt x="19938" y="10704"/>
                  </a:cubicBezTo>
                  <a:cubicBezTo>
                    <a:pt x="19938" y="10704"/>
                    <a:pt x="19938" y="10513"/>
                    <a:pt x="19938" y="10322"/>
                  </a:cubicBezTo>
                  <a:cubicBezTo>
                    <a:pt x="19938" y="10131"/>
                    <a:pt x="19662" y="9940"/>
                    <a:pt x="19662" y="9558"/>
                  </a:cubicBezTo>
                  <a:cubicBezTo>
                    <a:pt x="19662" y="8602"/>
                    <a:pt x="19108" y="7646"/>
                    <a:pt x="18554" y="6690"/>
                  </a:cubicBezTo>
                  <a:cubicBezTo>
                    <a:pt x="17446" y="4970"/>
                    <a:pt x="15508" y="3632"/>
                    <a:pt x="13846" y="2676"/>
                  </a:cubicBezTo>
                  <a:cubicBezTo>
                    <a:pt x="11908" y="1720"/>
                    <a:pt x="9969" y="1338"/>
                    <a:pt x="8862" y="956"/>
                  </a:cubicBezTo>
                  <a:cubicBezTo>
                    <a:pt x="8031" y="956"/>
                    <a:pt x="7754" y="765"/>
                    <a:pt x="7200" y="765"/>
                  </a:cubicBezTo>
                  <a:cubicBezTo>
                    <a:pt x="6923" y="765"/>
                    <a:pt x="6646" y="765"/>
                    <a:pt x="6646" y="765"/>
                  </a:cubicBezTo>
                  <a:cubicBezTo>
                    <a:pt x="6369" y="765"/>
                    <a:pt x="6092" y="573"/>
                    <a:pt x="6092" y="191"/>
                  </a:cubicBezTo>
                  <a:cubicBezTo>
                    <a:pt x="6369" y="0"/>
                    <a:pt x="6646" y="0"/>
                    <a:pt x="6923" y="0"/>
                  </a:cubicBezTo>
                  <a:close/>
                </a:path>
              </a:pathLst>
            </a:custGeom>
            <a:noFill/>
            <a:ln cap="flat"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6" name="Google Shape;716;p25"/>
            <p:cNvSpPr/>
            <p:nvPr/>
          </p:nvSpPr>
          <p:spPr>
            <a:xfrm>
              <a:off x="2898307" y="749396"/>
              <a:ext cx="346719" cy="355178"/>
            </a:xfrm>
            <a:custGeom>
              <a:rect b="b" l="l" r="r" t="t"/>
              <a:pathLst>
                <a:path extrusionOk="0" h="20957" w="21520">
                  <a:moveTo>
                    <a:pt x="13935" y="64"/>
                  </a:moveTo>
                  <a:cubicBezTo>
                    <a:pt x="13935" y="64"/>
                    <a:pt x="13935" y="64"/>
                    <a:pt x="13703" y="64"/>
                  </a:cubicBezTo>
                  <a:cubicBezTo>
                    <a:pt x="10452" y="-391"/>
                    <a:pt x="7200" y="1655"/>
                    <a:pt x="6039" y="4611"/>
                  </a:cubicBezTo>
                  <a:cubicBezTo>
                    <a:pt x="5574" y="5975"/>
                    <a:pt x="5574" y="7340"/>
                    <a:pt x="5110" y="8704"/>
                  </a:cubicBezTo>
                  <a:cubicBezTo>
                    <a:pt x="4645" y="10068"/>
                    <a:pt x="3716" y="11205"/>
                    <a:pt x="2555" y="12114"/>
                  </a:cubicBezTo>
                  <a:cubicBezTo>
                    <a:pt x="1858" y="12569"/>
                    <a:pt x="1394" y="12796"/>
                    <a:pt x="697" y="13251"/>
                  </a:cubicBezTo>
                  <a:cubicBezTo>
                    <a:pt x="232" y="13706"/>
                    <a:pt x="0" y="14388"/>
                    <a:pt x="0" y="15070"/>
                  </a:cubicBezTo>
                  <a:cubicBezTo>
                    <a:pt x="232" y="16434"/>
                    <a:pt x="2323" y="16434"/>
                    <a:pt x="3484" y="16662"/>
                  </a:cubicBezTo>
                  <a:cubicBezTo>
                    <a:pt x="5110" y="17116"/>
                    <a:pt x="13239" y="19163"/>
                    <a:pt x="15561" y="19845"/>
                  </a:cubicBezTo>
                  <a:cubicBezTo>
                    <a:pt x="16723" y="20072"/>
                    <a:pt x="17884" y="20300"/>
                    <a:pt x="18813" y="20527"/>
                  </a:cubicBezTo>
                  <a:cubicBezTo>
                    <a:pt x="19510" y="20982"/>
                    <a:pt x="20439" y="21209"/>
                    <a:pt x="21135" y="20527"/>
                  </a:cubicBezTo>
                  <a:cubicBezTo>
                    <a:pt x="21600" y="20072"/>
                    <a:pt x="21600" y="19163"/>
                    <a:pt x="21368" y="18481"/>
                  </a:cubicBezTo>
                  <a:cubicBezTo>
                    <a:pt x="21135" y="17798"/>
                    <a:pt x="20671" y="17344"/>
                    <a:pt x="20439" y="16662"/>
                  </a:cubicBezTo>
                  <a:cubicBezTo>
                    <a:pt x="19742" y="15297"/>
                    <a:pt x="19510" y="13933"/>
                    <a:pt x="19742" y="12342"/>
                  </a:cubicBezTo>
                  <a:cubicBezTo>
                    <a:pt x="19974" y="11205"/>
                    <a:pt x="20671" y="9841"/>
                    <a:pt x="20903" y="8476"/>
                  </a:cubicBezTo>
                  <a:cubicBezTo>
                    <a:pt x="21600" y="5293"/>
                    <a:pt x="19510" y="1883"/>
                    <a:pt x="16490" y="746"/>
                  </a:cubicBezTo>
                  <a:lnTo>
                    <a:pt x="13935" y="64"/>
                  </a:ln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7" name="Google Shape;717;p25"/>
            <p:cNvSpPr/>
            <p:nvPr/>
          </p:nvSpPr>
          <p:spPr>
            <a:xfrm>
              <a:off x="3008143" y="1046497"/>
              <a:ext cx="114891" cy="76226"/>
            </a:xfrm>
            <a:custGeom>
              <a:rect b="b" l="l" r="r" t="t"/>
              <a:pathLst>
                <a:path extrusionOk="0" h="20350" w="20780">
                  <a:moveTo>
                    <a:pt x="530" y="0"/>
                  </a:moveTo>
                  <a:cubicBezTo>
                    <a:pt x="-820" y="5143"/>
                    <a:pt x="530" y="11314"/>
                    <a:pt x="3230" y="15429"/>
                  </a:cubicBezTo>
                  <a:cubicBezTo>
                    <a:pt x="5930" y="19543"/>
                    <a:pt x="9980" y="21600"/>
                    <a:pt x="13355" y="19543"/>
                  </a:cubicBezTo>
                  <a:cubicBezTo>
                    <a:pt x="16730" y="18514"/>
                    <a:pt x="20105" y="13371"/>
                    <a:pt x="20780" y="8229"/>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8" name="Google Shape;718;p25"/>
            <p:cNvSpPr/>
            <p:nvPr/>
          </p:nvSpPr>
          <p:spPr>
            <a:xfrm>
              <a:off x="3130737" y="633584"/>
              <a:ext cx="59072" cy="123768"/>
            </a:xfrm>
            <a:custGeom>
              <a:rect b="b" l="l" r="r" t="t"/>
              <a:pathLst>
                <a:path extrusionOk="0" h="21217" w="21600">
                  <a:moveTo>
                    <a:pt x="0" y="19908"/>
                  </a:moveTo>
                  <a:cubicBezTo>
                    <a:pt x="1350" y="14017"/>
                    <a:pt x="4050" y="9435"/>
                    <a:pt x="8100" y="4199"/>
                  </a:cubicBezTo>
                  <a:cubicBezTo>
                    <a:pt x="8100" y="2890"/>
                    <a:pt x="9450" y="1581"/>
                    <a:pt x="10800" y="926"/>
                  </a:cubicBezTo>
                  <a:cubicBezTo>
                    <a:pt x="12150" y="272"/>
                    <a:pt x="14850" y="-383"/>
                    <a:pt x="17550" y="272"/>
                  </a:cubicBezTo>
                  <a:cubicBezTo>
                    <a:pt x="18900" y="272"/>
                    <a:pt x="20250" y="1581"/>
                    <a:pt x="20250" y="2235"/>
                  </a:cubicBezTo>
                  <a:cubicBezTo>
                    <a:pt x="20250" y="3544"/>
                    <a:pt x="21600" y="4853"/>
                    <a:pt x="21600" y="5508"/>
                  </a:cubicBezTo>
                  <a:cubicBezTo>
                    <a:pt x="21600" y="11399"/>
                    <a:pt x="17550" y="17290"/>
                    <a:pt x="10800" y="21217"/>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19" name="Google Shape;719;p25"/>
            <p:cNvSpPr/>
            <p:nvPr/>
          </p:nvSpPr>
          <p:spPr>
            <a:xfrm>
              <a:off x="2906013" y="1096899"/>
              <a:ext cx="52650" cy="46424"/>
            </a:xfrm>
            <a:custGeom>
              <a:rect b="b" l="l" r="r" t="t"/>
              <a:pathLst>
                <a:path extrusionOk="0" h="21600" w="21600">
                  <a:moveTo>
                    <a:pt x="21600" y="0"/>
                  </a:moveTo>
                  <a:cubicBezTo>
                    <a:pt x="13886" y="7200"/>
                    <a:pt x="7714" y="14400"/>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0" name="Google Shape;720;p25"/>
            <p:cNvSpPr/>
            <p:nvPr/>
          </p:nvSpPr>
          <p:spPr>
            <a:xfrm>
              <a:off x="3144863" y="811732"/>
              <a:ext cx="33389" cy="218850"/>
            </a:xfrm>
            <a:custGeom>
              <a:rect b="b" l="l" r="r" t="t"/>
              <a:pathLst>
                <a:path extrusionOk="0" h="21600" w="21600">
                  <a:moveTo>
                    <a:pt x="0" y="0"/>
                  </a:moveTo>
                  <a:cubicBezTo>
                    <a:pt x="14400" y="1137"/>
                    <a:pt x="21600" y="4168"/>
                    <a:pt x="21600" y="6442"/>
                  </a:cubicBezTo>
                  <a:cubicBezTo>
                    <a:pt x="19200" y="9095"/>
                    <a:pt x="14400" y="11368"/>
                    <a:pt x="9600" y="14021"/>
                  </a:cubicBezTo>
                  <a:cubicBezTo>
                    <a:pt x="4800" y="16295"/>
                    <a:pt x="2400" y="19326"/>
                    <a:pt x="120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1" name="Google Shape;721;p25"/>
            <p:cNvSpPr/>
            <p:nvPr/>
          </p:nvSpPr>
          <p:spPr>
            <a:xfrm>
              <a:off x="3029291" y="1165870"/>
              <a:ext cx="19263" cy="88866"/>
            </a:xfrm>
            <a:custGeom>
              <a:rect b="b" l="l" r="r" t="t"/>
              <a:pathLst>
                <a:path extrusionOk="0" h="21600" w="21600">
                  <a:moveTo>
                    <a:pt x="21600" y="0"/>
                  </a:moveTo>
                  <a:cubicBezTo>
                    <a:pt x="12960" y="6574"/>
                    <a:pt x="4320" y="14087"/>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2" name="Google Shape;722;p25"/>
            <p:cNvSpPr/>
            <p:nvPr/>
          </p:nvSpPr>
          <p:spPr>
            <a:xfrm>
              <a:off x="3133306" y="1149953"/>
              <a:ext cx="60355" cy="62340"/>
            </a:xfrm>
            <a:custGeom>
              <a:rect b="b" l="l" r="r" t="t"/>
              <a:pathLst>
                <a:path extrusionOk="0" h="21600" w="21600">
                  <a:moveTo>
                    <a:pt x="0" y="0"/>
                  </a:moveTo>
                  <a:cubicBezTo>
                    <a:pt x="6750" y="6750"/>
                    <a:pt x="13500" y="14850"/>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3" name="Google Shape;723;p25"/>
            <p:cNvSpPr/>
            <p:nvPr/>
          </p:nvSpPr>
          <p:spPr>
            <a:xfrm>
              <a:off x="2855833" y="1397238"/>
              <a:ext cx="288727" cy="423161"/>
            </a:xfrm>
            <a:custGeom>
              <a:rect b="b" l="l" r="r" t="t"/>
              <a:pathLst>
                <a:path extrusionOk="0" h="21010" w="20666">
                  <a:moveTo>
                    <a:pt x="1239" y="10854"/>
                  </a:moveTo>
                  <a:cubicBezTo>
                    <a:pt x="439" y="9325"/>
                    <a:pt x="-361" y="7604"/>
                    <a:pt x="172" y="5884"/>
                  </a:cubicBezTo>
                  <a:cubicBezTo>
                    <a:pt x="439" y="3590"/>
                    <a:pt x="2839" y="1679"/>
                    <a:pt x="5506" y="723"/>
                  </a:cubicBezTo>
                  <a:cubicBezTo>
                    <a:pt x="8972" y="-424"/>
                    <a:pt x="13506" y="-233"/>
                    <a:pt x="16706" y="1488"/>
                  </a:cubicBezTo>
                  <a:cubicBezTo>
                    <a:pt x="19906" y="3399"/>
                    <a:pt x="21239" y="6457"/>
                    <a:pt x="20439" y="9134"/>
                  </a:cubicBezTo>
                  <a:cubicBezTo>
                    <a:pt x="19906" y="10854"/>
                    <a:pt x="18572" y="12574"/>
                    <a:pt x="17239" y="14103"/>
                  </a:cubicBezTo>
                  <a:cubicBezTo>
                    <a:pt x="15906" y="15633"/>
                    <a:pt x="14306" y="17162"/>
                    <a:pt x="12706" y="18691"/>
                  </a:cubicBezTo>
                  <a:cubicBezTo>
                    <a:pt x="12172" y="19264"/>
                    <a:pt x="11372" y="20794"/>
                    <a:pt x="10572" y="20985"/>
                  </a:cubicBezTo>
                  <a:cubicBezTo>
                    <a:pt x="9506" y="21176"/>
                    <a:pt x="8706" y="20220"/>
                    <a:pt x="8172" y="19838"/>
                  </a:cubicBezTo>
                  <a:cubicBezTo>
                    <a:pt x="5239" y="17162"/>
                    <a:pt x="3106" y="14103"/>
                    <a:pt x="1239" y="10854"/>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4" name="Google Shape;724;p25"/>
            <p:cNvSpPr/>
            <p:nvPr/>
          </p:nvSpPr>
          <p:spPr>
            <a:xfrm>
              <a:off x="2926464" y="1471831"/>
              <a:ext cx="141080" cy="136188"/>
            </a:xfrm>
            <a:custGeom>
              <a:rect b="b" l="l" r="r" t="t"/>
              <a:pathLst>
                <a:path extrusionOk="0" h="18637" w="15926">
                  <a:moveTo>
                    <a:pt x="4456" y="17719"/>
                  </a:moveTo>
                  <a:cubicBezTo>
                    <a:pt x="7421" y="19299"/>
                    <a:pt x="10809" y="18772"/>
                    <a:pt x="13350" y="16665"/>
                  </a:cubicBezTo>
                  <a:cubicBezTo>
                    <a:pt x="18856" y="11397"/>
                    <a:pt x="15044" y="-2301"/>
                    <a:pt x="6574" y="333"/>
                  </a:cubicBezTo>
                  <a:cubicBezTo>
                    <a:pt x="-626" y="2440"/>
                    <a:pt x="-2744" y="14031"/>
                    <a:pt x="4456" y="17719"/>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5" name="Google Shape;725;p25"/>
            <p:cNvSpPr/>
            <p:nvPr/>
          </p:nvSpPr>
          <p:spPr>
            <a:xfrm>
              <a:off x="2915523" y="1797217"/>
              <a:ext cx="152591" cy="64992"/>
            </a:xfrm>
            <a:custGeom>
              <a:rect b="b" l="l" r="r" t="t"/>
              <a:pathLst>
                <a:path extrusionOk="0" h="21600" w="20533">
                  <a:moveTo>
                    <a:pt x="7275" y="0"/>
                  </a:moveTo>
                  <a:cubicBezTo>
                    <a:pt x="5266" y="1271"/>
                    <a:pt x="3257" y="2541"/>
                    <a:pt x="1750" y="5082"/>
                  </a:cubicBezTo>
                  <a:cubicBezTo>
                    <a:pt x="243" y="7624"/>
                    <a:pt x="-762" y="13976"/>
                    <a:pt x="745" y="17788"/>
                  </a:cubicBezTo>
                  <a:cubicBezTo>
                    <a:pt x="1750" y="21600"/>
                    <a:pt x="3759" y="21600"/>
                    <a:pt x="5266" y="21600"/>
                  </a:cubicBezTo>
                  <a:cubicBezTo>
                    <a:pt x="9285" y="21600"/>
                    <a:pt x="12801" y="20329"/>
                    <a:pt x="16317" y="17788"/>
                  </a:cubicBezTo>
                  <a:cubicBezTo>
                    <a:pt x="17322" y="16518"/>
                    <a:pt x="18326" y="16518"/>
                    <a:pt x="19331" y="13976"/>
                  </a:cubicBezTo>
                  <a:cubicBezTo>
                    <a:pt x="20336" y="12706"/>
                    <a:pt x="20838" y="10165"/>
                    <a:pt x="20336" y="6353"/>
                  </a:cubicBezTo>
                  <a:cubicBezTo>
                    <a:pt x="20336" y="3812"/>
                    <a:pt x="19331" y="2541"/>
                    <a:pt x="18326" y="1271"/>
                  </a:cubicBezTo>
                  <a:cubicBezTo>
                    <a:pt x="16819" y="1271"/>
                    <a:pt x="15815" y="1271"/>
                    <a:pt x="14810" y="1271"/>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6" name="Google Shape;726;p25"/>
            <p:cNvSpPr/>
            <p:nvPr/>
          </p:nvSpPr>
          <p:spPr>
            <a:xfrm>
              <a:off x="2816724" y="3106335"/>
              <a:ext cx="37923" cy="157837"/>
            </a:xfrm>
            <a:custGeom>
              <a:rect b="b" l="l" r="r" t="t"/>
              <a:pathLst>
                <a:path extrusionOk="0" h="21600" w="18225">
                  <a:moveTo>
                    <a:pt x="18225" y="21600"/>
                  </a:moveTo>
                  <a:cubicBezTo>
                    <a:pt x="2025" y="16332"/>
                    <a:pt x="-3375" y="7376"/>
                    <a:pt x="2025"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7" name="Google Shape;727;p25"/>
            <p:cNvSpPr/>
            <p:nvPr/>
          </p:nvSpPr>
          <p:spPr>
            <a:xfrm>
              <a:off x="2819975" y="3106335"/>
              <a:ext cx="242704" cy="127331"/>
            </a:xfrm>
            <a:custGeom>
              <a:rect b="b" l="l" r="r" t="t"/>
              <a:pathLst>
                <a:path extrusionOk="0" h="21600" w="21600">
                  <a:moveTo>
                    <a:pt x="0" y="0"/>
                  </a:moveTo>
                  <a:cubicBezTo>
                    <a:pt x="4985" y="13091"/>
                    <a:pt x="13292" y="21600"/>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8" name="Google Shape;728;p25"/>
            <p:cNvSpPr/>
            <p:nvPr/>
          </p:nvSpPr>
          <p:spPr>
            <a:xfrm>
              <a:off x="3058844" y="3087034"/>
              <a:ext cx="172057" cy="142653"/>
            </a:xfrm>
            <a:custGeom>
              <a:rect b="b" l="l" r="r" t="t"/>
              <a:pathLst>
                <a:path extrusionOk="0" h="21119" w="21125">
                  <a:moveTo>
                    <a:pt x="444" y="21119"/>
                  </a:moveTo>
                  <a:cubicBezTo>
                    <a:pt x="-475" y="16572"/>
                    <a:pt x="-15" y="11456"/>
                    <a:pt x="2282" y="7477"/>
                  </a:cubicBezTo>
                  <a:cubicBezTo>
                    <a:pt x="4580" y="2930"/>
                    <a:pt x="8257" y="87"/>
                    <a:pt x="12393" y="87"/>
                  </a:cubicBezTo>
                  <a:cubicBezTo>
                    <a:pt x="15610" y="-481"/>
                    <a:pt x="18827" y="1793"/>
                    <a:pt x="21125" y="4635"/>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29" name="Google Shape;729;p25"/>
            <p:cNvSpPr/>
            <p:nvPr/>
          </p:nvSpPr>
          <p:spPr>
            <a:xfrm>
              <a:off x="3234753" y="3090419"/>
              <a:ext cx="111721" cy="151205"/>
            </a:xfrm>
            <a:custGeom>
              <a:rect b="b" l="l" r="r" t="t"/>
              <a:pathLst>
                <a:path extrusionOk="0" h="21600" w="21600">
                  <a:moveTo>
                    <a:pt x="0" y="4431"/>
                  </a:moveTo>
                  <a:cubicBezTo>
                    <a:pt x="5040" y="2769"/>
                    <a:pt x="11520" y="1108"/>
                    <a:pt x="15840" y="0"/>
                  </a:cubicBezTo>
                  <a:cubicBezTo>
                    <a:pt x="3600" y="12738"/>
                    <a:pt x="3600" y="12738"/>
                    <a:pt x="3600" y="12738"/>
                  </a:cubicBezTo>
                  <a:cubicBezTo>
                    <a:pt x="21600" y="9415"/>
                    <a:pt x="21600" y="9415"/>
                    <a:pt x="21600" y="9415"/>
                  </a:cubicBezTo>
                  <a:cubicBezTo>
                    <a:pt x="16560" y="13846"/>
                    <a:pt x="12240" y="17723"/>
                    <a:pt x="72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30" name="Google Shape;730;p25"/>
            <p:cNvSpPr/>
            <p:nvPr/>
          </p:nvSpPr>
          <p:spPr>
            <a:xfrm>
              <a:off x="2776314" y="3241623"/>
              <a:ext cx="495932" cy="295248"/>
            </a:xfrm>
            <a:custGeom>
              <a:rect b="b" l="l" r="r" t="t"/>
              <a:pathLst>
                <a:path extrusionOk="0" h="20460" w="21444">
                  <a:moveTo>
                    <a:pt x="0" y="17867"/>
                  </a:moveTo>
                  <a:cubicBezTo>
                    <a:pt x="4352" y="20800"/>
                    <a:pt x="9510" y="21600"/>
                    <a:pt x="13863" y="18400"/>
                  </a:cubicBezTo>
                  <a:cubicBezTo>
                    <a:pt x="18215" y="15200"/>
                    <a:pt x="21600" y="8000"/>
                    <a:pt x="21439"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31" name="Google Shape;731;p25"/>
            <p:cNvSpPr/>
            <p:nvPr/>
          </p:nvSpPr>
          <p:spPr>
            <a:xfrm>
              <a:off x="2772461" y="3441903"/>
              <a:ext cx="186202" cy="53055"/>
            </a:xfrm>
            <a:custGeom>
              <a:rect b="b" l="l" r="r" t="t"/>
              <a:pathLst>
                <a:path extrusionOk="0" h="21600" w="21600">
                  <a:moveTo>
                    <a:pt x="0" y="21600"/>
                  </a:moveTo>
                  <a:cubicBezTo>
                    <a:pt x="7344" y="20057"/>
                    <a:pt x="14688" y="12343"/>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32" name="Google Shape;732;p25"/>
            <p:cNvSpPr/>
            <p:nvPr/>
          </p:nvSpPr>
          <p:spPr>
            <a:xfrm>
              <a:off x="2831532" y="3371607"/>
              <a:ext cx="127131" cy="70298"/>
            </a:xfrm>
            <a:custGeom>
              <a:rect b="b" l="l" r="r" t="t"/>
              <a:pathLst>
                <a:path extrusionOk="0" h="21600" w="21600">
                  <a:moveTo>
                    <a:pt x="0" y="0"/>
                  </a:moveTo>
                  <a:cubicBezTo>
                    <a:pt x="5082" y="12000"/>
                    <a:pt x="13976" y="19200"/>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33" name="Google Shape;733;p25"/>
            <p:cNvSpPr/>
            <p:nvPr/>
          </p:nvSpPr>
          <p:spPr>
            <a:xfrm>
              <a:off x="2831532" y="3361277"/>
              <a:ext cx="64208" cy="12701"/>
            </a:xfrm>
            <a:custGeom>
              <a:rect b="b" l="l" r="r" t="t"/>
              <a:pathLst>
                <a:path extrusionOk="0" h="21600" w="21600">
                  <a:moveTo>
                    <a:pt x="0" y="21600"/>
                  </a:moveTo>
                  <a:cubicBezTo>
                    <a:pt x="6353" y="21600"/>
                    <a:pt x="15247" y="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34" name="Google Shape;734;p25"/>
            <p:cNvSpPr/>
            <p:nvPr/>
          </p:nvSpPr>
          <p:spPr>
            <a:xfrm>
              <a:off x="2805850" y="3264172"/>
              <a:ext cx="96311" cy="96825"/>
            </a:xfrm>
            <a:custGeom>
              <a:rect b="b" l="l" r="r" t="t"/>
              <a:pathLst>
                <a:path extrusionOk="0" h="21600" w="21600">
                  <a:moveTo>
                    <a:pt x="21600" y="21600"/>
                  </a:moveTo>
                  <a:cubicBezTo>
                    <a:pt x="10800" y="19872"/>
                    <a:pt x="2492" y="10368"/>
                    <a:pt x="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735" name="Google Shape;735;p25"/>
            <p:cNvCxnSpPr/>
            <p:nvPr/>
          </p:nvCxnSpPr>
          <p:spPr>
            <a:xfrm>
              <a:off x="2805850" y="3264172"/>
              <a:ext cx="41094" cy="1"/>
            </a:xfrm>
            <a:prstGeom prst="straightConnector1">
              <a:avLst/>
            </a:prstGeom>
            <a:noFill/>
            <a:ln cap="rnd" cmpd="sng" w="9525">
              <a:solidFill>
                <a:srgbClr val="FFFFFF"/>
              </a:solidFill>
              <a:prstDash val="solid"/>
              <a:round/>
              <a:headEnd len="sm" w="sm" type="none"/>
              <a:tailEnd len="sm" w="sm" type="none"/>
            </a:ln>
          </p:spPr>
        </p:cxnSp>
        <p:sp>
          <p:nvSpPr>
            <p:cNvPr id="736" name="Google Shape;736;p25"/>
            <p:cNvSpPr/>
            <p:nvPr/>
          </p:nvSpPr>
          <p:spPr>
            <a:xfrm>
              <a:off x="3021585" y="3276109"/>
              <a:ext cx="110428" cy="153859"/>
            </a:xfrm>
            <a:custGeom>
              <a:rect b="b" l="l" r="r" t="t"/>
              <a:pathLst>
                <a:path extrusionOk="0" h="21600" w="19973">
                  <a:moveTo>
                    <a:pt x="0" y="21600"/>
                  </a:moveTo>
                  <a:cubicBezTo>
                    <a:pt x="5400" y="20520"/>
                    <a:pt x="10800" y="18360"/>
                    <a:pt x="14175" y="15120"/>
                  </a:cubicBezTo>
                  <a:cubicBezTo>
                    <a:pt x="18900" y="11340"/>
                    <a:pt x="21600" y="4860"/>
                    <a:pt x="189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737" name="Google Shape;737;p25"/>
            <p:cNvCxnSpPr/>
            <p:nvPr/>
          </p:nvCxnSpPr>
          <p:spPr>
            <a:xfrm flipH="1" rot="10800000">
              <a:off x="3328495" y="2964414"/>
              <a:ext cx="10274" cy="68972"/>
            </a:xfrm>
            <a:prstGeom prst="straightConnector1">
              <a:avLst/>
            </a:prstGeom>
            <a:noFill/>
            <a:ln cap="rnd" cmpd="sng" w="9525">
              <a:solidFill>
                <a:srgbClr val="FFFFFF"/>
              </a:solidFill>
              <a:prstDash val="solid"/>
              <a:round/>
              <a:headEnd len="sm" w="sm" type="none"/>
              <a:tailEnd len="sm" w="sm" type="none"/>
            </a:ln>
          </p:spPr>
        </p:cxnSp>
        <p:sp>
          <p:nvSpPr>
            <p:cNvPr id="738" name="Google Shape;738;p25"/>
            <p:cNvSpPr/>
            <p:nvPr/>
          </p:nvSpPr>
          <p:spPr>
            <a:xfrm>
              <a:off x="3369588" y="3047975"/>
              <a:ext cx="66776" cy="54382"/>
            </a:xfrm>
            <a:custGeom>
              <a:rect b="b" l="l" r="r" t="t"/>
              <a:pathLst>
                <a:path extrusionOk="0" h="21600" w="21600">
                  <a:moveTo>
                    <a:pt x="0" y="21600"/>
                  </a:moveTo>
                  <a:cubicBezTo>
                    <a:pt x="7200" y="13886"/>
                    <a:pt x="14400" y="6171"/>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739" name="Google Shape;739;p25"/>
            <p:cNvCxnSpPr/>
            <p:nvPr/>
          </p:nvCxnSpPr>
          <p:spPr>
            <a:xfrm>
              <a:off x="3387566" y="3160715"/>
              <a:ext cx="101447" cy="22549"/>
            </a:xfrm>
            <a:prstGeom prst="straightConnector1">
              <a:avLst/>
            </a:prstGeom>
            <a:noFill/>
            <a:ln cap="rnd" cmpd="sng" w="9525">
              <a:solidFill>
                <a:srgbClr val="FFFFFF"/>
              </a:solidFill>
              <a:prstDash val="solid"/>
              <a:round/>
              <a:headEnd len="sm" w="sm" type="none"/>
              <a:tailEnd len="sm" w="sm" type="none"/>
            </a:ln>
          </p:spPr>
        </p:cxnSp>
        <p:sp>
          <p:nvSpPr>
            <p:cNvPr id="740" name="Google Shape;740;p25"/>
            <p:cNvSpPr/>
            <p:nvPr/>
          </p:nvSpPr>
          <p:spPr>
            <a:xfrm>
              <a:off x="3230900" y="3118271"/>
              <a:ext cx="37240" cy="119373"/>
            </a:xfrm>
            <a:custGeom>
              <a:rect b="b" l="l" r="r" t="t"/>
              <a:pathLst>
                <a:path extrusionOk="0" h="21600" w="21600">
                  <a:moveTo>
                    <a:pt x="0" y="0"/>
                  </a:moveTo>
                  <a:cubicBezTo>
                    <a:pt x="0" y="7665"/>
                    <a:pt x="6480" y="15329"/>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1" name="Google Shape;741;p25"/>
            <p:cNvSpPr/>
            <p:nvPr/>
          </p:nvSpPr>
          <p:spPr>
            <a:xfrm>
              <a:off x="3369588" y="3225707"/>
              <a:ext cx="47513" cy="58361"/>
            </a:xfrm>
            <a:custGeom>
              <a:rect b="b" l="l" r="r" t="t"/>
              <a:pathLst>
                <a:path extrusionOk="0" h="21600" w="21600">
                  <a:moveTo>
                    <a:pt x="0" y="0"/>
                  </a:moveTo>
                  <a:cubicBezTo>
                    <a:pt x="6646" y="7200"/>
                    <a:pt x="14954" y="14400"/>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2" name="Google Shape;742;p25"/>
            <p:cNvSpPr/>
            <p:nvPr/>
          </p:nvSpPr>
          <p:spPr>
            <a:xfrm>
              <a:off x="2843089" y="2602318"/>
              <a:ext cx="283795" cy="291801"/>
            </a:xfrm>
            <a:prstGeom prst="ellipse">
              <a:avLst/>
            </a:pr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3" name="Google Shape;743;p25"/>
            <p:cNvSpPr/>
            <p:nvPr/>
          </p:nvSpPr>
          <p:spPr>
            <a:xfrm>
              <a:off x="2939400" y="2667309"/>
              <a:ext cx="86039" cy="92847"/>
            </a:xfrm>
            <a:prstGeom prst="ellipse">
              <a:avLst/>
            </a:pr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4" name="Google Shape;744;p25"/>
            <p:cNvSpPr/>
            <p:nvPr/>
          </p:nvSpPr>
          <p:spPr>
            <a:xfrm>
              <a:off x="2954810" y="2713732"/>
              <a:ext cx="71395" cy="119373"/>
            </a:xfrm>
            <a:custGeom>
              <a:rect b="b" l="l" r="r" t="t"/>
              <a:pathLst>
                <a:path extrusionOk="0" h="21600" w="20705">
                  <a:moveTo>
                    <a:pt x="20520" y="0"/>
                  </a:moveTo>
                  <a:cubicBezTo>
                    <a:pt x="21600" y="5574"/>
                    <a:pt x="18360" y="16723"/>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5" name="Google Shape;745;p25"/>
            <p:cNvSpPr/>
            <p:nvPr/>
          </p:nvSpPr>
          <p:spPr>
            <a:xfrm>
              <a:off x="2301181" y="3375585"/>
              <a:ext cx="336447" cy="346180"/>
            </a:xfrm>
            <a:custGeom>
              <a:rect b="b" l="l" r="r" t="t"/>
              <a:pathLst>
                <a:path extrusionOk="0" h="21600" w="21600">
                  <a:moveTo>
                    <a:pt x="17760" y="21600"/>
                  </a:moveTo>
                  <a:cubicBezTo>
                    <a:pt x="3600" y="21600"/>
                    <a:pt x="3600" y="21600"/>
                    <a:pt x="3600" y="21600"/>
                  </a:cubicBezTo>
                  <a:cubicBezTo>
                    <a:pt x="1680" y="21600"/>
                    <a:pt x="0" y="19920"/>
                    <a:pt x="0" y="17760"/>
                  </a:cubicBezTo>
                  <a:cubicBezTo>
                    <a:pt x="240" y="15600"/>
                    <a:pt x="240" y="12960"/>
                    <a:pt x="240" y="10080"/>
                  </a:cubicBezTo>
                  <a:cubicBezTo>
                    <a:pt x="240" y="7920"/>
                    <a:pt x="240" y="5760"/>
                    <a:pt x="0" y="3600"/>
                  </a:cubicBezTo>
                  <a:cubicBezTo>
                    <a:pt x="0" y="3360"/>
                    <a:pt x="0" y="2160"/>
                    <a:pt x="960" y="960"/>
                  </a:cubicBezTo>
                  <a:cubicBezTo>
                    <a:pt x="1680" y="480"/>
                    <a:pt x="2640" y="0"/>
                    <a:pt x="3600" y="0"/>
                  </a:cubicBezTo>
                  <a:cubicBezTo>
                    <a:pt x="17760" y="0"/>
                    <a:pt x="17760" y="0"/>
                    <a:pt x="17760" y="0"/>
                  </a:cubicBezTo>
                  <a:cubicBezTo>
                    <a:pt x="19920" y="0"/>
                    <a:pt x="21600" y="1680"/>
                    <a:pt x="21600" y="3600"/>
                  </a:cubicBezTo>
                  <a:cubicBezTo>
                    <a:pt x="21600" y="6000"/>
                    <a:pt x="21600" y="8160"/>
                    <a:pt x="21600" y="10560"/>
                  </a:cubicBezTo>
                  <a:cubicBezTo>
                    <a:pt x="21600" y="13200"/>
                    <a:pt x="21600" y="15600"/>
                    <a:pt x="21600" y="17760"/>
                  </a:cubicBezTo>
                  <a:cubicBezTo>
                    <a:pt x="21600" y="18000"/>
                    <a:pt x="21600" y="19440"/>
                    <a:pt x="20400" y="20400"/>
                  </a:cubicBezTo>
                  <a:cubicBezTo>
                    <a:pt x="19680" y="21120"/>
                    <a:pt x="18960" y="21600"/>
                    <a:pt x="17760" y="21600"/>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6" name="Google Shape;746;p25"/>
            <p:cNvSpPr/>
            <p:nvPr/>
          </p:nvSpPr>
          <p:spPr>
            <a:xfrm>
              <a:off x="2242111" y="3422008"/>
              <a:ext cx="336446" cy="346181"/>
            </a:xfrm>
            <a:custGeom>
              <a:rect b="b" l="l" r="r" t="t"/>
              <a:pathLst>
                <a:path extrusionOk="0" h="21600" w="21600">
                  <a:moveTo>
                    <a:pt x="21600" y="18720"/>
                  </a:moveTo>
                  <a:cubicBezTo>
                    <a:pt x="21600" y="18960"/>
                    <a:pt x="21600" y="19440"/>
                    <a:pt x="20640" y="20400"/>
                  </a:cubicBezTo>
                  <a:cubicBezTo>
                    <a:pt x="19920" y="21120"/>
                    <a:pt x="18960" y="21600"/>
                    <a:pt x="18000" y="21600"/>
                  </a:cubicBezTo>
                  <a:cubicBezTo>
                    <a:pt x="3840" y="21600"/>
                    <a:pt x="3840" y="21600"/>
                    <a:pt x="3840" y="21600"/>
                  </a:cubicBezTo>
                  <a:cubicBezTo>
                    <a:pt x="1680" y="21600"/>
                    <a:pt x="0" y="19920"/>
                    <a:pt x="0" y="17760"/>
                  </a:cubicBezTo>
                  <a:cubicBezTo>
                    <a:pt x="240" y="15600"/>
                    <a:pt x="480" y="12960"/>
                    <a:pt x="480" y="10080"/>
                  </a:cubicBezTo>
                  <a:cubicBezTo>
                    <a:pt x="480" y="7920"/>
                    <a:pt x="240" y="5760"/>
                    <a:pt x="0" y="3600"/>
                  </a:cubicBezTo>
                  <a:cubicBezTo>
                    <a:pt x="0" y="3360"/>
                    <a:pt x="0" y="2160"/>
                    <a:pt x="1200" y="960"/>
                  </a:cubicBezTo>
                  <a:cubicBezTo>
                    <a:pt x="1920" y="480"/>
                    <a:pt x="2640" y="0"/>
                    <a:pt x="3840" y="0"/>
                  </a:cubicBezTo>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7" name="Google Shape;747;p25"/>
            <p:cNvSpPr/>
            <p:nvPr/>
          </p:nvSpPr>
          <p:spPr>
            <a:xfrm>
              <a:off x="2461128" y="3486999"/>
              <a:ext cx="12701" cy="119374"/>
            </a:xfrm>
            <a:custGeom>
              <a:rect b="b" l="l" r="r" t="t"/>
              <a:pathLst>
                <a:path extrusionOk="0" h="21600" w="21600">
                  <a:moveTo>
                    <a:pt x="0" y="0"/>
                  </a:moveTo>
                  <a:cubicBezTo>
                    <a:pt x="0" y="6968"/>
                    <a:pt x="21600" y="15329"/>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8" name="Google Shape;748;p25"/>
            <p:cNvSpPr/>
            <p:nvPr/>
          </p:nvSpPr>
          <p:spPr>
            <a:xfrm>
              <a:off x="2406481" y="3543873"/>
              <a:ext cx="115574" cy="12701"/>
            </a:xfrm>
            <a:custGeom>
              <a:rect b="b" l="l" r="r" t="t"/>
              <a:pathLst>
                <a:path extrusionOk="0" h="9600" w="21600">
                  <a:moveTo>
                    <a:pt x="0" y="0"/>
                  </a:moveTo>
                  <a:cubicBezTo>
                    <a:pt x="6968" y="0"/>
                    <a:pt x="14632" y="2160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49" name="Google Shape;749;p25"/>
            <p:cNvSpPr/>
            <p:nvPr/>
          </p:nvSpPr>
          <p:spPr>
            <a:xfrm>
              <a:off x="3260435" y="1297180"/>
              <a:ext cx="489259" cy="188344"/>
            </a:xfrm>
            <a:custGeom>
              <a:rect b="b" l="l" r="r" t="t"/>
              <a:pathLst>
                <a:path extrusionOk="0" h="21600" w="21600">
                  <a:moveTo>
                    <a:pt x="8409" y="21600"/>
                  </a:moveTo>
                  <a:cubicBezTo>
                    <a:pt x="12861" y="14547"/>
                    <a:pt x="17148" y="7053"/>
                    <a:pt x="21600" y="0"/>
                  </a:cubicBezTo>
                  <a:cubicBezTo>
                    <a:pt x="14180" y="2204"/>
                    <a:pt x="7090" y="6612"/>
                    <a:pt x="0" y="11461"/>
                  </a:cubicBezTo>
                  <a:cubicBezTo>
                    <a:pt x="2803" y="14547"/>
                    <a:pt x="5606" y="18073"/>
                    <a:pt x="8409" y="21600"/>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50" name="Google Shape;750;p25"/>
            <p:cNvSpPr/>
            <p:nvPr/>
          </p:nvSpPr>
          <p:spPr>
            <a:xfrm>
              <a:off x="3499286" y="1301158"/>
              <a:ext cx="246556" cy="435047"/>
            </a:xfrm>
            <a:custGeom>
              <a:rect b="b" l="l" r="r" t="t"/>
              <a:pathLst>
                <a:path extrusionOk="0" h="21600" w="21600">
                  <a:moveTo>
                    <a:pt x="21600" y="0"/>
                  </a:moveTo>
                  <a:cubicBezTo>
                    <a:pt x="15055" y="4205"/>
                    <a:pt x="7855" y="8028"/>
                    <a:pt x="0" y="11278"/>
                  </a:cubicBezTo>
                  <a:cubicBezTo>
                    <a:pt x="1964" y="14719"/>
                    <a:pt x="3600" y="18159"/>
                    <a:pt x="5564" y="21600"/>
                  </a:cubicBezTo>
                  <a:cubicBezTo>
                    <a:pt x="11455" y="14336"/>
                    <a:pt x="17673" y="6499"/>
                    <a:pt x="21600" y="0"/>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51" name="Google Shape;751;p25"/>
            <p:cNvSpPr/>
            <p:nvPr/>
          </p:nvSpPr>
          <p:spPr>
            <a:xfrm>
              <a:off x="3383713" y="1485523"/>
              <a:ext cx="115574" cy="111416"/>
            </a:xfrm>
            <a:custGeom>
              <a:rect b="b" l="l" r="r" t="t"/>
              <a:pathLst>
                <a:path extrusionOk="0" h="21600" w="21600">
                  <a:moveTo>
                    <a:pt x="12542" y="0"/>
                  </a:moveTo>
                  <a:cubicBezTo>
                    <a:pt x="8361" y="7448"/>
                    <a:pt x="3484" y="14152"/>
                    <a:pt x="0" y="21600"/>
                  </a:cubicBezTo>
                  <a:cubicBezTo>
                    <a:pt x="6968" y="17876"/>
                    <a:pt x="15329" y="14152"/>
                    <a:pt x="21600" y="8193"/>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752" name="Google Shape;752;p25"/>
            <p:cNvCxnSpPr/>
            <p:nvPr/>
          </p:nvCxnSpPr>
          <p:spPr>
            <a:xfrm>
              <a:off x="3369588" y="1212293"/>
              <a:ext cx="331309" cy="22549"/>
            </a:xfrm>
            <a:prstGeom prst="straightConnector1">
              <a:avLst/>
            </a:prstGeom>
            <a:noFill/>
            <a:ln cap="rnd" cmpd="sng" w="9525">
              <a:solidFill>
                <a:srgbClr val="FFFFFF"/>
              </a:solidFill>
              <a:prstDash val="solid"/>
              <a:round/>
              <a:headEnd len="sm" w="sm" type="none"/>
              <a:tailEnd len="sm" w="sm" type="none"/>
            </a:ln>
          </p:spPr>
        </p:cxnSp>
        <p:sp>
          <p:nvSpPr>
            <p:cNvPr id="753" name="Google Shape;753;p25"/>
            <p:cNvSpPr/>
            <p:nvPr/>
          </p:nvSpPr>
          <p:spPr>
            <a:xfrm>
              <a:off x="2230553" y="1535925"/>
              <a:ext cx="481555" cy="496059"/>
            </a:xfrm>
            <a:custGeom>
              <a:rect b="b" l="l" r="r" t="t"/>
              <a:pathLst>
                <a:path extrusionOk="0" h="21600" w="21600">
                  <a:moveTo>
                    <a:pt x="21600" y="10716"/>
                  </a:moveTo>
                  <a:cubicBezTo>
                    <a:pt x="21600" y="16744"/>
                    <a:pt x="16744" y="21600"/>
                    <a:pt x="10716" y="21600"/>
                  </a:cubicBezTo>
                  <a:cubicBezTo>
                    <a:pt x="4688" y="21600"/>
                    <a:pt x="0" y="16744"/>
                    <a:pt x="0" y="10716"/>
                  </a:cubicBezTo>
                  <a:cubicBezTo>
                    <a:pt x="0" y="4856"/>
                    <a:pt x="4688" y="0"/>
                    <a:pt x="10716" y="0"/>
                  </a:cubicBezTo>
                  <a:cubicBezTo>
                    <a:pt x="16744" y="0"/>
                    <a:pt x="21600" y="4856"/>
                    <a:pt x="21600" y="10716"/>
                  </a:cubicBezTo>
                  <a:close/>
                  <a:moveTo>
                    <a:pt x="21600" y="10716"/>
                  </a:moveTo>
                  <a:cubicBezTo>
                    <a:pt x="21600" y="10716"/>
                    <a:pt x="21600" y="10716"/>
                    <a:pt x="21600" y="10716"/>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54" name="Google Shape;754;p25"/>
            <p:cNvSpPr/>
            <p:nvPr/>
          </p:nvSpPr>
          <p:spPr>
            <a:xfrm>
              <a:off x="2339286" y="1604895"/>
              <a:ext cx="276060" cy="354139"/>
            </a:xfrm>
            <a:custGeom>
              <a:rect b="b" l="l" r="r" t="t"/>
              <a:pathLst>
                <a:path extrusionOk="0" h="21600" w="21107">
                  <a:moveTo>
                    <a:pt x="10822" y="1409"/>
                  </a:moveTo>
                  <a:cubicBezTo>
                    <a:pt x="15085" y="1409"/>
                    <a:pt x="18780" y="3287"/>
                    <a:pt x="19349" y="6574"/>
                  </a:cubicBezTo>
                  <a:cubicBezTo>
                    <a:pt x="19917" y="10800"/>
                    <a:pt x="17359" y="15026"/>
                    <a:pt x="12527" y="15026"/>
                  </a:cubicBezTo>
                  <a:cubicBezTo>
                    <a:pt x="12243" y="15026"/>
                    <a:pt x="12243" y="15026"/>
                    <a:pt x="11959" y="15026"/>
                  </a:cubicBezTo>
                  <a:cubicBezTo>
                    <a:pt x="10538" y="15026"/>
                    <a:pt x="9970" y="14322"/>
                    <a:pt x="8833" y="13852"/>
                  </a:cubicBezTo>
                  <a:cubicBezTo>
                    <a:pt x="8264" y="16200"/>
                    <a:pt x="7980" y="20191"/>
                    <a:pt x="5991" y="20191"/>
                  </a:cubicBezTo>
                  <a:cubicBezTo>
                    <a:pt x="5706" y="20191"/>
                    <a:pt x="5706" y="20191"/>
                    <a:pt x="5422" y="20191"/>
                  </a:cubicBezTo>
                  <a:cubicBezTo>
                    <a:pt x="3433" y="19017"/>
                    <a:pt x="6559" y="13383"/>
                    <a:pt x="7127" y="10330"/>
                  </a:cubicBezTo>
                  <a:cubicBezTo>
                    <a:pt x="5991" y="8687"/>
                    <a:pt x="7127" y="5635"/>
                    <a:pt x="9401" y="5635"/>
                  </a:cubicBezTo>
                  <a:cubicBezTo>
                    <a:pt x="9401" y="5635"/>
                    <a:pt x="9685" y="5635"/>
                    <a:pt x="10254" y="5635"/>
                  </a:cubicBezTo>
                  <a:cubicBezTo>
                    <a:pt x="13380" y="6809"/>
                    <a:pt x="7127" y="12443"/>
                    <a:pt x="11391" y="13148"/>
                  </a:cubicBezTo>
                  <a:cubicBezTo>
                    <a:pt x="11675" y="13148"/>
                    <a:pt x="11959" y="13148"/>
                    <a:pt x="11959" y="13148"/>
                  </a:cubicBezTo>
                  <a:cubicBezTo>
                    <a:pt x="15938" y="13148"/>
                    <a:pt x="17643" y="6574"/>
                    <a:pt x="14801" y="4461"/>
                  </a:cubicBezTo>
                  <a:cubicBezTo>
                    <a:pt x="13664" y="3522"/>
                    <a:pt x="12243" y="3052"/>
                    <a:pt x="10822" y="3052"/>
                  </a:cubicBezTo>
                  <a:cubicBezTo>
                    <a:pt x="7412" y="3052"/>
                    <a:pt x="3717" y="5870"/>
                    <a:pt x="4285" y="9157"/>
                  </a:cubicBezTo>
                  <a:cubicBezTo>
                    <a:pt x="4570" y="10330"/>
                    <a:pt x="5991" y="10565"/>
                    <a:pt x="4854" y="12209"/>
                  </a:cubicBezTo>
                  <a:cubicBezTo>
                    <a:pt x="2296" y="11739"/>
                    <a:pt x="1727" y="10096"/>
                    <a:pt x="1727" y="7983"/>
                  </a:cubicBezTo>
                  <a:cubicBezTo>
                    <a:pt x="1727" y="4461"/>
                    <a:pt x="5706" y="1878"/>
                    <a:pt x="9401" y="1409"/>
                  </a:cubicBezTo>
                  <a:cubicBezTo>
                    <a:pt x="9970" y="1409"/>
                    <a:pt x="10254" y="1409"/>
                    <a:pt x="10822" y="1409"/>
                  </a:cubicBezTo>
                  <a:moveTo>
                    <a:pt x="10822" y="0"/>
                  </a:moveTo>
                  <a:cubicBezTo>
                    <a:pt x="10254" y="0"/>
                    <a:pt x="9685" y="0"/>
                    <a:pt x="9117" y="0"/>
                  </a:cubicBezTo>
                  <a:cubicBezTo>
                    <a:pt x="4854" y="470"/>
                    <a:pt x="306" y="3287"/>
                    <a:pt x="22" y="7983"/>
                  </a:cubicBezTo>
                  <a:cubicBezTo>
                    <a:pt x="-262" y="11739"/>
                    <a:pt x="2296" y="13148"/>
                    <a:pt x="4285" y="13617"/>
                  </a:cubicBezTo>
                  <a:cubicBezTo>
                    <a:pt x="3149" y="17139"/>
                    <a:pt x="2012" y="20191"/>
                    <a:pt x="4570" y="21365"/>
                  </a:cubicBezTo>
                  <a:cubicBezTo>
                    <a:pt x="4570" y="21365"/>
                    <a:pt x="4854" y="21365"/>
                    <a:pt x="4854" y="21600"/>
                  </a:cubicBezTo>
                  <a:cubicBezTo>
                    <a:pt x="5138" y="21600"/>
                    <a:pt x="5706" y="21600"/>
                    <a:pt x="5991" y="21600"/>
                  </a:cubicBezTo>
                  <a:cubicBezTo>
                    <a:pt x="8833" y="21600"/>
                    <a:pt x="9685" y="19017"/>
                    <a:pt x="10254" y="16200"/>
                  </a:cubicBezTo>
                  <a:cubicBezTo>
                    <a:pt x="10538" y="16200"/>
                    <a:pt x="11106" y="16435"/>
                    <a:pt x="11959" y="16435"/>
                  </a:cubicBezTo>
                  <a:cubicBezTo>
                    <a:pt x="11959" y="16435"/>
                    <a:pt x="12243" y="16435"/>
                    <a:pt x="12527" y="16435"/>
                  </a:cubicBezTo>
                  <a:cubicBezTo>
                    <a:pt x="14801" y="16435"/>
                    <a:pt x="16791" y="15730"/>
                    <a:pt x="18496" y="14322"/>
                  </a:cubicBezTo>
                  <a:cubicBezTo>
                    <a:pt x="20485" y="12209"/>
                    <a:pt x="21338" y="9391"/>
                    <a:pt x="21054" y="6339"/>
                  </a:cubicBezTo>
                  <a:cubicBezTo>
                    <a:pt x="20201" y="2583"/>
                    <a:pt x="16222" y="0"/>
                    <a:pt x="10822" y="0"/>
                  </a:cubicBezTo>
                  <a:close/>
                  <a:moveTo>
                    <a:pt x="11675" y="11739"/>
                  </a:moveTo>
                  <a:cubicBezTo>
                    <a:pt x="11675" y="11270"/>
                    <a:pt x="11959" y="10330"/>
                    <a:pt x="12243" y="9861"/>
                  </a:cubicBezTo>
                  <a:cubicBezTo>
                    <a:pt x="12812" y="8217"/>
                    <a:pt x="13664" y="5635"/>
                    <a:pt x="11106" y="4461"/>
                  </a:cubicBezTo>
                  <a:cubicBezTo>
                    <a:pt x="11959" y="4696"/>
                    <a:pt x="12812" y="4696"/>
                    <a:pt x="13664" y="5400"/>
                  </a:cubicBezTo>
                  <a:cubicBezTo>
                    <a:pt x="14801" y="6339"/>
                    <a:pt x="14801" y="8452"/>
                    <a:pt x="13949" y="10330"/>
                  </a:cubicBezTo>
                  <a:cubicBezTo>
                    <a:pt x="13664" y="10800"/>
                    <a:pt x="13096" y="11739"/>
                    <a:pt x="11959" y="11739"/>
                  </a:cubicBezTo>
                  <a:cubicBezTo>
                    <a:pt x="11959" y="11739"/>
                    <a:pt x="11959" y="11739"/>
                    <a:pt x="11675" y="11739"/>
                  </a:cubicBezTo>
                  <a:cubicBezTo>
                    <a:pt x="11675" y="11739"/>
                    <a:pt x="11675" y="11739"/>
                    <a:pt x="11675" y="11739"/>
                  </a:cubicBezTo>
                  <a:close/>
                </a:path>
              </a:pathLst>
            </a:custGeom>
            <a:noFill/>
            <a:ln cap="flat"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55" name="Google Shape;755;p25"/>
            <p:cNvSpPr/>
            <p:nvPr/>
          </p:nvSpPr>
          <p:spPr>
            <a:xfrm>
              <a:off x="1641133" y="1112453"/>
              <a:ext cx="410927" cy="446021"/>
            </a:xfrm>
            <a:custGeom>
              <a:rect b="b" l="l" r="r" t="t"/>
              <a:pathLst>
                <a:path extrusionOk="0" h="21553" w="21600">
                  <a:moveTo>
                    <a:pt x="20029" y="8332"/>
                  </a:moveTo>
                  <a:cubicBezTo>
                    <a:pt x="11193" y="139"/>
                    <a:pt x="11193" y="139"/>
                    <a:pt x="11193" y="139"/>
                  </a:cubicBezTo>
                  <a:cubicBezTo>
                    <a:pt x="10996" y="-47"/>
                    <a:pt x="10604" y="-47"/>
                    <a:pt x="10211" y="139"/>
                  </a:cubicBezTo>
                  <a:cubicBezTo>
                    <a:pt x="1178" y="8705"/>
                    <a:pt x="1178" y="8705"/>
                    <a:pt x="1178" y="8705"/>
                  </a:cubicBezTo>
                  <a:cubicBezTo>
                    <a:pt x="393" y="9450"/>
                    <a:pt x="0" y="10381"/>
                    <a:pt x="0" y="11312"/>
                  </a:cubicBezTo>
                  <a:cubicBezTo>
                    <a:pt x="0" y="20994"/>
                    <a:pt x="0" y="20994"/>
                    <a:pt x="0" y="20994"/>
                  </a:cubicBezTo>
                  <a:cubicBezTo>
                    <a:pt x="0" y="21367"/>
                    <a:pt x="196" y="21553"/>
                    <a:pt x="589" y="21553"/>
                  </a:cubicBezTo>
                  <a:cubicBezTo>
                    <a:pt x="5498" y="21553"/>
                    <a:pt x="5498" y="21553"/>
                    <a:pt x="5498" y="21553"/>
                  </a:cubicBezTo>
                  <a:cubicBezTo>
                    <a:pt x="6873" y="21553"/>
                    <a:pt x="8051" y="20436"/>
                    <a:pt x="8051" y="19132"/>
                  </a:cubicBezTo>
                  <a:cubicBezTo>
                    <a:pt x="8051" y="13546"/>
                    <a:pt x="8051" y="13546"/>
                    <a:pt x="8051" y="13546"/>
                  </a:cubicBezTo>
                  <a:cubicBezTo>
                    <a:pt x="8051" y="12429"/>
                    <a:pt x="9033" y="11498"/>
                    <a:pt x="10211" y="11498"/>
                  </a:cubicBezTo>
                  <a:cubicBezTo>
                    <a:pt x="11389" y="11498"/>
                    <a:pt x="11389" y="11498"/>
                    <a:pt x="11389" y="11498"/>
                  </a:cubicBezTo>
                  <a:cubicBezTo>
                    <a:pt x="12567" y="11498"/>
                    <a:pt x="13549" y="12429"/>
                    <a:pt x="13549" y="13546"/>
                  </a:cubicBezTo>
                  <a:cubicBezTo>
                    <a:pt x="13549" y="19319"/>
                    <a:pt x="13549" y="19319"/>
                    <a:pt x="13549" y="19319"/>
                  </a:cubicBezTo>
                  <a:cubicBezTo>
                    <a:pt x="13549" y="20622"/>
                    <a:pt x="14531" y="21553"/>
                    <a:pt x="15709" y="21553"/>
                  </a:cubicBezTo>
                  <a:cubicBezTo>
                    <a:pt x="20815" y="21553"/>
                    <a:pt x="20815" y="21553"/>
                    <a:pt x="20815" y="21553"/>
                  </a:cubicBezTo>
                  <a:cubicBezTo>
                    <a:pt x="21207" y="21553"/>
                    <a:pt x="21600" y="21367"/>
                    <a:pt x="21600" y="20994"/>
                  </a:cubicBezTo>
                  <a:cubicBezTo>
                    <a:pt x="21600" y="11684"/>
                    <a:pt x="21600" y="11684"/>
                    <a:pt x="21600" y="11684"/>
                  </a:cubicBezTo>
                  <a:cubicBezTo>
                    <a:pt x="21600" y="10567"/>
                    <a:pt x="21011" y="9263"/>
                    <a:pt x="20029" y="8332"/>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56" name="Google Shape;756;p25"/>
            <p:cNvSpPr/>
            <p:nvPr/>
          </p:nvSpPr>
          <p:spPr>
            <a:xfrm>
              <a:off x="1555095" y="957631"/>
              <a:ext cx="579148" cy="305064"/>
            </a:xfrm>
            <a:custGeom>
              <a:rect b="b" l="l" r="r" t="t"/>
              <a:pathLst>
                <a:path extrusionOk="0" h="21600" w="21600">
                  <a:moveTo>
                    <a:pt x="0" y="18319"/>
                  </a:moveTo>
                  <a:cubicBezTo>
                    <a:pt x="10870" y="0"/>
                    <a:pt x="10870" y="0"/>
                    <a:pt x="10870" y="0"/>
                  </a:cubicBezTo>
                  <a:cubicBezTo>
                    <a:pt x="21600" y="18319"/>
                    <a:pt x="21600" y="18319"/>
                    <a:pt x="21600" y="18319"/>
                  </a:cubicBezTo>
                  <a:cubicBezTo>
                    <a:pt x="19510" y="21327"/>
                    <a:pt x="19510" y="21327"/>
                    <a:pt x="19510" y="21327"/>
                  </a:cubicBezTo>
                  <a:cubicBezTo>
                    <a:pt x="17001" y="16132"/>
                    <a:pt x="13935" y="10390"/>
                    <a:pt x="10870" y="5742"/>
                  </a:cubicBezTo>
                  <a:cubicBezTo>
                    <a:pt x="7804" y="10390"/>
                    <a:pt x="4738" y="16132"/>
                    <a:pt x="1951" y="21600"/>
                  </a:cubicBezTo>
                  <a:lnTo>
                    <a:pt x="0" y="18319"/>
                  </a:ln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57" name="Google Shape;757;p25"/>
            <p:cNvSpPr/>
            <p:nvPr/>
          </p:nvSpPr>
          <p:spPr>
            <a:xfrm>
              <a:off x="1566653" y="2725668"/>
              <a:ext cx="440461" cy="368730"/>
            </a:xfrm>
            <a:custGeom>
              <a:rect b="b" l="l" r="r" t="t"/>
              <a:pathLst>
                <a:path extrusionOk="0" h="21600" w="21600">
                  <a:moveTo>
                    <a:pt x="14827" y="2475"/>
                  </a:moveTo>
                  <a:cubicBezTo>
                    <a:pt x="14461" y="1350"/>
                    <a:pt x="14461" y="1350"/>
                    <a:pt x="14461" y="1350"/>
                  </a:cubicBezTo>
                  <a:cubicBezTo>
                    <a:pt x="14095" y="450"/>
                    <a:pt x="13363" y="0"/>
                    <a:pt x="12631" y="0"/>
                  </a:cubicBezTo>
                  <a:cubicBezTo>
                    <a:pt x="8969" y="0"/>
                    <a:pt x="8969" y="0"/>
                    <a:pt x="8969" y="0"/>
                  </a:cubicBezTo>
                  <a:cubicBezTo>
                    <a:pt x="8054" y="0"/>
                    <a:pt x="7322" y="450"/>
                    <a:pt x="7139" y="1350"/>
                  </a:cubicBezTo>
                  <a:cubicBezTo>
                    <a:pt x="6773" y="2475"/>
                    <a:pt x="6773" y="2475"/>
                    <a:pt x="6773" y="2475"/>
                  </a:cubicBezTo>
                  <a:cubicBezTo>
                    <a:pt x="6407" y="3150"/>
                    <a:pt x="5858" y="3600"/>
                    <a:pt x="5125" y="3600"/>
                  </a:cubicBezTo>
                  <a:cubicBezTo>
                    <a:pt x="1831" y="3600"/>
                    <a:pt x="1831" y="3600"/>
                    <a:pt x="1831" y="3600"/>
                  </a:cubicBezTo>
                  <a:cubicBezTo>
                    <a:pt x="732" y="3600"/>
                    <a:pt x="0" y="4725"/>
                    <a:pt x="0" y="6075"/>
                  </a:cubicBezTo>
                  <a:cubicBezTo>
                    <a:pt x="0" y="19125"/>
                    <a:pt x="0" y="19125"/>
                    <a:pt x="0" y="19125"/>
                  </a:cubicBezTo>
                  <a:cubicBezTo>
                    <a:pt x="0" y="20475"/>
                    <a:pt x="732" y="21600"/>
                    <a:pt x="1831" y="21600"/>
                  </a:cubicBezTo>
                  <a:cubicBezTo>
                    <a:pt x="19769" y="21600"/>
                    <a:pt x="19769" y="21600"/>
                    <a:pt x="19769" y="21600"/>
                  </a:cubicBezTo>
                  <a:cubicBezTo>
                    <a:pt x="20685" y="21600"/>
                    <a:pt x="21600" y="20475"/>
                    <a:pt x="21600" y="19125"/>
                  </a:cubicBezTo>
                  <a:cubicBezTo>
                    <a:pt x="21600" y="6075"/>
                    <a:pt x="21600" y="6075"/>
                    <a:pt x="21600" y="6075"/>
                  </a:cubicBezTo>
                  <a:cubicBezTo>
                    <a:pt x="21600" y="4725"/>
                    <a:pt x="20685" y="3600"/>
                    <a:pt x="19769" y="3600"/>
                  </a:cubicBezTo>
                  <a:cubicBezTo>
                    <a:pt x="16292" y="3600"/>
                    <a:pt x="16292" y="3600"/>
                    <a:pt x="16292" y="3600"/>
                  </a:cubicBezTo>
                  <a:cubicBezTo>
                    <a:pt x="15742" y="3600"/>
                    <a:pt x="15193" y="3150"/>
                    <a:pt x="14827" y="2475"/>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58" name="Google Shape;758;p25"/>
            <p:cNvSpPr/>
            <p:nvPr/>
          </p:nvSpPr>
          <p:spPr>
            <a:xfrm>
              <a:off x="1682226" y="2841063"/>
              <a:ext cx="205463" cy="210893"/>
            </a:xfrm>
            <a:prstGeom prst="ellipse">
              <a:avLst/>
            </a:pr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59" name="Google Shape;759;p25"/>
            <p:cNvSpPr/>
            <p:nvPr/>
          </p:nvSpPr>
          <p:spPr>
            <a:xfrm>
              <a:off x="1633428" y="2780331"/>
              <a:ext cx="283796" cy="12701"/>
            </a:xfrm>
            <a:custGeom>
              <a:rect b="b" l="l" r="r" t="t"/>
              <a:pathLst>
                <a:path extrusionOk="0" h="6235" w="21600">
                  <a:moveTo>
                    <a:pt x="0" y="3118"/>
                  </a:moveTo>
                  <a:cubicBezTo>
                    <a:pt x="7105" y="-7682"/>
                    <a:pt x="14495" y="13918"/>
                    <a:pt x="21600" y="3118"/>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0" name="Google Shape;760;p25"/>
            <p:cNvSpPr/>
            <p:nvPr/>
          </p:nvSpPr>
          <p:spPr>
            <a:xfrm>
              <a:off x="1612536" y="2744780"/>
              <a:ext cx="44258" cy="37925"/>
            </a:xfrm>
            <a:custGeom>
              <a:rect b="b" l="l" r="r" t="t"/>
              <a:pathLst>
                <a:path extrusionOk="0" h="19299" w="19590">
                  <a:moveTo>
                    <a:pt x="1247" y="19299"/>
                  </a:moveTo>
                  <a:cubicBezTo>
                    <a:pt x="-415" y="15372"/>
                    <a:pt x="-415" y="9481"/>
                    <a:pt x="1247" y="5554"/>
                  </a:cubicBezTo>
                  <a:cubicBezTo>
                    <a:pt x="2908" y="1626"/>
                    <a:pt x="9554" y="-2301"/>
                    <a:pt x="14539" y="1626"/>
                  </a:cubicBezTo>
                  <a:cubicBezTo>
                    <a:pt x="19523" y="3590"/>
                    <a:pt x="21185" y="11444"/>
                    <a:pt x="17862" y="17335"/>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1" name="Google Shape;761;p25"/>
            <p:cNvSpPr/>
            <p:nvPr/>
          </p:nvSpPr>
          <p:spPr>
            <a:xfrm>
              <a:off x="1734175" y="2894282"/>
              <a:ext cx="107740" cy="110576"/>
            </a:xfrm>
            <a:custGeom>
              <a:rect b="b" l="l" r="r" t="t"/>
              <a:pathLst>
                <a:path extrusionOk="0" h="17829" w="20136">
                  <a:moveTo>
                    <a:pt x="18921" y="4385"/>
                  </a:moveTo>
                  <a:cubicBezTo>
                    <a:pt x="21011" y="7470"/>
                    <a:pt x="20314" y="11790"/>
                    <a:pt x="17527" y="14876"/>
                  </a:cubicBezTo>
                  <a:cubicBezTo>
                    <a:pt x="14740" y="17345"/>
                    <a:pt x="9863" y="18579"/>
                    <a:pt x="5682" y="17345"/>
                  </a:cubicBezTo>
                  <a:cubicBezTo>
                    <a:pt x="2198" y="15493"/>
                    <a:pt x="-589" y="11790"/>
                    <a:pt x="108" y="8088"/>
                  </a:cubicBezTo>
                  <a:cubicBezTo>
                    <a:pt x="805" y="-552"/>
                    <a:pt x="14043" y="-3021"/>
                    <a:pt x="18921" y="4385"/>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2" name="Google Shape;762;p25"/>
            <p:cNvSpPr/>
            <p:nvPr/>
          </p:nvSpPr>
          <p:spPr>
            <a:xfrm>
              <a:off x="1629005" y="2794639"/>
              <a:ext cx="12701" cy="285168"/>
            </a:xfrm>
            <a:custGeom>
              <a:rect b="b" l="l" r="r" t="t"/>
              <a:pathLst>
                <a:path extrusionOk="0" h="21600" w="21600">
                  <a:moveTo>
                    <a:pt x="21600" y="0"/>
                  </a:moveTo>
                  <a:cubicBezTo>
                    <a:pt x="21600" y="7589"/>
                    <a:pt x="0" y="14303"/>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3" name="Google Shape;763;p25"/>
            <p:cNvSpPr/>
            <p:nvPr/>
          </p:nvSpPr>
          <p:spPr>
            <a:xfrm>
              <a:off x="1932061" y="2790661"/>
              <a:ext cx="12701" cy="293126"/>
            </a:xfrm>
            <a:custGeom>
              <a:rect b="b" l="l" r="r" t="t"/>
              <a:pathLst>
                <a:path extrusionOk="0" h="21600" w="21600">
                  <a:moveTo>
                    <a:pt x="21600" y="0"/>
                  </a:moveTo>
                  <a:cubicBezTo>
                    <a:pt x="0" y="7389"/>
                    <a:pt x="0" y="14211"/>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4" name="Google Shape;764;p25"/>
            <p:cNvSpPr/>
            <p:nvPr/>
          </p:nvSpPr>
          <p:spPr>
            <a:xfrm>
              <a:off x="1137750" y="1115467"/>
              <a:ext cx="59071" cy="62339"/>
            </a:xfrm>
            <a:prstGeom prst="ellipse">
              <a:avLst/>
            </a:pr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5" name="Google Shape;765;p25"/>
            <p:cNvSpPr/>
            <p:nvPr/>
          </p:nvSpPr>
          <p:spPr>
            <a:xfrm>
              <a:off x="1051711" y="1023950"/>
              <a:ext cx="373687" cy="384645"/>
            </a:xfrm>
            <a:custGeom>
              <a:rect b="b" l="l" r="r" t="t"/>
              <a:pathLst>
                <a:path extrusionOk="0" h="21600" w="21600">
                  <a:moveTo>
                    <a:pt x="19656" y="0"/>
                  </a:moveTo>
                  <a:cubicBezTo>
                    <a:pt x="1728" y="0"/>
                    <a:pt x="1728" y="0"/>
                    <a:pt x="1728" y="0"/>
                  </a:cubicBezTo>
                  <a:cubicBezTo>
                    <a:pt x="864" y="0"/>
                    <a:pt x="0" y="864"/>
                    <a:pt x="0" y="1728"/>
                  </a:cubicBezTo>
                  <a:cubicBezTo>
                    <a:pt x="0" y="19656"/>
                    <a:pt x="0" y="19656"/>
                    <a:pt x="0" y="19656"/>
                  </a:cubicBezTo>
                  <a:cubicBezTo>
                    <a:pt x="0" y="20736"/>
                    <a:pt x="864" y="21600"/>
                    <a:pt x="1728" y="21600"/>
                  </a:cubicBezTo>
                  <a:cubicBezTo>
                    <a:pt x="19656" y="21600"/>
                    <a:pt x="19656" y="21600"/>
                    <a:pt x="19656" y="21600"/>
                  </a:cubicBezTo>
                  <a:cubicBezTo>
                    <a:pt x="20736" y="21600"/>
                    <a:pt x="21600" y="20736"/>
                    <a:pt x="21600" y="19656"/>
                  </a:cubicBezTo>
                  <a:cubicBezTo>
                    <a:pt x="21600" y="1728"/>
                    <a:pt x="21600" y="1728"/>
                    <a:pt x="21600" y="1728"/>
                  </a:cubicBezTo>
                  <a:cubicBezTo>
                    <a:pt x="21600" y="864"/>
                    <a:pt x="20736" y="0"/>
                    <a:pt x="19656" y="0"/>
                  </a:cubicBezTo>
                  <a:close/>
                  <a:moveTo>
                    <a:pt x="17928" y="4320"/>
                  </a:moveTo>
                  <a:cubicBezTo>
                    <a:pt x="17928" y="9504"/>
                    <a:pt x="17928" y="9504"/>
                    <a:pt x="17928" y="9504"/>
                  </a:cubicBezTo>
                  <a:cubicBezTo>
                    <a:pt x="16632" y="8208"/>
                    <a:pt x="16632" y="8208"/>
                    <a:pt x="16632" y="8208"/>
                  </a:cubicBezTo>
                  <a:cubicBezTo>
                    <a:pt x="16200" y="7776"/>
                    <a:pt x="15768" y="7776"/>
                    <a:pt x="15336" y="8208"/>
                  </a:cubicBezTo>
                  <a:cubicBezTo>
                    <a:pt x="11880" y="11664"/>
                    <a:pt x="11880" y="11664"/>
                    <a:pt x="11880" y="11664"/>
                  </a:cubicBezTo>
                  <a:cubicBezTo>
                    <a:pt x="11880" y="11664"/>
                    <a:pt x="11664" y="11664"/>
                    <a:pt x="11664" y="11664"/>
                  </a:cubicBezTo>
                  <a:cubicBezTo>
                    <a:pt x="10368" y="10152"/>
                    <a:pt x="10368" y="10152"/>
                    <a:pt x="10368" y="10152"/>
                  </a:cubicBezTo>
                  <a:cubicBezTo>
                    <a:pt x="9936" y="9936"/>
                    <a:pt x="9504" y="9936"/>
                    <a:pt x="9072" y="10152"/>
                  </a:cubicBezTo>
                  <a:cubicBezTo>
                    <a:pt x="3024" y="17064"/>
                    <a:pt x="3024" y="17064"/>
                    <a:pt x="3024" y="17064"/>
                  </a:cubicBezTo>
                  <a:cubicBezTo>
                    <a:pt x="3024" y="4104"/>
                    <a:pt x="3024" y="4104"/>
                    <a:pt x="3024" y="4104"/>
                  </a:cubicBezTo>
                  <a:cubicBezTo>
                    <a:pt x="3024" y="3672"/>
                    <a:pt x="3456" y="3024"/>
                    <a:pt x="4104" y="3024"/>
                  </a:cubicBezTo>
                  <a:cubicBezTo>
                    <a:pt x="16632" y="3024"/>
                    <a:pt x="16632" y="3024"/>
                    <a:pt x="16632" y="3024"/>
                  </a:cubicBezTo>
                  <a:cubicBezTo>
                    <a:pt x="17280" y="3024"/>
                    <a:pt x="17928" y="3672"/>
                    <a:pt x="17928" y="4320"/>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6" name="Google Shape;766;p25"/>
            <p:cNvSpPr/>
            <p:nvPr/>
          </p:nvSpPr>
          <p:spPr>
            <a:xfrm>
              <a:off x="1286710" y="1273305"/>
              <a:ext cx="48798" cy="70299"/>
            </a:xfrm>
            <a:custGeom>
              <a:rect b="b" l="l" r="r" t="t"/>
              <a:pathLst>
                <a:path extrusionOk="0" h="21600" w="21600">
                  <a:moveTo>
                    <a:pt x="0" y="0"/>
                  </a:moveTo>
                  <a:cubicBezTo>
                    <a:pt x="4985" y="6000"/>
                    <a:pt x="16615" y="15600"/>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7" name="Google Shape;767;p25"/>
            <p:cNvSpPr/>
            <p:nvPr/>
          </p:nvSpPr>
          <p:spPr>
            <a:xfrm>
              <a:off x="793599" y="1100878"/>
              <a:ext cx="399369" cy="435048"/>
            </a:xfrm>
            <a:custGeom>
              <a:rect b="b" l="l" r="r" t="t"/>
              <a:pathLst>
                <a:path extrusionOk="0" h="21600" w="21600">
                  <a:moveTo>
                    <a:pt x="13929" y="956"/>
                  </a:moveTo>
                  <a:cubicBezTo>
                    <a:pt x="13323" y="573"/>
                    <a:pt x="12920" y="382"/>
                    <a:pt x="12314" y="0"/>
                  </a:cubicBezTo>
                  <a:cubicBezTo>
                    <a:pt x="9690" y="1912"/>
                    <a:pt x="2624" y="7837"/>
                    <a:pt x="0" y="9940"/>
                  </a:cubicBezTo>
                  <a:cubicBezTo>
                    <a:pt x="4037" y="14336"/>
                    <a:pt x="9084" y="17968"/>
                    <a:pt x="14131" y="21600"/>
                  </a:cubicBezTo>
                  <a:cubicBezTo>
                    <a:pt x="16957" y="19880"/>
                    <a:pt x="19379" y="17777"/>
                    <a:pt x="21600" y="15292"/>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8" name="Google Shape;768;p25"/>
            <p:cNvSpPr/>
            <p:nvPr/>
          </p:nvSpPr>
          <p:spPr>
            <a:xfrm>
              <a:off x="875785" y="1161891"/>
              <a:ext cx="238851" cy="301084"/>
            </a:xfrm>
            <a:custGeom>
              <a:rect b="b" l="l" r="r" t="t"/>
              <a:pathLst>
                <a:path extrusionOk="0" h="21600" w="21600">
                  <a:moveTo>
                    <a:pt x="15910" y="1713"/>
                  </a:moveTo>
                  <a:lnTo>
                    <a:pt x="13587" y="0"/>
                  </a:lnTo>
                  <a:lnTo>
                    <a:pt x="0" y="9420"/>
                  </a:lnTo>
                  <a:lnTo>
                    <a:pt x="15910" y="21600"/>
                  </a:lnTo>
                  <a:lnTo>
                    <a:pt x="21600" y="17699"/>
                  </a:ln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69" name="Google Shape;769;p25"/>
            <p:cNvSpPr/>
            <p:nvPr/>
          </p:nvSpPr>
          <p:spPr>
            <a:xfrm>
              <a:off x="1081247" y="2998899"/>
              <a:ext cx="283795" cy="291801"/>
            </a:xfrm>
            <a:prstGeom prst="ellipse">
              <a:avLst/>
            </a:pr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0" name="Google Shape;770;p25"/>
            <p:cNvSpPr/>
            <p:nvPr/>
          </p:nvSpPr>
          <p:spPr>
            <a:xfrm>
              <a:off x="1167284" y="3067870"/>
              <a:ext cx="108474" cy="160495"/>
            </a:xfrm>
            <a:custGeom>
              <a:rect b="b" l="l" r="r" t="t"/>
              <a:pathLst>
                <a:path extrusionOk="0" h="21424" w="20972">
                  <a:moveTo>
                    <a:pt x="20160" y="514"/>
                  </a:moveTo>
                  <a:cubicBezTo>
                    <a:pt x="13680" y="514"/>
                    <a:pt x="7920" y="0"/>
                    <a:pt x="1440" y="0"/>
                  </a:cubicBezTo>
                  <a:cubicBezTo>
                    <a:pt x="1440" y="2571"/>
                    <a:pt x="720" y="5657"/>
                    <a:pt x="720" y="8229"/>
                  </a:cubicBezTo>
                  <a:cubicBezTo>
                    <a:pt x="5040" y="7714"/>
                    <a:pt x="9360" y="7200"/>
                    <a:pt x="13680" y="8743"/>
                  </a:cubicBezTo>
                  <a:cubicBezTo>
                    <a:pt x="18000" y="9771"/>
                    <a:pt x="21600" y="12343"/>
                    <a:pt x="20880" y="15429"/>
                  </a:cubicBezTo>
                  <a:cubicBezTo>
                    <a:pt x="20880" y="18000"/>
                    <a:pt x="18720" y="19543"/>
                    <a:pt x="15840" y="20571"/>
                  </a:cubicBezTo>
                  <a:cubicBezTo>
                    <a:pt x="12960" y="21600"/>
                    <a:pt x="10080" y="21600"/>
                    <a:pt x="7200" y="21086"/>
                  </a:cubicBezTo>
                  <a:cubicBezTo>
                    <a:pt x="3600" y="20571"/>
                    <a:pt x="720" y="19029"/>
                    <a:pt x="0" y="16971"/>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1" name="Google Shape;771;p25"/>
            <p:cNvSpPr/>
            <p:nvPr/>
          </p:nvSpPr>
          <p:spPr>
            <a:xfrm>
              <a:off x="951548" y="1612853"/>
              <a:ext cx="432757" cy="473511"/>
            </a:xfrm>
            <a:custGeom>
              <a:rect b="b" l="l" r="r" t="t"/>
              <a:pathLst>
                <a:path extrusionOk="0" h="21600" w="21600">
                  <a:moveTo>
                    <a:pt x="9869" y="21600"/>
                  </a:moveTo>
                  <a:cubicBezTo>
                    <a:pt x="9683" y="21600"/>
                    <a:pt x="9310" y="21424"/>
                    <a:pt x="9124" y="21424"/>
                  </a:cubicBezTo>
                  <a:cubicBezTo>
                    <a:pt x="8193" y="21073"/>
                    <a:pt x="7821" y="20371"/>
                    <a:pt x="7821" y="19493"/>
                  </a:cubicBezTo>
                  <a:cubicBezTo>
                    <a:pt x="7821" y="19493"/>
                    <a:pt x="7821" y="18088"/>
                    <a:pt x="7821" y="17034"/>
                  </a:cubicBezTo>
                  <a:cubicBezTo>
                    <a:pt x="7821" y="16683"/>
                    <a:pt x="7448" y="16507"/>
                    <a:pt x="7076" y="16507"/>
                  </a:cubicBezTo>
                  <a:cubicBezTo>
                    <a:pt x="6517" y="16332"/>
                    <a:pt x="5959" y="16332"/>
                    <a:pt x="5772" y="16156"/>
                  </a:cubicBezTo>
                  <a:cubicBezTo>
                    <a:pt x="5028" y="15980"/>
                    <a:pt x="4097" y="15805"/>
                    <a:pt x="3352" y="15278"/>
                  </a:cubicBezTo>
                  <a:cubicBezTo>
                    <a:pt x="1862" y="14400"/>
                    <a:pt x="745" y="12995"/>
                    <a:pt x="372" y="11415"/>
                  </a:cubicBezTo>
                  <a:cubicBezTo>
                    <a:pt x="0" y="10712"/>
                    <a:pt x="0" y="10010"/>
                    <a:pt x="0" y="9307"/>
                  </a:cubicBezTo>
                  <a:cubicBezTo>
                    <a:pt x="0" y="7024"/>
                    <a:pt x="0" y="7024"/>
                    <a:pt x="0" y="7024"/>
                  </a:cubicBezTo>
                  <a:cubicBezTo>
                    <a:pt x="0" y="3161"/>
                    <a:pt x="3352" y="0"/>
                    <a:pt x="7448" y="0"/>
                  </a:cubicBezTo>
                  <a:cubicBezTo>
                    <a:pt x="14152" y="0"/>
                    <a:pt x="14152" y="0"/>
                    <a:pt x="14152" y="0"/>
                  </a:cubicBezTo>
                  <a:cubicBezTo>
                    <a:pt x="18248" y="0"/>
                    <a:pt x="21600" y="3161"/>
                    <a:pt x="21600" y="7024"/>
                  </a:cubicBezTo>
                  <a:cubicBezTo>
                    <a:pt x="21600" y="9307"/>
                    <a:pt x="21600" y="9307"/>
                    <a:pt x="21600" y="9307"/>
                  </a:cubicBezTo>
                  <a:cubicBezTo>
                    <a:pt x="21228" y="15805"/>
                    <a:pt x="12476" y="20371"/>
                    <a:pt x="11172" y="21073"/>
                  </a:cubicBezTo>
                  <a:cubicBezTo>
                    <a:pt x="10800" y="21424"/>
                    <a:pt x="10428" y="21600"/>
                    <a:pt x="9869" y="21600"/>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2" name="Google Shape;772;p25"/>
            <p:cNvSpPr/>
            <p:nvPr/>
          </p:nvSpPr>
          <p:spPr>
            <a:xfrm>
              <a:off x="1006767" y="1673866"/>
              <a:ext cx="317184" cy="343528"/>
            </a:xfrm>
            <a:custGeom>
              <a:rect b="b" l="l" r="r" t="t"/>
              <a:pathLst>
                <a:path extrusionOk="0" h="21600" w="21600">
                  <a:moveTo>
                    <a:pt x="9911" y="17474"/>
                  </a:moveTo>
                  <a:cubicBezTo>
                    <a:pt x="9911" y="16503"/>
                    <a:pt x="9148" y="15533"/>
                    <a:pt x="8132" y="15290"/>
                  </a:cubicBezTo>
                  <a:cubicBezTo>
                    <a:pt x="7115" y="15047"/>
                    <a:pt x="5845" y="14804"/>
                    <a:pt x="5336" y="14804"/>
                  </a:cubicBezTo>
                  <a:cubicBezTo>
                    <a:pt x="3049" y="14076"/>
                    <a:pt x="1271" y="12620"/>
                    <a:pt x="508" y="10436"/>
                  </a:cubicBezTo>
                  <a:cubicBezTo>
                    <a:pt x="254" y="9951"/>
                    <a:pt x="0" y="9222"/>
                    <a:pt x="0" y="8494"/>
                  </a:cubicBezTo>
                  <a:cubicBezTo>
                    <a:pt x="0" y="6553"/>
                    <a:pt x="0" y="6553"/>
                    <a:pt x="0" y="6553"/>
                  </a:cubicBezTo>
                  <a:cubicBezTo>
                    <a:pt x="0" y="2912"/>
                    <a:pt x="3304" y="0"/>
                    <a:pt x="7624" y="0"/>
                  </a:cubicBezTo>
                  <a:cubicBezTo>
                    <a:pt x="14231" y="0"/>
                    <a:pt x="14231" y="0"/>
                    <a:pt x="14231" y="0"/>
                  </a:cubicBezTo>
                  <a:cubicBezTo>
                    <a:pt x="18296" y="0"/>
                    <a:pt x="21600" y="2912"/>
                    <a:pt x="21600" y="6553"/>
                  </a:cubicBezTo>
                  <a:cubicBezTo>
                    <a:pt x="21600" y="8494"/>
                    <a:pt x="21600" y="8494"/>
                    <a:pt x="21600" y="8494"/>
                  </a:cubicBezTo>
                  <a:cubicBezTo>
                    <a:pt x="21346" y="12620"/>
                    <a:pt x="18551" y="16261"/>
                    <a:pt x="15501" y="18688"/>
                  </a:cubicBezTo>
                  <a:cubicBezTo>
                    <a:pt x="14231" y="19658"/>
                    <a:pt x="11435" y="21357"/>
                    <a:pt x="10419" y="21600"/>
                  </a:cubicBezTo>
                  <a:cubicBezTo>
                    <a:pt x="10165" y="21600"/>
                    <a:pt x="10165" y="19416"/>
                    <a:pt x="9911" y="17474"/>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3" name="Google Shape;773;p25"/>
            <p:cNvSpPr/>
            <p:nvPr/>
          </p:nvSpPr>
          <p:spPr>
            <a:xfrm>
              <a:off x="1092804" y="1756381"/>
              <a:ext cx="145109" cy="12701"/>
            </a:xfrm>
            <a:custGeom>
              <a:rect b="b" l="l" r="r" t="t"/>
              <a:pathLst>
                <a:path extrusionOk="0" h="21600" w="21600">
                  <a:moveTo>
                    <a:pt x="0" y="21600"/>
                  </a:moveTo>
                  <a:cubicBezTo>
                    <a:pt x="7200" y="10800"/>
                    <a:pt x="14400" y="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4" name="Google Shape;774;p25"/>
            <p:cNvSpPr/>
            <p:nvPr/>
          </p:nvSpPr>
          <p:spPr>
            <a:xfrm>
              <a:off x="1096657" y="1825352"/>
              <a:ext cx="137404" cy="12701"/>
            </a:xfrm>
            <a:custGeom>
              <a:rect b="b" l="l" r="r" t="t"/>
              <a:pathLst>
                <a:path extrusionOk="0" h="21600" w="21600">
                  <a:moveTo>
                    <a:pt x="0" y="21600"/>
                  </a:moveTo>
                  <a:cubicBezTo>
                    <a:pt x="7005" y="10800"/>
                    <a:pt x="14595" y="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5" name="Google Shape;775;p25"/>
            <p:cNvSpPr/>
            <p:nvPr/>
          </p:nvSpPr>
          <p:spPr>
            <a:xfrm>
              <a:off x="2179189" y="2305213"/>
              <a:ext cx="364697" cy="427089"/>
            </a:xfrm>
            <a:custGeom>
              <a:rect b="b" l="l" r="r" t="t"/>
              <a:pathLst>
                <a:path extrusionOk="0" h="21600" w="21600">
                  <a:moveTo>
                    <a:pt x="7714" y="1168"/>
                  </a:moveTo>
                  <a:cubicBezTo>
                    <a:pt x="8155" y="1168"/>
                    <a:pt x="8596" y="1362"/>
                    <a:pt x="9037" y="1557"/>
                  </a:cubicBezTo>
                  <a:cubicBezTo>
                    <a:pt x="9037" y="1557"/>
                    <a:pt x="11682" y="3892"/>
                    <a:pt x="13224" y="5254"/>
                  </a:cubicBezTo>
                  <a:cubicBezTo>
                    <a:pt x="14106" y="6227"/>
                    <a:pt x="14988" y="7395"/>
                    <a:pt x="13665" y="8173"/>
                  </a:cubicBezTo>
                  <a:cubicBezTo>
                    <a:pt x="13445" y="8368"/>
                    <a:pt x="13224" y="8562"/>
                    <a:pt x="12784" y="8562"/>
                  </a:cubicBezTo>
                  <a:cubicBezTo>
                    <a:pt x="11902" y="8562"/>
                    <a:pt x="11241" y="7978"/>
                    <a:pt x="10580" y="7589"/>
                  </a:cubicBezTo>
                  <a:cubicBezTo>
                    <a:pt x="10580" y="7395"/>
                    <a:pt x="10359" y="7395"/>
                    <a:pt x="10139" y="7395"/>
                  </a:cubicBezTo>
                  <a:cubicBezTo>
                    <a:pt x="9918" y="7395"/>
                    <a:pt x="9478" y="7589"/>
                    <a:pt x="9478" y="7978"/>
                  </a:cubicBezTo>
                  <a:cubicBezTo>
                    <a:pt x="9478" y="14789"/>
                    <a:pt x="9478" y="14789"/>
                    <a:pt x="9478" y="14789"/>
                  </a:cubicBezTo>
                  <a:cubicBezTo>
                    <a:pt x="9478" y="16151"/>
                    <a:pt x="10800" y="17319"/>
                    <a:pt x="12343" y="17319"/>
                  </a:cubicBezTo>
                  <a:cubicBezTo>
                    <a:pt x="18955" y="17319"/>
                    <a:pt x="18955" y="17319"/>
                    <a:pt x="18955" y="17319"/>
                  </a:cubicBezTo>
                  <a:cubicBezTo>
                    <a:pt x="19616" y="17319"/>
                    <a:pt x="20278" y="17708"/>
                    <a:pt x="20278" y="18292"/>
                  </a:cubicBezTo>
                  <a:cubicBezTo>
                    <a:pt x="20278" y="19459"/>
                    <a:pt x="20278" y="19459"/>
                    <a:pt x="20278" y="19459"/>
                  </a:cubicBezTo>
                  <a:cubicBezTo>
                    <a:pt x="20278" y="19849"/>
                    <a:pt x="19616" y="20432"/>
                    <a:pt x="19176" y="20432"/>
                  </a:cubicBezTo>
                  <a:cubicBezTo>
                    <a:pt x="11241" y="20432"/>
                    <a:pt x="11241" y="20432"/>
                    <a:pt x="11241" y="20432"/>
                  </a:cubicBezTo>
                  <a:cubicBezTo>
                    <a:pt x="8376" y="20432"/>
                    <a:pt x="6171" y="18292"/>
                    <a:pt x="6171" y="15957"/>
                  </a:cubicBezTo>
                  <a:cubicBezTo>
                    <a:pt x="6171" y="7589"/>
                    <a:pt x="6171" y="7589"/>
                    <a:pt x="6171" y="7589"/>
                  </a:cubicBezTo>
                  <a:cubicBezTo>
                    <a:pt x="6171" y="7200"/>
                    <a:pt x="5731" y="7005"/>
                    <a:pt x="5510" y="7005"/>
                  </a:cubicBezTo>
                  <a:cubicBezTo>
                    <a:pt x="5290" y="7005"/>
                    <a:pt x="5069" y="7200"/>
                    <a:pt x="5069" y="7200"/>
                  </a:cubicBezTo>
                  <a:cubicBezTo>
                    <a:pt x="4188" y="7978"/>
                    <a:pt x="4188" y="7978"/>
                    <a:pt x="4188" y="7978"/>
                  </a:cubicBezTo>
                  <a:cubicBezTo>
                    <a:pt x="3747" y="8173"/>
                    <a:pt x="3306" y="8368"/>
                    <a:pt x="2865" y="8368"/>
                  </a:cubicBezTo>
                  <a:cubicBezTo>
                    <a:pt x="2645" y="8368"/>
                    <a:pt x="2204" y="8173"/>
                    <a:pt x="1763" y="7978"/>
                  </a:cubicBezTo>
                  <a:cubicBezTo>
                    <a:pt x="1763" y="7978"/>
                    <a:pt x="1763" y="7978"/>
                    <a:pt x="1763" y="7978"/>
                  </a:cubicBezTo>
                  <a:cubicBezTo>
                    <a:pt x="1102" y="7395"/>
                    <a:pt x="1102" y="6422"/>
                    <a:pt x="1763" y="5838"/>
                  </a:cubicBezTo>
                  <a:cubicBezTo>
                    <a:pt x="6612" y="1557"/>
                    <a:pt x="6612" y="1557"/>
                    <a:pt x="6612" y="1557"/>
                  </a:cubicBezTo>
                  <a:cubicBezTo>
                    <a:pt x="6833" y="1362"/>
                    <a:pt x="7273" y="1168"/>
                    <a:pt x="7714" y="1168"/>
                  </a:cubicBezTo>
                  <a:moveTo>
                    <a:pt x="7714" y="0"/>
                  </a:moveTo>
                  <a:cubicBezTo>
                    <a:pt x="6833" y="0"/>
                    <a:pt x="6171" y="195"/>
                    <a:pt x="5510" y="778"/>
                  </a:cubicBezTo>
                  <a:cubicBezTo>
                    <a:pt x="882" y="5059"/>
                    <a:pt x="882" y="5059"/>
                    <a:pt x="882" y="5059"/>
                  </a:cubicBezTo>
                  <a:cubicBezTo>
                    <a:pt x="220" y="5449"/>
                    <a:pt x="0" y="6227"/>
                    <a:pt x="0" y="7005"/>
                  </a:cubicBezTo>
                  <a:cubicBezTo>
                    <a:pt x="0" y="7589"/>
                    <a:pt x="220" y="8368"/>
                    <a:pt x="882" y="8757"/>
                  </a:cubicBezTo>
                  <a:cubicBezTo>
                    <a:pt x="882" y="8757"/>
                    <a:pt x="882" y="8757"/>
                    <a:pt x="882" y="8757"/>
                  </a:cubicBezTo>
                  <a:cubicBezTo>
                    <a:pt x="882" y="8951"/>
                    <a:pt x="882" y="8951"/>
                    <a:pt x="882" y="8951"/>
                  </a:cubicBezTo>
                  <a:cubicBezTo>
                    <a:pt x="1543" y="9341"/>
                    <a:pt x="2204" y="9535"/>
                    <a:pt x="2865" y="9535"/>
                  </a:cubicBezTo>
                  <a:cubicBezTo>
                    <a:pt x="3747" y="9535"/>
                    <a:pt x="4188" y="9341"/>
                    <a:pt x="4849" y="8951"/>
                  </a:cubicBezTo>
                  <a:cubicBezTo>
                    <a:pt x="4849" y="15957"/>
                    <a:pt x="4849" y="15957"/>
                    <a:pt x="4849" y="15957"/>
                  </a:cubicBezTo>
                  <a:cubicBezTo>
                    <a:pt x="4849" y="19070"/>
                    <a:pt x="7714" y="21600"/>
                    <a:pt x="11241" y="21600"/>
                  </a:cubicBezTo>
                  <a:cubicBezTo>
                    <a:pt x="19176" y="21600"/>
                    <a:pt x="19176" y="21600"/>
                    <a:pt x="19176" y="21600"/>
                  </a:cubicBezTo>
                  <a:cubicBezTo>
                    <a:pt x="20498" y="21600"/>
                    <a:pt x="21600" y="20627"/>
                    <a:pt x="21600" y="19459"/>
                  </a:cubicBezTo>
                  <a:cubicBezTo>
                    <a:pt x="21600" y="18292"/>
                    <a:pt x="21600" y="18292"/>
                    <a:pt x="21600" y="18292"/>
                  </a:cubicBezTo>
                  <a:cubicBezTo>
                    <a:pt x="21600" y="17124"/>
                    <a:pt x="20498" y="16151"/>
                    <a:pt x="18955" y="16151"/>
                  </a:cubicBezTo>
                  <a:cubicBezTo>
                    <a:pt x="12343" y="16151"/>
                    <a:pt x="12343" y="16151"/>
                    <a:pt x="12343" y="16151"/>
                  </a:cubicBezTo>
                  <a:cubicBezTo>
                    <a:pt x="11461" y="16151"/>
                    <a:pt x="10800" y="15568"/>
                    <a:pt x="10800" y="14789"/>
                  </a:cubicBezTo>
                  <a:cubicBezTo>
                    <a:pt x="10800" y="9146"/>
                    <a:pt x="10800" y="9146"/>
                    <a:pt x="10800" y="9146"/>
                  </a:cubicBezTo>
                  <a:cubicBezTo>
                    <a:pt x="11461" y="9535"/>
                    <a:pt x="12122" y="9730"/>
                    <a:pt x="12784" y="9730"/>
                  </a:cubicBezTo>
                  <a:cubicBezTo>
                    <a:pt x="13445" y="9730"/>
                    <a:pt x="14106" y="9535"/>
                    <a:pt x="14547" y="9146"/>
                  </a:cubicBezTo>
                  <a:cubicBezTo>
                    <a:pt x="15429" y="8562"/>
                    <a:pt x="15649" y="7784"/>
                    <a:pt x="15649" y="7395"/>
                  </a:cubicBezTo>
                  <a:cubicBezTo>
                    <a:pt x="15869" y="6227"/>
                    <a:pt x="14988" y="5254"/>
                    <a:pt x="14106" y="4476"/>
                  </a:cubicBezTo>
                  <a:cubicBezTo>
                    <a:pt x="12563" y="3114"/>
                    <a:pt x="9918" y="778"/>
                    <a:pt x="9918" y="778"/>
                  </a:cubicBezTo>
                  <a:cubicBezTo>
                    <a:pt x="9257" y="195"/>
                    <a:pt x="8596" y="0"/>
                    <a:pt x="7714" y="0"/>
                  </a:cubicBezTo>
                  <a:close/>
                </a:path>
              </a:pathLst>
            </a:custGeom>
            <a:noFill/>
            <a:ln cap="flat"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6" name="Google Shape;776;p25"/>
            <p:cNvSpPr/>
            <p:nvPr/>
          </p:nvSpPr>
          <p:spPr>
            <a:xfrm>
              <a:off x="2402629" y="2232263"/>
              <a:ext cx="365981" cy="427088"/>
            </a:xfrm>
            <a:custGeom>
              <a:rect b="b" l="l" r="r" t="t"/>
              <a:pathLst>
                <a:path extrusionOk="0" h="21600" w="21600">
                  <a:moveTo>
                    <a:pt x="10359" y="1168"/>
                  </a:moveTo>
                  <a:cubicBezTo>
                    <a:pt x="13004" y="1168"/>
                    <a:pt x="15429" y="3114"/>
                    <a:pt x="15429" y="5643"/>
                  </a:cubicBezTo>
                  <a:cubicBezTo>
                    <a:pt x="15429" y="13816"/>
                    <a:pt x="15429" y="13816"/>
                    <a:pt x="15429" y="13816"/>
                  </a:cubicBezTo>
                  <a:cubicBezTo>
                    <a:pt x="15429" y="14205"/>
                    <a:pt x="15649" y="14400"/>
                    <a:pt x="16090" y="14400"/>
                  </a:cubicBezTo>
                  <a:cubicBezTo>
                    <a:pt x="16090" y="14400"/>
                    <a:pt x="16310" y="14400"/>
                    <a:pt x="16531" y="14205"/>
                  </a:cubicBezTo>
                  <a:cubicBezTo>
                    <a:pt x="17192" y="13622"/>
                    <a:pt x="17192" y="13622"/>
                    <a:pt x="17192" y="13622"/>
                  </a:cubicBezTo>
                  <a:cubicBezTo>
                    <a:pt x="17633" y="13232"/>
                    <a:pt x="18073" y="13038"/>
                    <a:pt x="18514" y="13038"/>
                  </a:cubicBezTo>
                  <a:cubicBezTo>
                    <a:pt x="18955" y="13038"/>
                    <a:pt x="19396" y="13232"/>
                    <a:pt x="19616" y="13427"/>
                  </a:cubicBezTo>
                  <a:cubicBezTo>
                    <a:pt x="19616" y="13427"/>
                    <a:pt x="19616" y="13427"/>
                    <a:pt x="19616" y="13427"/>
                  </a:cubicBezTo>
                  <a:cubicBezTo>
                    <a:pt x="20278" y="14011"/>
                    <a:pt x="20278" y="15178"/>
                    <a:pt x="19616" y="15762"/>
                  </a:cubicBezTo>
                  <a:cubicBezTo>
                    <a:pt x="14988" y="19849"/>
                    <a:pt x="14988" y="19849"/>
                    <a:pt x="14988" y="19849"/>
                  </a:cubicBezTo>
                  <a:cubicBezTo>
                    <a:pt x="14547" y="20238"/>
                    <a:pt x="14106" y="20432"/>
                    <a:pt x="13665" y="20432"/>
                  </a:cubicBezTo>
                  <a:cubicBezTo>
                    <a:pt x="13224" y="20432"/>
                    <a:pt x="12784" y="20238"/>
                    <a:pt x="12563" y="19849"/>
                  </a:cubicBezTo>
                  <a:cubicBezTo>
                    <a:pt x="12563" y="19849"/>
                    <a:pt x="9698" y="17708"/>
                    <a:pt x="8155" y="16151"/>
                  </a:cubicBezTo>
                  <a:cubicBezTo>
                    <a:pt x="7273" y="15373"/>
                    <a:pt x="6392" y="14205"/>
                    <a:pt x="7714" y="13232"/>
                  </a:cubicBezTo>
                  <a:cubicBezTo>
                    <a:pt x="7935" y="13038"/>
                    <a:pt x="8376" y="13038"/>
                    <a:pt x="8596" y="13038"/>
                  </a:cubicBezTo>
                  <a:cubicBezTo>
                    <a:pt x="9478" y="13038"/>
                    <a:pt x="10359" y="13427"/>
                    <a:pt x="10800" y="14011"/>
                  </a:cubicBezTo>
                  <a:cubicBezTo>
                    <a:pt x="11020" y="14205"/>
                    <a:pt x="11020" y="14205"/>
                    <a:pt x="11241" y="14205"/>
                  </a:cubicBezTo>
                  <a:cubicBezTo>
                    <a:pt x="11682" y="14205"/>
                    <a:pt x="11902" y="14011"/>
                    <a:pt x="11902" y="13622"/>
                  </a:cubicBezTo>
                  <a:cubicBezTo>
                    <a:pt x="11902" y="6616"/>
                    <a:pt x="11902" y="6616"/>
                    <a:pt x="11902" y="6616"/>
                  </a:cubicBezTo>
                  <a:cubicBezTo>
                    <a:pt x="11902" y="5254"/>
                    <a:pt x="10580" y="4086"/>
                    <a:pt x="9037" y="4086"/>
                  </a:cubicBezTo>
                  <a:cubicBezTo>
                    <a:pt x="2424" y="4086"/>
                    <a:pt x="2424" y="4086"/>
                    <a:pt x="2424" y="4086"/>
                  </a:cubicBezTo>
                  <a:cubicBezTo>
                    <a:pt x="1763" y="4086"/>
                    <a:pt x="1322" y="3697"/>
                    <a:pt x="1322" y="3114"/>
                  </a:cubicBezTo>
                  <a:cubicBezTo>
                    <a:pt x="1322" y="2141"/>
                    <a:pt x="1322" y="2141"/>
                    <a:pt x="1322" y="2141"/>
                  </a:cubicBezTo>
                  <a:cubicBezTo>
                    <a:pt x="1322" y="1557"/>
                    <a:pt x="1763" y="1168"/>
                    <a:pt x="2424" y="1168"/>
                  </a:cubicBezTo>
                  <a:cubicBezTo>
                    <a:pt x="10359" y="1168"/>
                    <a:pt x="10359" y="1168"/>
                    <a:pt x="10359" y="1168"/>
                  </a:cubicBezTo>
                  <a:moveTo>
                    <a:pt x="10359" y="0"/>
                  </a:moveTo>
                  <a:cubicBezTo>
                    <a:pt x="2424" y="0"/>
                    <a:pt x="2424" y="0"/>
                    <a:pt x="2424" y="0"/>
                  </a:cubicBezTo>
                  <a:cubicBezTo>
                    <a:pt x="1102" y="0"/>
                    <a:pt x="0" y="973"/>
                    <a:pt x="0" y="2141"/>
                  </a:cubicBezTo>
                  <a:cubicBezTo>
                    <a:pt x="0" y="3114"/>
                    <a:pt x="0" y="3114"/>
                    <a:pt x="0" y="3114"/>
                  </a:cubicBezTo>
                  <a:cubicBezTo>
                    <a:pt x="0" y="4281"/>
                    <a:pt x="1102" y="5254"/>
                    <a:pt x="2424" y="5254"/>
                  </a:cubicBezTo>
                  <a:cubicBezTo>
                    <a:pt x="9037" y="5254"/>
                    <a:pt x="9037" y="5254"/>
                    <a:pt x="9037" y="5254"/>
                  </a:cubicBezTo>
                  <a:cubicBezTo>
                    <a:pt x="9918" y="5254"/>
                    <a:pt x="10580" y="5838"/>
                    <a:pt x="10580" y="6616"/>
                  </a:cubicBezTo>
                  <a:cubicBezTo>
                    <a:pt x="10580" y="12259"/>
                    <a:pt x="10580" y="12259"/>
                    <a:pt x="10580" y="12259"/>
                  </a:cubicBezTo>
                  <a:cubicBezTo>
                    <a:pt x="10139" y="12065"/>
                    <a:pt x="9478" y="11870"/>
                    <a:pt x="8596" y="11870"/>
                  </a:cubicBezTo>
                  <a:cubicBezTo>
                    <a:pt x="7935" y="11870"/>
                    <a:pt x="7273" y="12065"/>
                    <a:pt x="6833" y="12454"/>
                  </a:cubicBezTo>
                  <a:cubicBezTo>
                    <a:pt x="5951" y="13038"/>
                    <a:pt x="5731" y="13622"/>
                    <a:pt x="5731" y="14205"/>
                  </a:cubicBezTo>
                  <a:cubicBezTo>
                    <a:pt x="5731" y="15373"/>
                    <a:pt x="6612" y="16346"/>
                    <a:pt x="7273" y="16930"/>
                  </a:cubicBezTo>
                  <a:cubicBezTo>
                    <a:pt x="8816" y="18486"/>
                    <a:pt x="11461" y="20627"/>
                    <a:pt x="11461" y="20822"/>
                  </a:cubicBezTo>
                  <a:cubicBezTo>
                    <a:pt x="12122" y="21211"/>
                    <a:pt x="12784" y="21600"/>
                    <a:pt x="13665" y="21600"/>
                  </a:cubicBezTo>
                  <a:cubicBezTo>
                    <a:pt x="14547" y="21600"/>
                    <a:pt x="15208" y="21211"/>
                    <a:pt x="15869" y="20822"/>
                  </a:cubicBezTo>
                  <a:cubicBezTo>
                    <a:pt x="20718" y="16541"/>
                    <a:pt x="20718" y="16541"/>
                    <a:pt x="20718" y="16541"/>
                  </a:cubicBezTo>
                  <a:cubicBezTo>
                    <a:pt x="21159" y="15957"/>
                    <a:pt x="21600" y="15373"/>
                    <a:pt x="21600" y="14595"/>
                  </a:cubicBezTo>
                  <a:cubicBezTo>
                    <a:pt x="21600" y="13816"/>
                    <a:pt x="21159" y="13232"/>
                    <a:pt x="20498" y="12649"/>
                  </a:cubicBezTo>
                  <a:cubicBezTo>
                    <a:pt x="19837" y="12259"/>
                    <a:pt x="19176" y="11870"/>
                    <a:pt x="18514" y="11870"/>
                  </a:cubicBezTo>
                  <a:cubicBezTo>
                    <a:pt x="17853" y="11870"/>
                    <a:pt x="17192" y="12065"/>
                    <a:pt x="16751" y="12454"/>
                  </a:cubicBezTo>
                  <a:cubicBezTo>
                    <a:pt x="16751" y="5643"/>
                    <a:pt x="16751" y="5643"/>
                    <a:pt x="16751" y="5643"/>
                  </a:cubicBezTo>
                  <a:cubicBezTo>
                    <a:pt x="16751" y="2530"/>
                    <a:pt x="13886" y="0"/>
                    <a:pt x="10359" y="0"/>
                  </a:cubicBezTo>
                  <a:close/>
                </a:path>
              </a:pathLst>
            </a:custGeom>
            <a:noFill/>
            <a:ln cap="flat"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7" name="Google Shape;777;p25"/>
            <p:cNvSpPr/>
            <p:nvPr/>
          </p:nvSpPr>
          <p:spPr>
            <a:xfrm>
              <a:off x="965674" y="2347657"/>
              <a:ext cx="418632" cy="435047"/>
            </a:xfrm>
            <a:custGeom>
              <a:rect b="b" l="l" r="r" t="t"/>
              <a:pathLst>
                <a:path extrusionOk="0" h="21600" w="21600">
                  <a:moveTo>
                    <a:pt x="15236" y="0"/>
                  </a:moveTo>
                  <a:cubicBezTo>
                    <a:pt x="6364" y="0"/>
                    <a:pt x="6364" y="0"/>
                    <a:pt x="6364" y="0"/>
                  </a:cubicBezTo>
                  <a:cubicBezTo>
                    <a:pt x="2893" y="0"/>
                    <a:pt x="0" y="2867"/>
                    <a:pt x="0" y="6499"/>
                  </a:cubicBezTo>
                  <a:cubicBezTo>
                    <a:pt x="0" y="15101"/>
                    <a:pt x="0" y="15101"/>
                    <a:pt x="0" y="15101"/>
                  </a:cubicBezTo>
                  <a:cubicBezTo>
                    <a:pt x="0" y="18733"/>
                    <a:pt x="2893" y="21600"/>
                    <a:pt x="6364" y="21600"/>
                  </a:cubicBezTo>
                  <a:cubicBezTo>
                    <a:pt x="15236" y="21600"/>
                    <a:pt x="15236" y="21600"/>
                    <a:pt x="15236" y="21600"/>
                  </a:cubicBezTo>
                  <a:cubicBezTo>
                    <a:pt x="18707" y="21600"/>
                    <a:pt x="21600" y="18733"/>
                    <a:pt x="21600" y="15101"/>
                  </a:cubicBezTo>
                  <a:cubicBezTo>
                    <a:pt x="21600" y="6499"/>
                    <a:pt x="21600" y="6499"/>
                    <a:pt x="21600" y="6499"/>
                  </a:cubicBezTo>
                  <a:cubicBezTo>
                    <a:pt x="21600" y="2867"/>
                    <a:pt x="18707" y="0"/>
                    <a:pt x="15236" y="0"/>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8" name="Google Shape;778;p25"/>
            <p:cNvSpPr/>
            <p:nvPr/>
          </p:nvSpPr>
          <p:spPr>
            <a:xfrm>
              <a:off x="1237912" y="2390101"/>
              <a:ext cx="105301" cy="107435"/>
            </a:xfrm>
            <a:custGeom>
              <a:rect b="b" l="l" r="r" t="t"/>
              <a:pathLst>
                <a:path extrusionOk="0" h="21600" w="21600">
                  <a:moveTo>
                    <a:pt x="10800" y="4629"/>
                  </a:moveTo>
                  <a:cubicBezTo>
                    <a:pt x="14657" y="4629"/>
                    <a:pt x="16971" y="7714"/>
                    <a:pt x="16971" y="10800"/>
                  </a:cubicBezTo>
                  <a:cubicBezTo>
                    <a:pt x="16971" y="14657"/>
                    <a:pt x="14657" y="16971"/>
                    <a:pt x="10800" y="16971"/>
                  </a:cubicBezTo>
                  <a:cubicBezTo>
                    <a:pt x="7714" y="16971"/>
                    <a:pt x="4629" y="14657"/>
                    <a:pt x="4629" y="10800"/>
                  </a:cubicBezTo>
                  <a:cubicBezTo>
                    <a:pt x="4629" y="7714"/>
                    <a:pt x="7714" y="4629"/>
                    <a:pt x="10800" y="4629"/>
                  </a:cubicBezTo>
                  <a:moveTo>
                    <a:pt x="10800" y="0"/>
                  </a:moveTo>
                  <a:cubicBezTo>
                    <a:pt x="5400" y="0"/>
                    <a:pt x="0" y="4629"/>
                    <a:pt x="0" y="10800"/>
                  </a:cubicBezTo>
                  <a:cubicBezTo>
                    <a:pt x="0" y="16971"/>
                    <a:pt x="5400" y="21600"/>
                    <a:pt x="10800" y="21600"/>
                  </a:cubicBezTo>
                  <a:cubicBezTo>
                    <a:pt x="16971" y="21600"/>
                    <a:pt x="21600" y="16971"/>
                    <a:pt x="21600" y="10800"/>
                  </a:cubicBezTo>
                  <a:cubicBezTo>
                    <a:pt x="21600" y="4629"/>
                    <a:pt x="16971" y="0"/>
                    <a:pt x="10800" y="0"/>
                  </a:cubicBezTo>
                  <a:close/>
                </a:path>
              </a:pathLst>
            </a:custGeom>
            <a:noFill/>
            <a:ln cap="flat"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79" name="Google Shape;779;p25"/>
            <p:cNvSpPr/>
            <p:nvPr/>
          </p:nvSpPr>
          <p:spPr>
            <a:xfrm>
              <a:off x="965674" y="2347657"/>
              <a:ext cx="418632" cy="435047"/>
            </a:xfrm>
            <a:custGeom>
              <a:rect b="b" l="l" r="r" t="t"/>
              <a:pathLst>
                <a:path extrusionOk="0" h="21600" w="21600">
                  <a:moveTo>
                    <a:pt x="15236" y="0"/>
                  </a:moveTo>
                  <a:cubicBezTo>
                    <a:pt x="6364" y="0"/>
                    <a:pt x="6364" y="0"/>
                    <a:pt x="6364" y="0"/>
                  </a:cubicBezTo>
                  <a:cubicBezTo>
                    <a:pt x="2893" y="0"/>
                    <a:pt x="0" y="2867"/>
                    <a:pt x="0" y="6499"/>
                  </a:cubicBezTo>
                  <a:cubicBezTo>
                    <a:pt x="0" y="15101"/>
                    <a:pt x="0" y="15101"/>
                    <a:pt x="0" y="15101"/>
                  </a:cubicBezTo>
                  <a:cubicBezTo>
                    <a:pt x="0" y="18733"/>
                    <a:pt x="2893" y="21600"/>
                    <a:pt x="6364" y="21600"/>
                  </a:cubicBezTo>
                  <a:cubicBezTo>
                    <a:pt x="15236" y="21600"/>
                    <a:pt x="15236" y="21600"/>
                    <a:pt x="15236" y="21600"/>
                  </a:cubicBezTo>
                  <a:cubicBezTo>
                    <a:pt x="18707" y="21600"/>
                    <a:pt x="21600" y="18733"/>
                    <a:pt x="21600" y="15101"/>
                  </a:cubicBezTo>
                  <a:cubicBezTo>
                    <a:pt x="21600" y="6499"/>
                    <a:pt x="21600" y="6499"/>
                    <a:pt x="21600" y="6499"/>
                  </a:cubicBezTo>
                  <a:cubicBezTo>
                    <a:pt x="21600" y="2867"/>
                    <a:pt x="18707" y="0"/>
                    <a:pt x="15236" y="0"/>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80" name="Google Shape;780;p25"/>
            <p:cNvSpPr/>
            <p:nvPr/>
          </p:nvSpPr>
          <p:spPr>
            <a:xfrm>
              <a:off x="1085100" y="2486924"/>
              <a:ext cx="172077" cy="176407"/>
            </a:xfrm>
            <a:prstGeom prst="ellipse">
              <a:avLst/>
            </a:pr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81" name="Google Shape;781;p25"/>
            <p:cNvSpPr/>
            <p:nvPr/>
          </p:nvSpPr>
          <p:spPr>
            <a:xfrm>
              <a:off x="1022177" y="2409995"/>
              <a:ext cx="305626" cy="315676"/>
            </a:xfrm>
            <a:custGeom>
              <a:rect b="b" l="l" r="r" t="t"/>
              <a:pathLst>
                <a:path extrusionOk="0" h="21600" w="21600">
                  <a:moveTo>
                    <a:pt x="17649" y="527"/>
                  </a:moveTo>
                  <a:cubicBezTo>
                    <a:pt x="16859" y="0"/>
                    <a:pt x="16068" y="0"/>
                    <a:pt x="15278" y="0"/>
                  </a:cubicBezTo>
                  <a:cubicBezTo>
                    <a:pt x="6585" y="0"/>
                    <a:pt x="6585" y="0"/>
                    <a:pt x="6585" y="0"/>
                  </a:cubicBezTo>
                  <a:cubicBezTo>
                    <a:pt x="2898" y="0"/>
                    <a:pt x="0" y="2898"/>
                    <a:pt x="0" y="6322"/>
                  </a:cubicBezTo>
                  <a:cubicBezTo>
                    <a:pt x="0" y="15015"/>
                    <a:pt x="0" y="15015"/>
                    <a:pt x="0" y="15015"/>
                  </a:cubicBezTo>
                  <a:cubicBezTo>
                    <a:pt x="0" y="18702"/>
                    <a:pt x="2898" y="21600"/>
                    <a:pt x="6585" y="21600"/>
                  </a:cubicBezTo>
                  <a:cubicBezTo>
                    <a:pt x="15278" y="21600"/>
                    <a:pt x="15278" y="21600"/>
                    <a:pt x="15278" y="21600"/>
                  </a:cubicBezTo>
                  <a:cubicBezTo>
                    <a:pt x="18702" y="21600"/>
                    <a:pt x="21600" y="18702"/>
                    <a:pt x="21600" y="15015"/>
                  </a:cubicBezTo>
                  <a:cubicBezTo>
                    <a:pt x="21600" y="6322"/>
                    <a:pt x="21600" y="6322"/>
                    <a:pt x="21600" y="6322"/>
                  </a:cubicBezTo>
                  <a:cubicBezTo>
                    <a:pt x="21600" y="5532"/>
                    <a:pt x="21337" y="4741"/>
                    <a:pt x="21073" y="3951"/>
                  </a:cubicBezTo>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82" name="Google Shape;782;p25"/>
            <p:cNvSpPr/>
            <p:nvPr/>
          </p:nvSpPr>
          <p:spPr>
            <a:xfrm>
              <a:off x="368548" y="3363648"/>
              <a:ext cx="283795" cy="293127"/>
            </a:xfrm>
            <a:prstGeom prst="ellipse">
              <a:avLst/>
            </a:pr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83" name="Google Shape;783;p25"/>
            <p:cNvSpPr/>
            <p:nvPr/>
          </p:nvSpPr>
          <p:spPr>
            <a:xfrm>
              <a:off x="462291" y="3424841"/>
              <a:ext cx="95040" cy="82056"/>
            </a:xfrm>
            <a:custGeom>
              <a:rect b="b" l="l" r="r" t="t"/>
              <a:pathLst>
                <a:path extrusionOk="0" h="20879" w="21315">
                  <a:moveTo>
                    <a:pt x="0" y="3206"/>
                  </a:moveTo>
                  <a:cubicBezTo>
                    <a:pt x="4154" y="1243"/>
                    <a:pt x="8308" y="-721"/>
                    <a:pt x="13292" y="261"/>
                  </a:cubicBezTo>
                  <a:cubicBezTo>
                    <a:pt x="15785" y="1243"/>
                    <a:pt x="19108" y="2224"/>
                    <a:pt x="20769" y="6152"/>
                  </a:cubicBezTo>
                  <a:cubicBezTo>
                    <a:pt x="21600" y="8115"/>
                    <a:pt x="21600" y="12043"/>
                    <a:pt x="19938" y="14988"/>
                  </a:cubicBezTo>
                  <a:cubicBezTo>
                    <a:pt x="18277" y="16952"/>
                    <a:pt x="15785" y="18915"/>
                    <a:pt x="13292" y="19897"/>
                  </a:cubicBezTo>
                  <a:cubicBezTo>
                    <a:pt x="10800" y="20879"/>
                    <a:pt x="7477" y="20879"/>
                    <a:pt x="4985" y="20879"/>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84" name="Google Shape;784;p25"/>
            <p:cNvSpPr/>
            <p:nvPr/>
          </p:nvSpPr>
          <p:spPr>
            <a:xfrm>
              <a:off x="469996" y="3503884"/>
              <a:ext cx="106427" cy="92718"/>
            </a:xfrm>
            <a:custGeom>
              <a:rect b="b" l="l" r="r" t="t"/>
              <a:pathLst>
                <a:path extrusionOk="0" h="20684" w="18267">
                  <a:moveTo>
                    <a:pt x="3812" y="648"/>
                  </a:moveTo>
                  <a:cubicBezTo>
                    <a:pt x="5718" y="-216"/>
                    <a:pt x="7624" y="-216"/>
                    <a:pt x="10165" y="648"/>
                  </a:cubicBezTo>
                  <a:cubicBezTo>
                    <a:pt x="12071" y="648"/>
                    <a:pt x="14612" y="1512"/>
                    <a:pt x="15882" y="3240"/>
                  </a:cubicBezTo>
                  <a:cubicBezTo>
                    <a:pt x="21600" y="9288"/>
                    <a:pt x="15882" y="18792"/>
                    <a:pt x="10800" y="20520"/>
                  </a:cubicBezTo>
                  <a:cubicBezTo>
                    <a:pt x="6353" y="21384"/>
                    <a:pt x="1906" y="18792"/>
                    <a:pt x="0" y="13608"/>
                  </a:cubicBezTo>
                </a:path>
              </a:pathLst>
            </a:custGeom>
            <a:noFill/>
            <a:ln cap="rnd"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85" name="Google Shape;785;p25"/>
            <p:cNvSpPr/>
            <p:nvPr/>
          </p:nvSpPr>
          <p:spPr>
            <a:xfrm>
              <a:off x="443028" y="2028004"/>
              <a:ext cx="385595" cy="716236"/>
            </a:xfrm>
            <a:custGeom>
              <a:rect b="b" l="l" r="r" t="t"/>
              <a:pathLst>
                <a:path extrusionOk="0" h="21600" w="21406">
                  <a:moveTo>
                    <a:pt x="19315" y="0"/>
                  </a:moveTo>
                  <a:cubicBezTo>
                    <a:pt x="2700" y="0"/>
                    <a:pt x="2700" y="0"/>
                    <a:pt x="2700" y="0"/>
                  </a:cubicBezTo>
                  <a:cubicBezTo>
                    <a:pt x="1246" y="0"/>
                    <a:pt x="0" y="697"/>
                    <a:pt x="0" y="1510"/>
                  </a:cubicBezTo>
                  <a:cubicBezTo>
                    <a:pt x="0" y="19974"/>
                    <a:pt x="0" y="19974"/>
                    <a:pt x="0" y="19974"/>
                  </a:cubicBezTo>
                  <a:cubicBezTo>
                    <a:pt x="0" y="20903"/>
                    <a:pt x="1246" y="21600"/>
                    <a:pt x="2700" y="21600"/>
                  </a:cubicBezTo>
                  <a:cubicBezTo>
                    <a:pt x="18692" y="21600"/>
                    <a:pt x="18692" y="21600"/>
                    <a:pt x="18692" y="21600"/>
                  </a:cubicBezTo>
                  <a:cubicBezTo>
                    <a:pt x="20146" y="21600"/>
                    <a:pt x="21392" y="20903"/>
                    <a:pt x="21392" y="19974"/>
                  </a:cubicBezTo>
                  <a:cubicBezTo>
                    <a:pt x="21392" y="1510"/>
                    <a:pt x="21392" y="1510"/>
                    <a:pt x="21392" y="1510"/>
                  </a:cubicBezTo>
                  <a:cubicBezTo>
                    <a:pt x="21600" y="116"/>
                    <a:pt x="19315" y="0"/>
                    <a:pt x="19315" y="0"/>
                  </a:cubicBezTo>
                  <a:close/>
                  <a:moveTo>
                    <a:pt x="10800" y="20090"/>
                  </a:moveTo>
                  <a:cubicBezTo>
                    <a:pt x="9762" y="20090"/>
                    <a:pt x="8931" y="19626"/>
                    <a:pt x="8931" y="19045"/>
                  </a:cubicBezTo>
                  <a:cubicBezTo>
                    <a:pt x="8931" y="18581"/>
                    <a:pt x="9762" y="18116"/>
                    <a:pt x="10800" y="18116"/>
                  </a:cubicBezTo>
                  <a:cubicBezTo>
                    <a:pt x="11631" y="18116"/>
                    <a:pt x="12462" y="18581"/>
                    <a:pt x="12462" y="19045"/>
                  </a:cubicBezTo>
                  <a:cubicBezTo>
                    <a:pt x="12462" y="19626"/>
                    <a:pt x="11631" y="20090"/>
                    <a:pt x="10800" y="20090"/>
                  </a:cubicBezTo>
                  <a:close/>
                  <a:moveTo>
                    <a:pt x="16823" y="16723"/>
                  </a:moveTo>
                  <a:cubicBezTo>
                    <a:pt x="4362" y="16723"/>
                    <a:pt x="4362" y="16723"/>
                    <a:pt x="4362" y="16723"/>
                  </a:cubicBezTo>
                  <a:cubicBezTo>
                    <a:pt x="3323" y="16723"/>
                    <a:pt x="2700" y="16258"/>
                    <a:pt x="2700" y="15794"/>
                  </a:cubicBezTo>
                  <a:cubicBezTo>
                    <a:pt x="2700" y="4065"/>
                    <a:pt x="2700" y="4065"/>
                    <a:pt x="2700" y="4065"/>
                  </a:cubicBezTo>
                  <a:cubicBezTo>
                    <a:pt x="2700" y="3600"/>
                    <a:pt x="3531" y="3135"/>
                    <a:pt x="4362" y="3135"/>
                  </a:cubicBezTo>
                  <a:cubicBezTo>
                    <a:pt x="17031" y="3135"/>
                    <a:pt x="17031" y="3135"/>
                    <a:pt x="17031" y="3135"/>
                  </a:cubicBezTo>
                  <a:cubicBezTo>
                    <a:pt x="17862" y="3135"/>
                    <a:pt x="18692" y="3600"/>
                    <a:pt x="18692" y="4065"/>
                  </a:cubicBezTo>
                  <a:cubicBezTo>
                    <a:pt x="18485" y="15910"/>
                    <a:pt x="18485" y="15910"/>
                    <a:pt x="18485" y="15910"/>
                  </a:cubicBezTo>
                  <a:cubicBezTo>
                    <a:pt x="18485" y="16374"/>
                    <a:pt x="17654" y="16723"/>
                    <a:pt x="16823" y="16723"/>
                  </a:cubicBezTo>
                  <a:close/>
                  <a:moveTo>
                    <a:pt x="19315" y="16723"/>
                  </a:moveTo>
                  <a:cubicBezTo>
                    <a:pt x="19315" y="16723"/>
                    <a:pt x="19315" y="16723"/>
                    <a:pt x="19315" y="16723"/>
                  </a:cubicBezTo>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786" name="Google Shape;786;p25"/>
            <p:cNvCxnSpPr/>
            <p:nvPr/>
          </p:nvCxnSpPr>
          <p:spPr>
            <a:xfrm flipH="1">
              <a:off x="529067" y="2181861"/>
              <a:ext cx="197758" cy="250682"/>
            </a:xfrm>
            <a:prstGeom prst="straightConnector1">
              <a:avLst/>
            </a:prstGeom>
            <a:noFill/>
            <a:ln cap="rnd" cmpd="sng" w="9525">
              <a:solidFill>
                <a:srgbClr val="FFFFFF"/>
              </a:solidFill>
              <a:prstDash val="solid"/>
              <a:round/>
              <a:headEnd len="sm" w="sm" type="none"/>
              <a:tailEnd len="sm" w="sm" type="none"/>
            </a:ln>
          </p:spPr>
        </p:cxnSp>
        <p:cxnSp>
          <p:nvCxnSpPr>
            <p:cNvPr id="787" name="Google Shape;787;p25"/>
            <p:cNvCxnSpPr/>
            <p:nvPr/>
          </p:nvCxnSpPr>
          <p:spPr>
            <a:xfrm flipH="1">
              <a:off x="595842" y="2274706"/>
              <a:ext cx="134835" cy="161816"/>
            </a:xfrm>
            <a:prstGeom prst="straightConnector1">
              <a:avLst/>
            </a:prstGeom>
            <a:noFill/>
            <a:ln cap="rnd" cmpd="sng" w="9525">
              <a:solidFill>
                <a:srgbClr val="FFFFFF"/>
              </a:solidFill>
              <a:prstDash val="solid"/>
              <a:round/>
              <a:headEnd len="sm" w="sm" type="none"/>
              <a:tailEnd len="sm" w="sm" type="none"/>
            </a:ln>
          </p:spPr>
        </p:cxnSp>
        <p:cxnSp>
          <p:nvCxnSpPr>
            <p:cNvPr id="788" name="Google Shape;788;p25"/>
            <p:cNvCxnSpPr/>
            <p:nvPr/>
          </p:nvCxnSpPr>
          <p:spPr>
            <a:xfrm>
              <a:off x="566306" y="2078406"/>
              <a:ext cx="134835" cy="1"/>
            </a:xfrm>
            <a:prstGeom prst="straightConnector1">
              <a:avLst/>
            </a:prstGeom>
            <a:noFill/>
            <a:ln cap="rnd" cmpd="sng" w="9525">
              <a:solidFill>
                <a:srgbClr val="FFFFFF"/>
              </a:solidFill>
              <a:prstDash val="solid"/>
              <a:round/>
              <a:headEnd len="sm" w="sm" type="none"/>
              <a:tailEnd len="sm" w="sm" type="none"/>
            </a:ln>
          </p:spPr>
        </p:cxnSp>
        <p:sp>
          <p:nvSpPr>
            <p:cNvPr id="789" name="Google Shape;789;p25"/>
            <p:cNvSpPr/>
            <p:nvPr/>
          </p:nvSpPr>
          <p:spPr>
            <a:xfrm>
              <a:off x="476416" y="1882104"/>
              <a:ext cx="75765" cy="92846"/>
            </a:xfrm>
            <a:custGeom>
              <a:rect b="b" l="l" r="r" t="t"/>
              <a:pathLst>
                <a:path extrusionOk="0" h="21600" w="21600">
                  <a:moveTo>
                    <a:pt x="0" y="0"/>
                  </a:moveTo>
                  <a:cubicBezTo>
                    <a:pt x="7560" y="7200"/>
                    <a:pt x="14040" y="14400"/>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0" name="Google Shape;790;p25"/>
            <p:cNvSpPr/>
            <p:nvPr/>
          </p:nvSpPr>
          <p:spPr>
            <a:xfrm>
              <a:off x="626089" y="1809155"/>
              <a:ext cx="12701" cy="153859"/>
            </a:xfrm>
            <a:custGeom>
              <a:rect b="b" l="l" r="r" t="t"/>
              <a:pathLst>
                <a:path extrusionOk="0" h="21600" w="21600">
                  <a:moveTo>
                    <a:pt x="21600" y="0"/>
                  </a:moveTo>
                  <a:cubicBezTo>
                    <a:pt x="21600" y="7020"/>
                    <a:pt x="0" y="14580"/>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1" name="Google Shape;791;p25"/>
            <p:cNvSpPr/>
            <p:nvPr/>
          </p:nvSpPr>
          <p:spPr>
            <a:xfrm>
              <a:off x="708846" y="1894041"/>
              <a:ext cx="84754" cy="80909"/>
            </a:xfrm>
            <a:custGeom>
              <a:rect b="b" l="l" r="r" t="t"/>
              <a:pathLst>
                <a:path extrusionOk="0" h="21600" w="21600">
                  <a:moveTo>
                    <a:pt x="0" y="21600"/>
                  </a:moveTo>
                  <a:cubicBezTo>
                    <a:pt x="6574" y="13371"/>
                    <a:pt x="14087" y="6171"/>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2" name="Google Shape;792;p25"/>
            <p:cNvSpPr/>
            <p:nvPr/>
          </p:nvSpPr>
          <p:spPr>
            <a:xfrm>
              <a:off x="-1" y="1050477"/>
              <a:ext cx="282513" cy="293127"/>
            </a:xfrm>
            <a:prstGeom prst="ellipse">
              <a:avLst/>
            </a:pr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3" name="Google Shape;793;p25"/>
            <p:cNvSpPr/>
            <p:nvPr/>
          </p:nvSpPr>
          <p:spPr>
            <a:xfrm>
              <a:off x="92458" y="1149953"/>
              <a:ext cx="93743" cy="127331"/>
            </a:xfrm>
            <a:custGeom>
              <a:rect b="b" l="l" r="r" t="t"/>
              <a:pathLst>
                <a:path extrusionOk="0" h="21600" w="21600">
                  <a:moveTo>
                    <a:pt x="0" y="655"/>
                  </a:moveTo>
                  <a:cubicBezTo>
                    <a:pt x="6912" y="655"/>
                    <a:pt x="13824" y="0"/>
                    <a:pt x="21600" y="0"/>
                  </a:cubicBezTo>
                  <a:cubicBezTo>
                    <a:pt x="12960" y="4582"/>
                    <a:pt x="7776" y="13091"/>
                    <a:pt x="9504"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4" name="Google Shape;794;p25"/>
            <p:cNvSpPr/>
            <p:nvPr/>
          </p:nvSpPr>
          <p:spPr>
            <a:xfrm>
              <a:off x="100163" y="1215890"/>
              <a:ext cx="70629" cy="12701"/>
            </a:xfrm>
            <a:custGeom>
              <a:rect b="b" l="l" r="r" t="t"/>
              <a:pathLst>
                <a:path extrusionOk="0" h="21600" w="21600">
                  <a:moveTo>
                    <a:pt x="0" y="21600"/>
                  </a:moveTo>
                  <a:cubicBezTo>
                    <a:pt x="7958" y="21600"/>
                    <a:pt x="14779" y="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5" name="Google Shape;795;p25"/>
            <p:cNvSpPr/>
            <p:nvPr/>
          </p:nvSpPr>
          <p:spPr>
            <a:xfrm>
              <a:off x="399156" y="627238"/>
              <a:ext cx="466574" cy="481600"/>
            </a:xfrm>
            <a:custGeom>
              <a:rect b="b" l="l" r="r" t="t"/>
              <a:pathLst>
                <a:path extrusionOk="0" h="21429" w="21268">
                  <a:moveTo>
                    <a:pt x="21264" y="10629"/>
                  </a:moveTo>
                  <a:cubicBezTo>
                    <a:pt x="21264" y="4629"/>
                    <a:pt x="16502" y="0"/>
                    <a:pt x="10549" y="0"/>
                  </a:cubicBezTo>
                  <a:cubicBezTo>
                    <a:pt x="10549" y="0"/>
                    <a:pt x="344" y="-171"/>
                    <a:pt x="4" y="10800"/>
                  </a:cubicBezTo>
                  <a:cubicBezTo>
                    <a:pt x="-166" y="16800"/>
                    <a:pt x="4936" y="21429"/>
                    <a:pt x="10889" y="21429"/>
                  </a:cubicBezTo>
                  <a:cubicBezTo>
                    <a:pt x="10889" y="21429"/>
                    <a:pt x="10889" y="21429"/>
                    <a:pt x="10889" y="21429"/>
                  </a:cubicBezTo>
                  <a:cubicBezTo>
                    <a:pt x="10889" y="21429"/>
                    <a:pt x="10889" y="21429"/>
                    <a:pt x="10889" y="21429"/>
                  </a:cubicBezTo>
                  <a:cubicBezTo>
                    <a:pt x="10889" y="21429"/>
                    <a:pt x="10889" y="21429"/>
                    <a:pt x="10889" y="21429"/>
                  </a:cubicBezTo>
                  <a:cubicBezTo>
                    <a:pt x="16672" y="21429"/>
                    <a:pt x="21434" y="16458"/>
                    <a:pt x="21264" y="10629"/>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6" name="Google Shape;796;p25"/>
            <p:cNvSpPr/>
            <p:nvPr/>
          </p:nvSpPr>
          <p:spPr>
            <a:xfrm>
              <a:off x="548328" y="635326"/>
              <a:ext cx="174645" cy="473511"/>
            </a:xfrm>
            <a:custGeom>
              <a:rect b="b" l="l" r="r" t="t"/>
              <a:pathLst>
                <a:path extrusionOk="0" h="21600" w="21600">
                  <a:moveTo>
                    <a:pt x="21600" y="10537"/>
                  </a:moveTo>
                  <a:cubicBezTo>
                    <a:pt x="21600" y="16683"/>
                    <a:pt x="18383" y="21600"/>
                    <a:pt x="11030" y="21600"/>
                  </a:cubicBezTo>
                  <a:cubicBezTo>
                    <a:pt x="3677" y="21600"/>
                    <a:pt x="0" y="16507"/>
                    <a:pt x="0" y="10361"/>
                  </a:cubicBezTo>
                  <a:cubicBezTo>
                    <a:pt x="0" y="4390"/>
                    <a:pt x="3677" y="0"/>
                    <a:pt x="11030" y="0"/>
                  </a:cubicBezTo>
                  <a:cubicBezTo>
                    <a:pt x="18843" y="0"/>
                    <a:pt x="21600" y="4390"/>
                    <a:pt x="21600" y="10537"/>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7" name="Google Shape;797;p25"/>
            <p:cNvSpPr/>
            <p:nvPr/>
          </p:nvSpPr>
          <p:spPr>
            <a:xfrm>
              <a:off x="405789" y="761331"/>
              <a:ext cx="467429" cy="196301"/>
            </a:xfrm>
            <a:custGeom>
              <a:rect b="b" l="l" r="r" t="t"/>
              <a:pathLst>
                <a:path extrusionOk="0" h="21600" w="21600">
                  <a:moveTo>
                    <a:pt x="10541" y="0"/>
                  </a:moveTo>
                  <a:cubicBezTo>
                    <a:pt x="16589" y="0"/>
                    <a:pt x="21600" y="4659"/>
                    <a:pt x="21600" y="11435"/>
                  </a:cubicBezTo>
                  <a:cubicBezTo>
                    <a:pt x="21600" y="18212"/>
                    <a:pt x="16762" y="21600"/>
                    <a:pt x="10714" y="21600"/>
                  </a:cubicBezTo>
                  <a:cubicBezTo>
                    <a:pt x="4666" y="21600"/>
                    <a:pt x="0" y="18212"/>
                    <a:pt x="0" y="11435"/>
                  </a:cubicBezTo>
                  <a:cubicBezTo>
                    <a:pt x="0" y="4659"/>
                    <a:pt x="4666" y="0"/>
                    <a:pt x="10541" y="0"/>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8" name="Google Shape;798;p25"/>
            <p:cNvSpPr/>
            <p:nvPr/>
          </p:nvSpPr>
          <p:spPr>
            <a:xfrm>
              <a:off x="499530" y="1238820"/>
              <a:ext cx="242703" cy="250683"/>
            </a:xfrm>
            <a:prstGeom prst="ellipse">
              <a:avLst/>
            </a:pr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799" name="Google Shape;799;p25"/>
            <p:cNvSpPr/>
            <p:nvPr/>
          </p:nvSpPr>
          <p:spPr>
            <a:xfrm>
              <a:off x="544476" y="1604895"/>
              <a:ext cx="148961" cy="119374"/>
            </a:xfrm>
            <a:custGeom>
              <a:rect b="b" l="l" r="r" t="t"/>
              <a:pathLst>
                <a:path extrusionOk="0" h="21600" w="21600">
                  <a:moveTo>
                    <a:pt x="21600" y="21600"/>
                  </a:moveTo>
                  <a:cubicBezTo>
                    <a:pt x="21600" y="8361"/>
                    <a:pt x="21600" y="8361"/>
                    <a:pt x="21600" y="8361"/>
                  </a:cubicBezTo>
                  <a:cubicBezTo>
                    <a:pt x="21600" y="3484"/>
                    <a:pt x="18900" y="0"/>
                    <a:pt x="15120" y="0"/>
                  </a:cubicBezTo>
                  <a:cubicBezTo>
                    <a:pt x="5940" y="0"/>
                    <a:pt x="5940" y="0"/>
                    <a:pt x="5940" y="0"/>
                  </a:cubicBezTo>
                  <a:cubicBezTo>
                    <a:pt x="2700" y="0"/>
                    <a:pt x="0" y="3484"/>
                    <a:pt x="0" y="8361"/>
                  </a:cubicBezTo>
                  <a:cubicBezTo>
                    <a:pt x="0" y="21600"/>
                    <a:pt x="0" y="21600"/>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00" name="Google Shape;800;p25"/>
            <p:cNvSpPr/>
            <p:nvPr/>
          </p:nvSpPr>
          <p:spPr>
            <a:xfrm>
              <a:off x="480269" y="1539903"/>
              <a:ext cx="276091" cy="188345"/>
            </a:xfrm>
            <a:custGeom>
              <a:rect b="b" l="l" r="r" t="t"/>
              <a:pathLst>
                <a:path extrusionOk="0" h="21600" w="21600">
                  <a:moveTo>
                    <a:pt x="0" y="21600"/>
                  </a:moveTo>
                  <a:cubicBezTo>
                    <a:pt x="0" y="12784"/>
                    <a:pt x="0" y="12784"/>
                    <a:pt x="0" y="12784"/>
                  </a:cubicBezTo>
                  <a:cubicBezTo>
                    <a:pt x="0" y="5731"/>
                    <a:pt x="3795" y="0"/>
                    <a:pt x="8173" y="0"/>
                  </a:cubicBezTo>
                  <a:cubicBezTo>
                    <a:pt x="13135" y="0"/>
                    <a:pt x="13135" y="0"/>
                    <a:pt x="13135" y="0"/>
                  </a:cubicBezTo>
                  <a:cubicBezTo>
                    <a:pt x="17805" y="0"/>
                    <a:pt x="21600" y="5731"/>
                    <a:pt x="21600" y="12784"/>
                  </a:cubicBezTo>
                  <a:cubicBezTo>
                    <a:pt x="21600" y="20718"/>
                    <a:pt x="21600" y="20718"/>
                    <a:pt x="21600" y="20718"/>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01" name="Google Shape;801;p25"/>
            <p:cNvSpPr/>
            <p:nvPr/>
          </p:nvSpPr>
          <p:spPr>
            <a:xfrm>
              <a:off x="405789" y="1439099"/>
              <a:ext cx="1271" cy="88867"/>
            </a:xfrm>
            <a:prstGeom prst="ellipse">
              <a:avLst/>
            </a:pr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802" name="Google Shape;802;p25"/>
            <p:cNvCxnSpPr/>
            <p:nvPr/>
          </p:nvCxnSpPr>
          <p:spPr>
            <a:xfrm>
              <a:off x="368548" y="1481543"/>
              <a:ext cx="78333" cy="1"/>
            </a:xfrm>
            <a:prstGeom prst="straightConnector1">
              <a:avLst/>
            </a:prstGeom>
            <a:noFill/>
            <a:ln cap="rnd" cmpd="sng" w="9525">
              <a:solidFill>
                <a:srgbClr val="FFFFFF"/>
              </a:solidFill>
              <a:prstDash val="solid"/>
              <a:round/>
              <a:headEnd len="sm" w="sm" type="none"/>
              <a:tailEnd len="sm" w="sm" type="none"/>
            </a:ln>
          </p:spPr>
        </p:cxnSp>
        <p:sp>
          <p:nvSpPr>
            <p:cNvPr id="803" name="Google Shape;803;p25"/>
            <p:cNvSpPr/>
            <p:nvPr/>
          </p:nvSpPr>
          <p:spPr>
            <a:xfrm>
              <a:off x="562453" y="1305138"/>
              <a:ext cx="115573" cy="122025"/>
            </a:xfrm>
            <a:prstGeom prst="ellipse">
              <a:avLst/>
            </a:pr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04" name="Google Shape;804;p25"/>
            <p:cNvSpPr/>
            <p:nvPr/>
          </p:nvSpPr>
          <p:spPr>
            <a:xfrm>
              <a:off x="1789521" y="2452439"/>
              <a:ext cx="12701" cy="141921"/>
            </a:xfrm>
            <a:custGeom>
              <a:rect b="b" l="l" r="r" t="t"/>
              <a:pathLst>
                <a:path extrusionOk="0" h="21600" w="21600">
                  <a:moveTo>
                    <a:pt x="0" y="0"/>
                  </a:moveTo>
                  <a:cubicBezTo>
                    <a:pt x="0" y="19265"/>
                    <a:pt x="21600" y="21600"/>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05" name="Google Shape;805;p25"/>
            <p:cNvSpPr/>
            <p:nvPr/>
          </p:nvSpPr>
          <p:spPr>
            <a:xfrm>
              <a:off x="1537117" y="2359594"/>
              <a:ext cx="51367" cy="80908"/>
            </a:xfrm>
            <a:custGeom>
              <a:rect b="b" l="l" r="r" t="t"/>
              <a:pathLst>
                <a:path extrusionOk="0" h="21600" w="21600">
                  <a:moveTo>
                    <a:pt x="21600" y="0"/>
                  </a:moveTo>
                  <a:cubicBezTo>
                    <a:pt x="13886" y="7200"/>
                    <a:pt x="7714" y="14400"/>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06" name="Google Shape;806;p25"/>
            <p:cNvSpPr/>
            <p:nvPr/>
          </p:nvSpPr>
          <p:spPr>
            <a:xfrm>
              <a:off x="1983998" y="2355615"/>
              <a:ext cx="52650" cy="80908"/>
            </a:xfrm>
            <a:custGeom>
              <a:rect b="b" l="l" r="r" t="t"/>
              <a:pathLst>
                <a:path extrusionOk="0" h="21600" w="21600">
                  <a:moveTo>
                    <a:pt x="0" y="0"/>
                  </a:moveTo>
                  <a:cubicBezTo>
                    <a:pt x="7714" y="7200"/>
                    <a:pt x="13886" y="14400"/>
                    <a:pt x="2160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07" name="Google Shape;807;p25"/>
            <p:cNvSpPr/>
            <p:nvPr/>
          </p:nvSpPr>
          <p:spPr>
            <a:xfrm>
              <a:off x="1789521" y="1712330"/>
              <a:ext cx="12701" cy="143248"/>
            </a:xfrm>
            <a:custGeom>
              <a:rect b="b" l="l" r="r" t="t"/>
              <a:pathLst>
                <a:path extrusionOk="0" h="21600" w="21600">
                  <a:moveTo>
                    <a:pt x="0" y="21600"/>
                  </a:moveTo>
                  <a:cubicBezTo>
                    <a:pt x="0" y="14595"/>
                    <a:pt x="0" y="7005"/>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08" name="Google Shape;808;p25"/>
            <p:cNvSpPr/>
            <p:nvPr/>
          </p:nvSpPr>
          <p:spPr>
            <a:xfrm>
              <a:off x="1507582" y="1793238"/>
              <a:ext cx="51367" cy="80909"/>
            </a:xfrm>
            <a:custGeom>
              <a:rect b="b" l="l" r="r" t="t"/>
              <a:pathLst>
                <a:path extrusionOk="0" h="21600" w="21600">
                  <a:moveTo>
                    <a:pt x="21600" y="21600"/>
                  </a:moveTo>
                  <a:cubicBezTo>
                    <a:pt x="13886" y="14400"/>
                    <a:pt x="7714" y="7200"/>
                    <a:pt x="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09" name="Google Shape;809;p25"/>
            <p:cNvSpPr/>
            <p:nvPr/>
          </p:nvSpPr>
          <p:spPr>
            <a:xfrm>
              <a:off x="2014818" y="1793238"/>
              <a:ext cx="51367" cy="80909"/>
            </a:xfrm>
            <a:custGeom>
              <a:rect b="b" l="l" r="r" t="t"/>
              <a:pathLst>
                <a:path extrusionOk="0" h="21600" w="21600">
                  <a:moveTo>
                    <a:pt x="0" y="21600"/>
                  </a:moveTo>
                  <a:cubicBezTo>
                    <a:pt x="7714" y="14400"/>
                    <a:pt x="13886" y="720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10" name="Google Shape;810;p25"/>
            <p:cNvSpPr/>
            <p:nvPr/>
          </p:nvSpPr>
          <p:spPr>
            <a:xfrm>
              <a:off x="1353485" y="2143016"/>
              <a:ext cx="101447" cy="12701"/>
            </a:xfrm>
            <a:custGeom>
              <a:rect b="b" l="l" r="r" t="t"/>
              <a:pathLst>
                <a:path extrusionOk="0" h="21600" w="21600">
                  <a:moveTo>
                    <a:pt x="21600" y="0"/>
                  </a:moveTo>
                  <a:cubicBezTo>
                    <a:pt x="12800" y="0"/>
                    <a:pt x="8000" y="0"/>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11" name="Google Shape;811;p25"/>
            <p:cNvSpPr/>
            <p:nvPr/>
          </p:nvSpPr>
          <p:spPr>
            <a:xfrm>
              <a:off x="2103423" y="2143016"/>
              <a:ext cx="119427" cy="12701"/>
            </a:xfrm>
            <a:custGeom>
              <a:rect b="b" l="l" r="r" t="t"/>
              <a:pathLst>
                <a:path extrusionOk="0" h="21600" w="21600">
                  <a:moveTo>
                    <a:pt x="21600" y="0"/>
                  </a:moveTo>
                  <a:cubicBezTo>
                    <a:pt x="14175" y="0"/>
                    <a:pt x="7425" y="0"/>
                    <a:pt x="0" y="2160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12" name="Google Shape;812;p25"/>
            <p:cNvSpPr/>
            <p:nvPr/>
          </p:nvSpPr>
          <p:spPr>
            <a:xfrm>
              <a:off x="1532223" y="1911494"/>
              <a:ext cx="520829" cy="460038"/>
            </a:xfrm>
            <a:custGeom>
              <a:rect b="b" l="l" r="r" t="t"/>
              <a:pathLst>
                <a:path extrusionOk="0" h="20985" w="21059">
                  <a:moveTo>
                    <a:pt x="21029" y="6058"/>
                  </a:moveTo>
                  <a:cubicBezTo>
                    <a:pt x="20727" y="3951"/>
                    <a:pt x="19821" y="2546"/>
                    <a:pt x="19216" y="1844"/>
                  </a:cubicBezTo>
                  <a:cubicBezTo>
                    <a:pt x="19216" y="1844"/>
                    <a:pt x="19216" y="1844"/>
                    <a:pt x="19216" y="1844"/>
                  </a:cubicBezTo>
                  <a:cubicBezTo>
                    <a:pt x="17253" y="-615"/>
                    <a:pt x="13930" y="-615"/>
                    <a:pt x="11966" y="1844"/>
                  </a:cubicBezTo>
                  <a:cubicBezTo>
                    <a:pt x="10455" y="3600"/>
                    <a:pt x="10455" y="3600"/>
                    <a:pt x="10455" y="3600"/>
                  </a:cubicBezTo>
                  <a:cubicBezTo>
                    <a:pt x="9096" y="1844"/>
                    <a:pt x="9096" y="1844"/>
                    <a:pt x="9096" y="1844"/>
                  </a:cubicBezTo>
                  <a:cubicBezTo>
                    <a:pt x="7132" y="-615"/>
                    <a:pt x="3809" y="-615"/>
                    <a:pt x="1846" y="1844"/>
                  </a:cubicBezTo>
                  <a:cubicBezTo>
                    <a:pt x="1846" y="1844"/>
                    <a:pt x="1846" y="1844"/>
                    <a:pt x="1846" y="1844"/>
                  </a:cubicBezTo>
                  <a:cubicBezTo>
                    <a:pt x="1241" y="2546"/>
                    <a:pt x="335" y="3951"/>
                    <a:pt x="33" y="6058"/>
                  </a:cubicBezTo>
                  <a:cubicBezTo>
                    <a:pt x="-269" y="9922"/>
                    <a:pt x="1393" y="15014"/>
                    <a:pt x="10455" y="20985"/>
                  </a:cubicBezTo>
                  <a:cubicBezTo>
                    <a:pt x="10455" y="20985"/>
                    <a:pt x="10455" y="20985"/>
                    <a:pt x="10455" y="20985"/>
                  </a:cubicBezTo>
                  <a:cubicBezTo>
                    <a:pt x="10455" y="20985"/>
                    <a:pt x="10455" y="20985"/>
                    <a:pt x="10455" y="20985"/>
                  </a:cubicBezTo>
                  <a:cubicBezTo>
                    <a:pt x="10455" y="20985"/>
                    <a:pt x="10455" y="20985"/>
                    <a:pt x="10455" y="20985"/>
                  </a:cubicBezTo>
                  <a:cubicBezTo>
                    <a:pt x="10455" y="20985"/>
                    <a:pt x="10455" y="20985"/>
                    <a:pt x="10455" y="20985"/>
                  </a:cubicBezTo>
                  <a:cubicBezTo>
                    <a:pt x="19518" y="15014"/>
                    <a:pt x="21331" y="9922"/>
                    <a:pt x="21029" y="6058"/>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13" name="Google Shape;813;p25"/>
            <p:cNvSpPr/>
            <p:nvPr/>
          </p:nvSpPr>
          <p:spPr>
            <a:xfrm>
              <a:off x="1537117" y="2009435"/>
              <a:ext cx="59072" cy="46423"/>
            </a:xfrm>
            <a:custGeom>
              <a:rect b="b" l="l" r="r" t="t"/>
              <a:pathLst>
                <a:path extrusionOk="0" h="21600" w="21600">
                  <a:moveTo>
                    <a:pt x="0" y="21600"/>
                  </a:moveTo>
                  <a:cubicBezTo>
                    <a:pt x="5400" y="14400"/>
                    <a:pt x="13500" y="720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14" name="Google Shape;814;p25"/>
            <p:cNvSpPr/>
            <p:nvPr/>
          </p:nvSpPr>
          <p:spPr>
            <a:xfrm>
              <a:off x="1544822" y="2078406"/>
              <a:ext cx="70629" cy="54381"/>
            </a:xfrm>
            <a:custGeom>
              <a:rect b="b" l="l" r="r" t="t"/>
              <a:pathLst>
                <a:path extrusionOk="0" h="21600" w="21600">
                  <a:moveTo>
                    <a:pt x="0" y="21600"/>
                  </a:moveTo>
                  <a:cubicBezTo>
                    <a:pt x="6821" y="13886"/>
                    <a:pt x="14779" y="7714"/>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815" name="Google Shape;815;p25"/>
            <p:cNvCxnSpPr/>
            <p:nvPr/>
          </p:nvCxnSpPr>
          <p:spPr>
            <a:xfrm flipH="1" rot="10800000">
              <a:off x="1585915" y="2147376"/>
              <a:ext cx="62924" cy="50403"/>
            </a:xfrm>
            <a:prstGeom prst="straightConnector1">
              <a:avLst/>
            </a:prstGeom>
            <a:noFill/>
            <a:ln cap="rnd" cmpd="sng" w="9525">
              <a:solidFill>
                <a:srgbClr val="FFFFFF"/>
              </a:solidFill>
              <a:prstDash val="solid"/>
              <a:round/>
              <a:headEnd len="sm" w="sm" type="none"/>
              <a:tailEnd len="sm" w="sm" type="none"/>
            </a:ln>
          </p:spPr>
        </p:cxnSp>
        <p:sp>
          <p:nvSpPr>
            <p:cNvPr id="816" name="Google Shape;816;p25"/>
            <p:cNvSpPr/>
            <p:nvPr/>
          </p:nvSpPr>
          <p:spPr>
            <a:xfrm>
              <a:off x="1625724" y="2205736"/>
              <a:ext cx="56503" cy="42444"/>
            </a:xfrm>
            <a:custGeom>
              <a:rect b="b" l="l" r="r" t="t"/>
              <a:pathLst>
                <a:path extrusionOk="0" h="21600" w="21600">
                  <a:moveTo>
                    <a:pt x="0" y="21600"/>
                  </a:moveTo>
                  <a:cubicBezTo>
                    <a:pt x="4320" y="15709"/>
                    <a:pt x="17280" y="3927"/>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17" name="Google Shape;817;p25"/>
            <p:cNvSpPr/>
            <p:nvPr/>
          </p:nvSpPr>
          <p:spPr>
            <a:xfrm>
              <a:off x="1682226" y="2262770"/>
              <a:ext cx="48798" cy="34486"/>
            </a:xfrm>
            <a:custGeom>
              <a:rect b="b" l="l" r="r" t="t"/>
              <a:pathLst>
                <a:path extrusionOk="0" h="21600" w="21600">
                  <a:moveTo>
                    <a:pt x="0" y="21600"/>
                  </a:moveTo>
                  <a:cubicBezTo>
                    <a:pt x="8308" y="12000"/>
                    <a:pt x="13292" y="720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18" name="Google Shape;818;p25"/>
            <p:cNvSpPr/>
            <p:nvPr/>
          </p:nvSpPr>
          <p:spPr>
            <a:xfrm>
              <a:off x="1752854" y="2317150"/>
              <a:ext cx="37240" cy="26528"/>
            </a:xfrm>
            <a:custGeom>
              <a:rect b="b" l="l" r="r" t="t"/>
              <a:pathLst>
                <a:path extrusionOk="0" h="21600" w="21600">
                  <a:moveTo>
                    <a:pt x="0" y="21600"/>
                  </a:moveTo>
                  <a:cubicBezTo>
                    <a:pt x="8640" y="12343"/>
                    <a:pt x="12960" y="9257"/>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19" name="Google Shape;819;p25"/>
            <p:cNvSpPr/>
            <p:nvPr/>
          </p:nvSpPr>
          <p:spPr>
            <a:xfrm>
              <a:off x="1890064" y="1958487"/>
              <a:ext cx="97788" cy="125068"/>
            </a:xfrm>
            <a:custGeom>
              <a:rect b="b" l="l" r="r" t="t"/>
              <a:pathLst>
                <a:path extrusionOk="0" h="20573" w="18906">
                  <a:moveTo>
                    <a:pt x="3786" y="8329"/>
                  </a:moveTo>
                  <a:cubicBezTo>
                    <a:pt x="6666" y="9600"/>
                    <a:pt x="8826" y="12141"/>
                    <a:pt x="9546" y="14682"/>
                  </a:cubicBezTo>
                  <a:cubicBezTo>
                    <a:pt x="10266" y="15953"/>
                    <a:pt x="10986" y="17859"/>
                    <a:pt x="11706" y="19129"/>
                  </a:cubicBezTo>
                  <a:cubicBezTo>
                    <a:pt x="12426" y="19764"/>
                    <a:pt x="13866" y="21035"/>
                    <a:pt x="15306" y="20400"/>
                  </a:cubicBezTo>
                  <a:cubicBezTo>
                    <a:pt x="18186" y="20400"/>
                    <a:pt x="18906" y="17859"/>
                    <a:pt x="18906" y="15953"/>
                  </a:cubicBezTo>
                  <a:cubicBezTo>
                    <a:pt x="18906" y="12141"/>
                    <a:pt x="17466" y="8329"/>
                    <a:pt x="14586" y="5153"/>
                  </a:cubicBezTo>
                  <a:cubicBezTo>
                    <a:pt x="12426" y="3247"/>
                    <a:pt x="6666" y="-565"/>
                    <a:pt x="3066" y="70"/>
                  </a:cubicBezTo>
                  <a:cubicBezTo>
                    <a:pt x="-2694" y="1976"/>
                    <a:pt x="906" y="6423"/>
                    <a:pt x="3786" y="8329"/>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20" name="Google Shape;820;p25"/>
            <p:cNvSpPr/>
            <p:nvPr/>
          </p:nvSpPr>
          <p:spPr>
            <a:xfrm>
              <a:off x="1944663" y="2123975"/>
              <a:ext cx="39337" cy="44160"/>
            </a:xfrm>
            <a:custGeom>
              <a:rect b="b" l="l" r="r" t="t"/>
              <a:pathLst>
                <a:path extrusionOk="0" h="18925" w="19460">
                  <a:moveTo>
                    <a:pt x="5060" y="322"/>
                  </a:moveTo>
                  <a:cubicBezTo>
                    <a:pt x="12260" y="-1340"/>
                    <a:pt x="19460" y="3645"/>
                    <a:pt x="19460" y="10291"/>
                  </a:cubicBezTo>
                  <a:cubicBezTo>
                    <a:pt x="19460" y="15275"/>
                    <a:pt x="12260" y="20260"/>
                    <a:pt x="5060" y="18598"/>
                  </a:cubicBezTo>
                  <a:cubicBezTo>
                    <a:pt x="-340" y="15275"/>
                    <a:pt x="-2140" y="6968"/>
                    <a:pt x="3260" y="1983"/>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21" name="Google Shape;821;p25"/>
            <p:cNvSpPr/>
            <p:nvPr/>
          </p:nvSpPr>
          <p:spPr>
            <a:xfrm>
              <a:off x="1596188" y="354138"/>
              <a:ext cx="504668" cy="534524"/>
            </a:xfrm>
            <a:custGeom>
              <a:rect b="b" l="l" r="r" t="t"/>
              <a:pathLst>
                <a:path extrusionOk="0" h="21600" w="21600">
                  <a:moveTo>
                    <a:pt x="10720" y="0"/>
                  </a:moveTo>
                  <a:cubicBezTo>
                    <a:pt x="4800" y="0"/>
                    <a:pt x="0" y="4351"/>
                    <a:pt x="0" y="9635"/>
                  </a:cubicBezTo>
                  <a:cubicBezTo>
                    <a:pt x="0" y="12121"/>
                    <a:pt x="960" y="14296"/>
                    <a:pt x="2720" y="16006"/>
                  </a:cubicBezTo>
                  <a:cubicBezTo>
                    <a:pt x="3520" y="16783"/>
                    <a:pt x="4000" y="17871"/>
                    <a:pt x="4000" y="18958"/>
                  </a:cubicBezTo>
                  <a:cubicBezTo>
                    <a:pt x="4000" y="21600"/>
                    <a:pt x="4000" y="21600"/>
                    <a:pt x="4000" y="21600"/>
                  </a:cubicBezTo>
                  <a:cubicBezTo>
                    <a:pt x="7040" y="19580"/>
                    <a:pt x="7040" y="19580"/>
                    <a:pt x="7040" y="19580"/>
                  </a:cubicBezTo>
                  <a:cubicBezTo>
                    <a:pt x="7520" y="19114"/>
                    <a:pt x="8320" y="18958"/>
                    <a:pt x="8960" y="19114"/>
                  </a:cubicBezTo>
                  <a:cubicBezTo>
                    <a:pt x="9600" y="19269"/>
                    <a:pt x="10240" y="19269"/>
                    <a:pt x="10720" y="19269"/>
                  </a:cubicBezTo>
                  <a:cubicBezTo>
                    <a:pt x="16800" y="19269"/>
                    <a:pt x="21600" y="14918"/>
                    <a:pt x="21600" y="9635"/>
                  </a:cubicBezTo>
                  <a:cubicBezTo>
                    <a:pt x="21600" y="4351"/>
                    <a:pt x="16800" y="0"/>
                    <a:pt x="10720" y="0"/>
                  </a:cubicBezTo>
                  <a:close/>
                  <a:moveTo>
                    <a:pt x="11360" y="11655"/>
                  </a:moveTo>
                  <a:cubicBezTo>
                    <a:pt x="9920" y="10101"/>
                    <a:pt x="9920" y="10101"/>
                    <a:pt x="9920" y="10101"/>
                  </a:cubicBezTo>
                  <a:cubicBezTo>
                    <a:pt x="9440" y="9790"/>
                    <a:pt x="8960" y="9635"/>
                    <a:pt x="8480" y="9945"/>
                  </a:cubicBezTo>
                  <a:cubicBezTo>
                    <a:pt x="4000" y="12432"/>
                    <a:pt x="4000" y="12432"/>
                    <a:pt x="4000" y="12432"/>
                  </a:cubicBezTo>
                  <a:cubicBezTo>
                    <a:pt x="8960" y="7148"/>
                    <a:pt x="8960" y="7148"/>
                    <a:pt x="8960" y="7148"/>
                  </a:cubicBezTo>
                  <a:cubicBezTo>
                    <a:pt x="9280" y="6837"/>
                    <a:pt x="9760" y="6837"/>
                    <a:pt x="10080" y="7148"/>
                  </a:cubicBezTo>
                  <a:cubicBezTo>
                    <a:pt x="11680" y="8858"/>
                    <a:pt x="11680" y="8858"/>
                    <a:pt x="11680" y="8858"/>
                  </a:cubicBezTo>
                  <a:cubicBezTo>
                    <a:pt x="12160" y="9168"/>
                    <a:pt x="12640" y="9324"/>
                    <a:pt x="13120" y="9013"/>
                  </a:cubicBezTo>
                  <a:cubicBezTo>
                    <a:pt x="17600" y="6527"/>
                    <a:pt x="17600" y="6527"/>
                    <a:pt x="17600" y="6527"/>
                  </a:cubicBezTo>
                  <a:cubicBezTo>
                    <a:pt x="12960" y="11655"/>
                    <a:pt x="12960" y="11655"/>
                    <a:pt x="12960" y="11655"/>
                  </a:cubicBezTo>
                  <a:cubicBezTo>
                    <a:pt x="12480" y="12121"/>
                    <a:pt x="11680" y="12121"/>
                    <a:pt x="11360" y="11655"/>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22" name="Google Shape;822;p25"/>
            <p:cNvSpPr/>
            <p:nvPr/>
          </p:nvSpPr>
          <p:spPr>
            <a:xfrm>
              <a:off x="1431817" y="200279"/>
              <a:ext cx="134836" cy="137943"/>
            </a:xfrm>
            <a:custGeom>
              <a:rect b="b" l="l" r="r" t="t"/>
              <a:pathLst>
                <a:path extrusionOk="0" h="21600" w="21600">
                  <a:moveTo>
                    <a:pt x="21600" y="21600"/>
                  </a:moveTo>
                  <a:cubicBezTo>
                    <a:pt x="13800" y="15000"/>
                    <a:pt x="6600" y="7800"/>
                    <a:pt x="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23" name="Google Shape;823;p25"/>
            <p:cNvSpPr/>
            <p:nvPr/>
          </p:nvSpPr>
          <p:spPr>
            <a:xfrm>
              <a:off x="1607746" y="72949"/>
              <a:ext cx="115574" cy="172428"/>
            </a:xfrm>
            <a:custGeom>
              <a:rect b="b" l="l" r="r" t="t"/>
              <a:pathLst>
                <a:path extrusionOk="0" h="21600" w="21600">
                  <a:moveTo>
                    <a:pt x="21600" y="21600"/>
                  </a:moveTo>
                  <a:cubicBezTo>
                    <a:pt x="15329" y="14880"/>
                    <a:pt x="6271" y="6720"/>
                    <a:pt x="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cxnSp>
          <p:nvCxnSpPr>
            <p:cNvPr id="824" name="Google Shape;824;p25"/>
            <p:cNvCxnSpPr/>
            <p:nvPr/>
          </p:nvCxnSpPr>
          <p:spPr>
            <a:xfrm flipH="1" rot="10800000">
              <a:off x="1864573" y="0"/>
              <a:ext cx="34672" cy="218850"/>
            </a:xfrm>
            <a:prstGeom prst="straightConnector1">
              <a:avLst/>
            </a:prstGeom>
            <a:noFill/>
            <a:ln cap="rnd" cmpd="sng" w="9525">
              <a:solidFill>
                <a:srgbClr val="FFFFFF"/>
              </a:solidFill>
              <a:prstDash val="solid"/>
              <a:round/>
              <a:headEnd len="sm" w="sm" type="none"/>
              <a:tailEnd len="sm" w="sm" type="none"/>
            </a:ln>
          </p:spPr>
        </p:cxnSp>
        <p:sp>
          <p:nvSpPr>
            <p:cNvPr id="825" name="Google Shape;825;p25"/>
            <p:cNvSpPr/>
            <p:nvPr/>
          </p:nvSpPr>
          <p:spPr>
            <a:xfrm>
              <a:off x="2040501" y="122024"/>
              <a:ext cx="115573" cy="151206"/>
            </a:xfrm>
            <a:custGeom>
              <a:rect b="b" l="l" r="r" t="t"/>
              <a:pathLst>
                <a:path extrusionOk="0" h="21600" w="21600">
                  <a:moveTo>
                    <a:pt x="0" y="21600"/>
                  </a:moveTo>
                  <a:cubicBezTo>
                    <a:pt x="8361" y="14954"/>
                    <a:pt x="16026" y="7754"/>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26" name="Google Shape;826;p25"/>
            <p:cNvSpPr/>
            <p:nvPr/>
          </p:nvSpPr>
          <p:spPr>
            <a:xfrm>
              <a:off x="2144516" y="319652"/>
              <a:ext cx="183634" cy="115394"/>
            </a:xfrm>
            <a:custGeom>
              <a:rect b="b" l="l" r="r" t="t"/>
              <a:pathLst>
                <a:path extrusionOk="0" h="21600" w="21600">
                  <a:moveTo>
                    <a:pt x="0" y="21600"/>
                  </a:moveTo>
                  <a:cubicBezTo>
                    <a:pt x="6612" y="12960"/>
                    <a:pt x="14106" y="5760"/>
                    <a:pt x="21600" y="0"/>
                  </a:cubicBezTo>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27" name="Google Shape;827;p25"/>
            <p:cNvSpPr/>
            <p:nvPr/>
          </p:nvSpPr>
          <p:spPr>
            <a:xfrm>
              <a:off x="137119" y="2820255"/>
              <a:ext cx="670026" cy="401361"/>
            </a:xfrm>
            <a:custGeom>
              <a:rect b="b" l="l" r="r" t="t"/>
              <a:pathLst>
                <a:path extrusionOk="0" h="20050" w="20417">
                  <a:moveTo>
                    <a:pt x="19223" y="14878"/>
                  </a:moveTo>
                  <a:cubicBezTo>
                    <a:pt x="19110" y="14685"/>
                    <a:pt x="18996" y="14685"/>
                    <a:pt x="18882" y="14685"/>
                  </a:cubicBezTo>
                  <a:cubicBezTo>
                    <a:pt x="18314" y="14492"/>
                    <a:pt x="17746" y="14106"/>
                    <a:pt x="17177" y="13913"/>
                  </a:cubicBezTo>
                  <a:cubicBezTo>
                    <a:pt x="16040" y="13335"/>
                    <a:pt x="14903" y="12756"/>
                    <a:pt x="13653" y="12178"/>
                  </a:cubicBezTo>
                  <a:cubicBezTo>
                    <a:pt x="13653" y="11985"/>
                    <a:pt x="13085" y="11792"/>
                    <a:pt x="12630" y="11599"/>
                  </a:cubicBezTo>
                  <a:cubicBezTo>
                    <a:pt x="11720" y="11020"/>
                    <a:pt x="11834" y="9863"/>
                    <a:pt x="11720" y="9092"/>
                  </a:cubicBezTo>
                  <a:cubicBezTo>
                    <a:pt x="11493" y="6392"/>
                    <a:pt x="10925" y="3692"/>
                    <a:pt x="9219" y="1763"/>
                  </a:cubicBezTo>
                  <a:cubicBezTo>
                    <a:pt x="7514" y="-165"/>
                    <a:pt x="5354" y="-551"/>
                    <a:pt x="3535" y="799"/>
                  </a:cubicBezTo>
                  <a:cubicBezTo>
                    <a:pt x="-103" y="3499"/>
                    <a:pt x="-1126" y="11213"/>
                    <a:pt x="1375" y="16420"/>
                  </a:cubicBezTo>
                  <a:cubicBezTo>
                    <a:pt x="2967" y="19892"/>
                    <a:pt x="5922" y="21049"/>
                    <a:pt x="8310" y="19120"/>
                  </a:cubicBezTo>
                  <a:cubicBezTo>
                    <a:pt x="10583" y="17578"/>
                    <a:pt x="11266" y="14106"/>
                    <a:pt x="13198" y="15263"/>
                  </a:cubicBezTo>
                  <a:cubicBezTo>
                    <a:pt x="14449" y="15842"/>
                    <a:pt x="15699" y="16420"/>
                    <a:pt x="16836" y="16999"/>
                  </a:cubicBezTo>
                  <a:cubicBezTo>
                    <a:pt x="17291" y="17192"/>
                    <a:pt x="17632" y="17385"/>
                    <a:pt x="18087" y="17770"/>
                  </a:cubicBezTo>
                  <a:cubicBezTo>
                    <a:pt x="18541" y="17963"/>
                    <a:pt x="18996" y="18156"/>
                    <a:pt x="19451" y="18156"/>
                  </a:cubicBezTo>
                  <a:cubicBezTo>
                    <a:pt x="19792" y="18156"/>
                    <a:pt x="20019" y="18156"/>
                    <a:pt x="20247" y="17770"/>
                  </a:cubicBezTo>
                  <a:cubicBezTo>
                    <a:pt x="20474" y="17192"/>
                    <a:pt x="20474" y="16228"/>
                    <a:pt x="20247" y="15842"/>
                  </a:cubicBezTo>
                  <a:cubicBezTo>
                    <a:pt x="20019" y="15263"/>
                    <a:pt x="19678" y="15070"/>
                    <a:pt x="19223" y="14878"/>
                  </a:cubicBezTo>
                  <a:close/>
                  <a:moveTo>
                    <a:pt x="7969" y="15842"/>
                  </a:moveTo>
                  <a:cubicBezTo>
                    <a:pt x="6036" y="17770"/>
                    <a:pt x="3649" y="16613"/>
                    <a:pt x="2512" y="13528"/>
                  </a:cubicBezTo>
                  <a:cubicBezTo>
                    <a:pt x="1375" y="10249"/>
                    <a:pt x="1943" y="6199"/>
                    <a:pt x="3876" y="4270"/>
                  </a:cubicBezTo>
                  <a:cubicBezTo>
                    <a:pt x="5695" y="2342"/>
                    <a:pt x="8196" y="3306"/>
                    <a:pt x="9333" y="6585"/>
                  </a:cubicBezTo>
                  <a:cubicBezTo>
                    <a:pt x="10470" y="9670"/>
                    <a:pt x="9788" y="13913"/>
                    <a:pt x="7969" y="15842"/>
                  </a:cubicBezTo>
                  <a:close/>
                </a:path>
              </a:pathLst>
            </a:custGeom>
            <a:noFill/>
            <a:ln cap="flat" cmpd="sng" w="9525">
              <a:solidFill>
                <a:srgbClr val="FFFFFF"/>
              </a:solidFill>
              <a:prstDash val="solid"/>
              <a:miter lim="800000"/>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sp>
          <p:nvSpPr>
            <p:cNvPr id="828" name="Google Shape;828;p25"/>
            <p:cNvSpPr/>
            <p:nvPr/>
          </p:nvSpPr>
          <p:spPr>
            <a:xfrm>
              <a:off x="267918" y="2929021"/>
              <a:ext cx="134357" cy="77111"/>
            </a:xfrm>
            <a:custGeom>
              <a:rect b="b" l="l" r="r" t="t"/>
              <a:pathLst>
                <a:path extrusionOk="0" h="19933" w="20000">
                  <a:moveTo>
                    <a:pt x="1158" y="7061"/>
                  </a:moveTo>
                  <a:cubicBezTo>
                    <a:pt x="50" y="9024"/>
                    <a:pt x="-504" y="11970"/>
                    <a:pt x="604" y="14915"/>
                  </a:cubicBezTo>
                  <a:cubicBezTo>
                    <a:pt x="1711" y="16879"/>
                    <a:pt x="3927" y="15897"/>
                    <a:pt x="5034" y="14915"/>
                  </a:cubicBezTo>
                  <a:cubicBezTo>
                    <a:pt x="6696" y="13933"/>
                    <a:pt x="8358" y="12951"/>
                    <a:pt x="9465" y="13933"/>
                  </a:cubicBezTo>
                  <a:cubicBezTo>
                    <a:pt x="11681" y="14915"/>
                    <a:pt x="13896" y="17861"/>
                    <a:pt x="15558" y="19824"/>
                  </a:cubicBezTo>
                  <a:cubicBezTo>
                    <a:pt x="18881" y="20806"/>
                    <a:pt x="21096" y="14915"/>
                    <a:pt x="19434" y="10006"/>
                  </a:cubicBezTo>
                  <a:cubicBezTo>
                    <a:pt x="17773" y="4115"/>
                    <a:pt x="13896" y="1170"/>
                    <a:pt x="11127" y="188"/>
                  </a:cubicBezTo>
                  <a:cubicBezTo>
                    <a:pt x="7250" y="-794"/>
                    <a:pt x="3373" y="2151"/>
                    <a:pt x="1158" y="7061"/>
                  </a:cubicBezTo>
                  <a:close/>
                </a:path>
              </a:pathLst>
            </a:custGeom>
            <a:noFill/>
            <a:ln cap="rnd" cmpd="sng" w="9525">
              <a:solidFill>
                <a:srgbClr val="FFFF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33C7D9"/>
                </a:buClr>
                <a:buSzPts val="1400"/>
                <a:buFont typeface="Quattrocento Sans"/>
                <a:buNone/>
              </a:pPr>
              <a:r>
                <a:t/>
              </a:r>
              <a:endParaRPr b="0" i="0" sz="1400" u="none" cap="none" strike="noStrike">
                <a:solidFill>
                  <a:srgbClr val="000000"/>
                </a:solidFill>
                <a:latin typeface="Arial"/>
                <a:ea typeface="Arial"/>
                <a:cs typeface="Arial"/>
                <a:sym typeface="Arial"/>
              </a:endParaRPr>
            </a:p>
          </p:txBody>
        </p:sp>
      </p:grpSp>
      <p:sp>
        <p:nvSpPr>
          <p:cNvPr id="829" name="Google Shape;829;p25"/>
          <p:cNvSpPr txBox="1"/>
          <p:nvPr/>
        </p:nvSpPr>
        <p:spPr>
          <a:xfrm>
            <a:off x="5426920" y="2892420"/>
            <a:ext cx="6388101" cy="1244601"/>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8000"/>
              <a:buFont typeface="Century Gothic"/>
              <a:buNone/>
            </a:pPr>
            <a:r>
              <a:rPr b="1" i="0" lang="en-IN" sz="8000" u="none" cap="none" strike="noStrike">
                <a:solidFill>
                  <a:srgbClr val="FFFFFF"/>
                </a:solidFill>
                <a:latin typeface="Century Gothic"/>
                <a:ea typeface="Century Gothic"/>
                <a:cs typeface="Century Gothic"/>
                <a:sym typeface="Century Gothic"/>
              </a:rPr>
              <a:t>THANK YOU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1545D"/>
      </a:accent1>
      <a:accent2>
        <a:srgbClr val="FE5E55"/>
      </a:accent2>
      <a:accent3>
        <a:srgbClr val="FED424"/>
      </a:accent3>
      <a:accent4>
        <a:srgbClr val="98EAE7"/>
      </a:accent4>
      <a:accent5>
        <a:srgbClr val="0A2F34"/>
      </a:accent5>
      <a:accent6>
        <a:srgbClr val="8E353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1545D"/>
      </a:accent1>
      <a:accent2>
        <a:srgbClr val="FE5E55"/>
      </a:accent2>
      <a:accent3>
        <a:srgbClr val="FED424"/>
      </a:accent3>
      <a:accent4>
        <a:srgbClr val="98EAE7"/>
      </a:accent4>
      <a:accent5>
        <a:srgbClr val="0A2F34"/>
      </a:accent5>
      <a:accent6>
        <a:srgbClr val="8E353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