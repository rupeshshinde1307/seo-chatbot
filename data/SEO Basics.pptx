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embeddedFontLst>
    <p:embeddedFont>
      <p:font typeface="Roboto"/>
      <p:regular r:id="rId29"/>
      <p:bold r:id="rId30"/>
      <p:italic r:id="rId31"/>
      <p:boldItalic r:id="rId32"/>
    </p:embeddedFont>
    <p:embeddedFont>
      <p:font typeface="Century Schoolbook"/>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7" roundtripDataSignature="AMtx7mioiAd0XsoRTkQUCkt06zzOP6AO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33" Type="http://schemas.openxmlformats.org/officeDocument/2006/relationships/font" Target="fonts/CenturySchoolbook-regular.fntdata"/><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35" Type="http://schemas.openxmlformats.org/officeDocument/2006/relationships/font" Target="fonts/CenturySchoolbook-italic.fntdata"/><Relationship Id="rId12" Type="http://schemas.openxmlformats.org/officeDocument/2006/relationships/slide" Target="slides/slide7.xml"/><Relationship Id="rId34" Type="http://schemas.openxmlformats.org/officeDocument/2006/relationships/font" Target="fonts/CenturySchoolbook-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CenturySchoolbook-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24c431dca2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24c431dca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24c431dca2_0_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24c431dca2_0_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24c431dca2_0_7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24c431dca2_0_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24c431dca2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24c431dca2_0_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24c431dca2_0_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24c431dca2_0_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24c431dca2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24c431dca2_0_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24c431dca2_0_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324c431dca2_0_5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24c431dca2_0_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24c431dca2_0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21" name="Shape 21"/>
        <p:cNvGrpSpPr/>
        <p:nvPr/>
      </p:nvGrpSpPr>
      <p:grpSpPr>
        <a:xfrm>
          <a:off x="0" y="0"/>
          <a:ext cx="0" cy="0"/>
          <a:chOff x="0" y="0"/>
          <a:chExt cx="0" cy="0"/>
        </a:xfrm>
      </p:grpSpPr>
      <p:sp>
        <p:nvSpPr>
          <p:cNvPr id="22" name="Google Shape;22;p22"/>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SzPts val="1260"/>
              <a:buNone/>
              <a:defRPr b="1" sz="1800">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4" name="Google Shape;24;p22"/>
          <p:cNvSpPr txBox="1"/>
          <p:nvPr>
            <p:ph idx="10" type="dt"/>
          </p:nvPr>
        </p:nvSpPr>
        <p:spPr>
          <a:xfrm rot="5400000">
            <a:off x="7764621" y="1174097"/>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rot="5400000">
            <a:off x="7077269" y="4181669"/>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p:nvPr/>
        </p:nvSpPr>
        <p:spPr>
          <a:xfrm>
            <a:off x="381000" y="0"/>
            <a:ext cx="609600" cy="6858000"/>
          </a:xfrm>
          <a:prstGeom prst="rect">
            <a:avLst/>
          </a:prstGeom>
          <a:solidFill>
            <a:srgbClr val="C7DFA8">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7" name="Google Shape;27;p22"/>
          <p:cNvSpPr/>
          <p:nvPr/>
        </p:nvSpPr>
        <p:spPr>
          <a:xfrm>
            <a:off x="276336" y="0"/>
            <a:ext cx="104664" cy="6858000"/>
          </a:xfrm>
          <a:prstGeom prst="rect">
            <a:avLst/>
          </a:prstGeom>
          <a:solidFill>
            <a:srgbClr val="DCEACA">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8" name="Google Shape;28;p22"/>
          <p:cNvSpPr/>
          <p:nvPr/>
        </p:nvSpPr>
        <p:spPr>
          <a:xfrm>
            <a:off x="990600" y="0"/>
            <a:ext cx="181872" cy="6858000"/>
          </a:xfrm>
          <a:prstGeom prst="rect">
            <a:avLst/>
          </a:prstGeom>
          <a:solidFill>
            <a:srgbClr val="DCEACA">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9" name="Google Shape;29;p22"/>
          <p:cNvSpPr/>
          <p:nvPr/>
        </p:nvSpPr>
        <p:spPr>
          <a:xfrm>
            <a:off x="1141320" y="0"/>
            <a:ext cx="230280" cy="6858000"/>
          </a:xfrm>
          <a:prstGeom prst="rect">
            <a:avLst/>
          </a:prstGeom>
          <a:solidFill>
            <a:srgbClr val="EEF5E6">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cxnSp>
        <p:nvCxnSpPr>
          <p:cNvPr id="30" name="Google Shape;30;p22"/>
          <p:cNvCxnSpPr/>
          <p:nvPr/>
        </p:nvCxnSpPr>
        <p:spPr>
          <a:xfrm>
            <a:off x="106344" y="0"/>
            <a:ext cx="0" cy="6858000"/>
          </a:xfrm>
          <a:prstGeom prst="straightConnector1">
            <a:avLst/>
          </a:prstGeom>
          <a:noFill/>
          <a:ln cap="flat" cmpd="sng" w="57150">
            <a:solidFill>
              <a:srgbClr val="C7DFA8">
                <a:alpha val="72941"/>
              </a:srgbClr>
            </a:solidFill>
            <a:prstDash val="solid"/>
            <a:round/>
            <a:headEnd len="sm" w="sm" type="none"/>
            <a:tailEnd len="sm" w="sm" type="none"/>
          </a:ln>
        </p:spPr>
      </p:cxnSp>
      <p:cxnSp>
        <p:nvCxnSpPr>
          <p:cNvPr id="31" name="Google Shape;31;p22"/>
          <p:cNvCxnSpPr/>
          <p:nvPr/>
        </p:nvCxnSpPr>
        <p:spPr>
          <a:xfrm>
            <a:off x="914400" y="0"/>
            <a:ext cx="0" cy="6858000"/>
          </a:xfrm>
          <a:prstGeom prst="straightConnector1">
            <a:avLst/>
          </a:prstGeom>
          <a:noFill/>
          <a:ln cap="flat" cmpd="sng" w="57150">
            <a:solidFill>
              <a:srgbClr val="EEF5E6">
                <a:alpha val="82745"/>
              </a:srgbClr>
            </a:solidFill>
            <a:prstDash val="solid"/>
            <a:round/>
            <a:headEnd len="sm" w="sm" type="none"/>
            <a:tailEnd len="sm" w="sm" type="none"/>
          </a:ln>
        </p:spPr>
      </p:cxnSp>
      <p:cxnSp>
        <p:nvCxnSpPr>
          <p:cNvPr id="32" name="Google Shape;32;p22"/>
          <p:cNvCxnSpPr/>
          <p:nvPr/>
        </p:nvCxnSpPr>
        <p:spPr>
          <a:xfrm>
            <a:off x="854112" y="0"/>
            <a:ext cx="0" cy="6858000"/>
          </a:xfrm>
          <a:prstGeom prst="straightConnector1">
            <a:avLst/>
          </a:prstGeom>
          <a:noFill/>
          <a:ln cap="flat" cmpd="sng" w="57150">
            <a:solidFill>
              <a:srgbClr val="C7DFA8"/>
            </a:solidFill>
            <a:prstDash val="solid"/>
            <a:round/>
            <a:headEnd len="sm" w="sm" type="none"/>
            <a:tailEnd len="sm" w="sm" type="none"/>
          </a:ln>
        </p:spPr>
      </p:cxnSp>
      <p:cxnSp>
        <p:nvCxnSpPr>
          <p:cNvPr id="33" name="Google Shape;33;p22"/>
          <p:cNvCxnSpPr/>
          <p:nvPr/>
        </p:nvCxnSpPr>
        <p:spPr>
          <a:xfrm>
            <a:off x="1726640" y="0"/>
            <a:ext cx="0" cy="6858000"/>
          </a:xfrm>
          <a:prstGeom prst="straightConnector1">
            <a:avLst/>
          </a:prstGeom>
          <a:noFill/>
          <a:ln cap="flat" cmpd="sng" w="28575">
            <a:solidFill>
              <a:srgbClr val="C7DFA8">
                <a:alpha val="81960"/>
              </a:srgbClr>
            </a:solidFill>
            <a:prstDash val="solid"/>
            <a:round/>
            <a:headEnd len="sm" w="sm" type="none"/>
            <a:tailEnd len="sm" w="sm" type="none"/>
          </a:ln>
        </p:spPr>
      </p:cxnSp>
      <p:cxnSp>
        <p:nvCxnSpPr>
          <p:cNvPr id="34" name="Google Shape;34;p22"/>
          <p:cNvCxnSpPr/>
          <p:nvPr/>
        </p:nvCxnSpPr>
        <p:spPr>
          <a:xfrm>
            <a:off x="1066800" y="0"/>
            <a:ext cx="0" cy="6858000"/>
          </a:xfrm>
          <a:prstGeom prst="straightConnector1">
            <a:avLst/>
          </a:prstGeom>
          <a:noFill/>
          <a:ln cap="flat" cmpd="sng" w="9525">
            <a:solidFill>
              <a:srgbClr val="C7DFA8"/>
            </a:solidFill>
            <a:prstDash val="solid"/>
            <a:round/>
            <a:headEnd len="sm" w="sm" type="none"/>
            <a:tailEnd len="sm" w="sm" type="none"/>
          </a:ln>
        </p:spPr>
      </p:cxnSp>
      <p:cxnSp>
        <p:nvCxnSpPr>
          <p:cNvPr id="35" name="Google Shape;35;p22"/>
          <p:cNvCxnSpPr/>
          <p:nvPr/>
        </p:nvCxnSpPr>
        <p:spPr>
          <a:xfrm>
            <a:off x="9113856" y="0"/>
            <a:ext cx="0" cy="6858000"/>
          </a:xfrm>
          <a:prstGeom prst="straightConnector1">
            <a:avLst/>
          </a:prstGeom>
          <a:noFill/>
          <a:ln cap="flat" cmpd="thickThin" w="57150">
            <a:solidFill>
              <a:srgbClr val="C7DFA8"/>
            </a:solidFill>
            <a:prstDash val="solid"/>
            <a:round/>
            <a:headEnd len="sm" w="sm" type="none"/>
            <a:tailEnd len="sm" w="sm" type="none"/>
          </a:ln>
        </p:spPr>
      </p:cxnSp>
      <p:sp>
        <p:nvSpPr>
          <p:cNvPr id="36" name="Google Shape;36;p22"/>
          <p:cNvSpPr/>
          <p:nvPr/>
        </p:nvSpPr>
        <p:spPr>
          <a:xfrm>
            <a:off x="1219200" y="0"/>
            <a:ext cx="76200" cy="6858000"/>
          </a:xfrm>
          <a:prstGeom prst="rect">
            <a:avLst/>
          </a:prstGeom>
          <a:solidFill>
            <a:srgbClr val="C7DFA8">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7" name="Google Shape;37;p22"/>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8" name="Google Shape;38;p22"/>
          <p:cNvSpPr/>
          <p:nvPr/>
        </p:nvSpPr>
        <p:spPr>
          <a:xfrm>
            <a:off x="1309632"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9" name="Google Shape;39;p22"/>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40" name="Google Shape;40;p22"/>
          <p:cNvSpPr/>
          <p:nvPr/>
        </p:nvSpPr>
        <p:spPr>
          <a:xfrm>
            <a:off x="1664208" y="5788152"/>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41" name="Google Shape;41;p22"/>
          <p:cNvSpPr/>
          <p:nvPr/>
        </p:nvSpPr>
        <p:spPr>
          <a:xfrm>
            <a:off x="1905000" y="4495800"/>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42" name="Google Shape;42;p22"/>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2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6" name="Google Shape;46;p23"/>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8" name="Google Shape;48;p23"/>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49" name="Shape 49"/>
        <p:cNvGrpSpPr/>
        <p:nvPr/>
      </p:nvGrpSpPr>
      <p:grpSpPr>
        <a:xfrm>
          <a:off x="0" y="0"/>
          <a:ext cx="0" cy="0"/>
          <a:chOff x="0" y="0"/>
          <a:chExt cx="0" cy="0"/>
        </a:xfrm>
      </p:grpSpPr>
      <p:sp>
        <p:nvSpPr>
          <p:cNvPr id="50" name="Google Shape;50;p24"/>
          <p:cNvSpPr txBox="1"/>
          <p:nvPr>
            <p:ph type="title"/>
          </p:nvPr>
        </p:nvSpPr>
        <p:spPr>
          <a:xfrm>
            <a:off x="2286000" y="2895600"/>
            <a:ext cx="6172200" cy="20535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000"/>
              <a:buFont typeface="Century Schoolbook"/>
              <a:buNone/>
              <a:defRPr b="1" sz="3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4"/>
          <p:cNvSpPr txBox="1"/>
          <p:nvPr>
            <p:ph idx="1" type="body"/>
          </p:nvPr>
        </p:nvSpPr>
        <p:spPr>
          <a:xfrm>
            <a:off x="2286000" y="5010150"/>
            <a:ext cx="6172200"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260"/>
              <a:buNone/>
              <a:defRPr b="1" sz="1800">
                <a:solidFill>
                  <a:schemeClr val="lt2"/>
                </a:solidFill>
              </a:defRPr>
            </a:lvl1pPr>
            <a:lvl2pPr indent="-228600" lvl="1" marL="914400" algn="l">
              <a:spcBef>
                <a:spcPts val="360"/>
              </a:spcBef>
              <a:spcAft>
                <a:spcPts val="0"/>
              </a:spcAft>
              <a:buSzPts val="1440"/>
              <a:buNone/>
              <a:defRPr sz="1800">
                <a:solidFill>
                  <a:schemeClr val="lt1"/>
                </a:solidFill>
              </a:defRPr>
            </a:lvl2pPr>
            <a:lvl3pPr indent="-228600" lvl="2" marL="1371600" algn="l">
              <a:spcBef>
                <a:spcPts val="320"/>
              </a:spcBef>
              <a:spcAft>
                <a:spcPts val="0"/>
              </a:spcAft>
              <a:buSzPts val="960"/>
              <a:buNone/>
              <a:defRPr sz="1600">
                <a:solidFill>
                  <a:schemeClr val="lt1"/>
                </a:solidFill>
              </a:defRPr>
            </a:lvl3pPr>
            <a:lvl4pPr indent="-228600" lvl="3" marL="1828800" algn="l">
              <a:spcBef>
                <a:spcPts val="280"/>
              </a:spcBef>
              <a:spcAft>
                <a:spcPts val="0"/>
              </a:spcAft>
              <a:buSzPts val="840"/>
              <a:buNone/>
              <a:defRPr sz="1400">
                <a:solidFill>
                  <a:schemeClr val="lt1"/>
                </a:solidFill>
              </a:defRPr>
            </a:lvl4pPr>
            <a:lvl5pPr indent="-228600" lvl="4" marL="2286000" algn="l">
              <a:spcBef>
                <a:spcPts val="280"/>
              </a:spcBef>
              <a:spcAft>
                <a:spcPts val="0"/>
              </a:spcAft>
              <a:buSzPts val="952"/>
              <a:buNone/>
              <a:defRPr sz="1400">
                <a:solidFill>
                  <a:schemeClr val="lt1"/>
                </a:solidFill>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24"/>
          <p:cNvSpPr txBox="1"/>
          <p:nvPr>
            <p:ph idx="10" type="dt"/>
          </p:nvPr>
        </p:nvSpPr>
        <p:spPr>
          <a:xfrm rot="5400000">
            <a:off x="7763256" y="1170432"/>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1" type="ftr"/>
          </p:nvPr>
        </p:nvSpPr>
        <p:spPr>
          <a:xfrm rot="5400000">
            <a:off x="7077456" y="4178808"/>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4"/>
          <p:cNvSpPr/>
          <p:nvPr/>
        </p:nvSpPr>
        <p:spPr>
          <a:xfrm>
            <a:off x="381000" y="0"/>
            <a:ext cx="609600" cy="6858000"/>
          </a:xfrm>
          <a:prstGeom prst="rect">
            <a:avLst/>
          </a:prstGeom>
          <a:solidFill>
            <a:srgbClr val="C7DFA8">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55" name="Google Shape;55;p24"/>
          <p:cNvSpPr/>
          <p:nvPr/>
        </p:nvSpPr>
        <p:spPr>
          <a:xfrm>
            <a:off x="276336" y="0"/>
            <a:ext cx="104664" cy="6858000"/>
          </a:xfrm>
          <a:prstGeom prst="rect">
            <a:avLst/>
          </a:prstGeom>
          <a:solidFill>
            <a:srgbClr val="DCEACA">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56" name="Google Shape;56;p24"/>
          <p:cNvSpPr/>
          <p:nvPr/>
        </p:nvSpPr>
        <p:spPr>
          <a:xfrm>
            <a:off x="990600" y="0"/>
            <a:ext cx="181872" cy="6858000"/>
          </a:xfrm>
          <a:prstGeom prst="rect">
            <a:avLst/>
          </a:prstGeom>
          <a:solidFill>
            <a:srgbClr val="DCEACA">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57" name="Google Shape;57;p24"/>
          <p:cNvSpPr/>
          <p:nvPr/>
        </p:nvSpPr>
        <p:spPr>
          <a:xfrm>
            <a:off x="1141320" y="0"/>
            <a:ext cx="230280" cy="6858000"/>
          </a:xfrm>
          <a:prstGeom prst="rect">
            <a:avLst/>
          </a:prstGeom>
          <a:solidFill>
            <a:srgbClr val="EEF5E6">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58" name="Google Shape;58;p24"/>
          <p:cNvCxnSpPr/>
          <p:nvPr/>
        </p:nvCxnSpPr>
        <p:spPr>
          <a:xfrm>
            <a:off x="106344" y="0"/>
            <a:ext cx="0" cy="6858000"/>
          </a:xfrm>
          <a:prstGeom prst="straightConnector1">
            <a:avLst/>
          </a:prstGeom>
          <a:noFill/>
          <a:ln cap="flat" cmpd="sng" w="57150">
            <a:solidFill>
              <a:srgbClr val="C7DFA8">
                <a:alpha val="72941"/>
              </a:srgbClr>
            </a:solidFill>
            <a:prstDash val="solid"/>
            <a:round/>
            <a:headEnd len="sm" w="sm" type="none"/>
            <a:tailEnd len="sm" w="sm" type="none"/>
          </a:ln>
        </p:spPr>
      </p:cxnSp>
      <p:cxnSp>
        <p:nvCxnSpPr>
          <p:cNvPr id="59" name="Google Shape;59;p24"/>
          <p:cNvCxnSpPr/>
          <p:nvPr/>
        </p:nvCxnSpPr>
        <p:spPr>
          <a:xfrm>
            <a:off x="914400" y="0"/>
            <a:ext cx="0" cy="6858000"/>
          </a:xfrm>
          <a:prstGeom prst="straightConnector1">
            <a:avLst/>
          </a:prstGeom>
          <a:noFill/>
          <a:ln cap="flat" cmpd="sng" w="57150">
            <a:solidFill>
              <a:srgbClr val="EEF5E6">
                <a:alpha val="82745"/>
              </a:srgbClr>
            </a:solidFill>
            <a:prstDash val="solid"/>
            <a:round/>
            <a:headEnd len="sm" w="sm" type="none"/>
            <a:tailEnd len="sm" w="sm" type="none"/>
          </a:ln>
        </p:spPr>
      </p:cxnSp>
      <p:cxnSp>
        <p:nvCxnSpPr>
          <p:cNvPr id="60" name="Google Shape;60;p24"/>
          <p:cNvCxnSpPr/>
          <p:nvPr/>
        </p:nvCxnSpPr>
        <p:spPr>
          <a:xfrm>
            <a:off x="854112" y="0"/>
            <a:ext cx="0" cy="6858000"/>
          </a:xfrm>
          <a:prstGeom prst="straightConnector1">
            <a:avLst/>
          </a:prstGeom>
          <a:noFill/>
          <a:ln cap="flat" cmpd="sng" w="57150">
            <a:solidFill>
              <a:srgbClr val="C7DFA8"/>
            </a:solidFill>
            <a:prstDash val="solid"/>
            <a:round/>
            <a:headEnd len="sm" w="sm" type="none"/>
            <a:tailEnd len="sm" w="sm" type="none"/>
          </a:ln>
        </p:spPr>
      </p:cxnSp>
      <p:cxnSp>
        <p:nvCxnSpPr>
          <p:cNvPr id="61" name="Google Shape;61;p24"/>
          <p:cNvCxnSpPr/>
          <p:nvPr/>
        </p:nvCxnSpPr>
        <p:spPr>
          <a:xfrm>
            <a:off x="1726640" y="0"/>
            <a:ext cx="0" cy="6858000"/>
          </a:xfrm>
          <a:prstGeom prst="straightConnector1">
            <a:avLst/>
          </a:prstGeom>
          <a:noFill/>
          <a:ln cap="flat" cmpd="sng" w="28575">
            <a:solidFill>
              <a:srgbClr val="C7DFA8">
                <a:alpha val="81960"/>
              </a:srgbClr>
            </a:solidFill>
            <a:prstDash val="solid"/>
            <a:round/>
            <a:headEnd len="sm" w="sm" type="none"/>
            <a:tailEnd len="sm" w="sm" type="none"/>
          </a:ln>
        </p:spPr>
      </p:cxnSp>
      <p:cxnSp>
        <p:nvCxnSpPr>
          <p:cNvPr id="62" name="Google Shape;62;p24"/>
          <p:cNvCxnSpPr/>
          <p:nvPr/>
        </p:nvCxnSpPr>
        <p:spPr>
          <a:xfrm>
            <a:off x="1066800" y="0"/>
            <a:ext cx="0" cy="6858000"/>
          </a:xfrm>
          <a:prstGeom prst="straightConnector1">
            <a:avLst/>
          </a:prstGeom>
          <a:noFill/>
          <a:ln cap="flat" cmpd="sng" w="9525">
            <a:solidFill>
              <a:srgbClr val="C7DFA8"/>
            </a:solidFill>
            <a:prstDash val="solid"/>
            <a:round/>
            <a:headEnd len="sm" w="sm" type="none"/>
            <a:tailEnd len="sm" w="sm" type="none"/>
          </a:ln>
        </p:spPr>
      </p:cxnSp>
      <p:sp>
        <p:nvSpPr>
          <p:cNvPr id="63" name="Google Shape;63;p24"/>
          <p:cNvSpPr/>
          <p:nvPr/>
        </p:nvSpPr>
        <p:spPr>
          <a:xfrm>
            <a:off x="1219200" y="0"/>
            <a:ext cx="76200" cy="6858000"/>
          </a:xfrm>
          <a:prstGeom prst="rect">
            <a:avLst/>
          </a:prstGeom>
          <a:solidFill>
            <a:srgbClr val="C7DFA8">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4" name="Google Shape;64;p24"/>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5" name="Google Shape;65;p24"/>
          <p:cNvSpPr/>
          <p:nvPr/>
        </p:nvSpPr>
        <p:spPr>
          <a:xfrm>
            <a:off x="1324704"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6" name="Google Shape;66;p24"/>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7" name="Google Shape;67;p24"/>
          <p:cNvSpPr/>
          <p:nvPr/>
        </p:nvSpPr>
        <p:spPr>
          <a:xfrm>
            <a:off x="1664208" y="5791200"/>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8" name="Google Shape;68;p24"/>
          <p:cNvSpPr/>
          <p:nvPr/>
        </p:nvSpPr>
        <p:spPr>
          <a:xfrm>
            <a:off x="1879040" y="4479888"/>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69" name="Google Shape;69;p24"/>
          <p:cNvCxnSpPr/>
          <p:nvPr/>
        </p:nvCxnSpPr>
        <p:spPr>
          <a:xfrm>
            <a:off x="9097944" y="0"/>
            <a:ext cx="0" cy="6858000"/>
          </a:xfrm>
          <a:prstGeom prst="straightConnector1">
            <a:avLst/>
          </a:prstGeom>
          <a:noFill/>
          <a:ln cap="flat" cmpd="thickThin" w="57150">
            <a:solidFill>
              <a:srgbClr val="C7DFA8"/>
            </a:solidFill>
            <a:prstDash val="solid"/>
            <a:round/>
            <a:headEnd len="sm" w="sm" type="none"/>
            <a:tailEnd len="sm" w="sm" type="none"/>
          </a:ln>
        </p:spPr>
      </p:cxnSp>
      <p:sp>
        <p:nvSpPr>
          <p:cNvPr id="70" name="Google Shape;70;p24"/>
          <p:cNvSpPr txBox="1"/>
          <p:nvPr>
            <p:ph idx="12" type="sldNum"/>
          </p:nvPr>
        </p:nvSpPr>
        <p:spPr>
          <a:xfrm>
            <a:off x="1340616"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2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5"/>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5"/>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6" name="Google Shape;76;p25"/>
          <p:cNvSpPr txBox="1"/>
          <p:nvPr>
            <p:ph idx="1" type="body"/>
          </p:nvPr>
        </p:nvSpPr>
        <p:spPr>
          <a:xfrm>
            <a:off x="457200"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7" name="Google Shape;77;p25"/>
          <p:cNvSpPr txBox="1"/>
          <p:nvPr>
            <p:ph idx="2" type="body"/>
          </p:nvPr>
        </p:nvSpPr>
        <p:spPr>
          <a:xfrm>
            <a:off x="4270248"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26"/>
          <p:cNvSpPr txBox="1"/>
          <p:nvPr>
            <p:ph type="title"/>
          </p:nvPr>
        </p:nvSpPr>
        <p:spPr>
          <a:xfrm>
            <a:off x="457200" y="273050"/>
            <a:ext cx="7543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6"/>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3" name="Google Shape;83;p26"/>
          <p:cNvSpPr txBox="1"/>
          <p:nvPr>
            <p:ph idx="1" type="body"/>
          </p:nvPr>
        </p:nvSpPr>
        <p:spPr>
          <a:xfrm>
            <a:off x="457200"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26"/>
          <p:cNvSpPr txBox="1"/>
          <p:nvPr>
            <p:ph idx="2" type="body"/>
          </p:nvPr>
        </p:nvSpPr>
        <p:spPr>
          <a:xfrm>
            <a:off x="4371975"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5" name="Google Shape;85;p26"/>
          <p:cNvSpPr/>
          <p:nvPr>
            <p:ph idx="3" type="body"/>
          </p:nvPr>
        </p:nvSpPr>
        <p:spPr>
          <a:xfrm>
            <a:off x="4572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6" name="Google Shape;86;p26"/>
          <p:cNvSpPr/>
          <p:nvPr>
            <p:ph idx="4" type="body"/>
          </p:nvPr>
        </p:nvSpPr>
        <p:spPr>
          <a:xfrm>
            <a:off x="43434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2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27"/>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1" name="Google Shape;91;p27"/>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28"/>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lt1"/>
        </a:solidFill>
      </p:bgPr>
    </p:bg>
    <p:spTree>
      <p:nvGrpSpPr>
        <p:cNvPr id="96" name="Shape 96"/>
        <p:cNvGrpSpPr/>
        <p:nvPr/>
      </p:nvGrpSpPr>
      <p:grpSpPr>
        <a:xfrm>
          <a:off x="0" y="0"/>
          <a:ext cx="0" cy="0"/>
          <a:chOff x="0" y="0"/>
          <a:chExt cx="0" cy="0"/>
        </a:xfrm>
      </p:grpSpPr>
      <p:cxnSp>
        <p:nvCxnSpPr>
          <p:cNvPr id="97" name="Google Shape;97;p29"/>
          <p:cNvCxnSpPr/>
          <p:nvPr/>
        </p:nvCxnSpPr>
        <p:spPr>
          <a:xfrm>
            <a:off x="8763000" y="0"/>
            <a:ext cx="0" cy="6858000"/>
          </a:xfrm>
          <a:prstGeom prst="straightConnector1">
            <a:avLst/>
          </a:prstGeom>
          <a:noFill/>
          <a:ln cap="flat" cmpd="sng" w="38100">
            <a:solidFill>
              <a:srgbClr val="C7DFA8">
                <a:alpha val="92941"/>
              </a:srgbClr>
            </a:solidFill>
            <a:prstDash val="solid"/>
            <a:round/>
            <a:headEnd len="sm" w="sm" type="none"/>
            <a:tailEnd len="sm" w="sm" type="none"/>
          </a:ln>
        </p:spPr>
      </p:cxnSp>
      <p:sp>
        <p:nvSpPr>
          <p:cNvPr id="98" name="Google Shape;98;p29"/>
          <p:cNvSpPr txBox="1"/>
          <p:nvPr>
            <p:ph type="title"/>
          </p:nvPr>
        </p:nvSpPr>
        <p:spPr>
          <a:xfrm rot="5400000">
            <a:off x="3371850"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29"/>
          <p:cNvSpPr txBox="1"/>
          <p:nvPr>
            <p:ph idx="1" type="body"/>
          </p:nvPr>
        </p:nvSpPr>
        <p:spPr>
          <a:xfrm>
            <a:off x="6812280" y="274320"/>
            <a:ext cx="1527048" cy="498348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840"/>
              <a:buNone/>
              <a:defRPr sz="1200"/>
            </a:lvl1pPr>
            <a:lvl2pPr indent="-228600" lvl="1" marL="914400" algn="l">
              <a:spcBef>
                <a:spcPts val="1000"/>
              </a:spcBef>
              <a:spcAft>
                <a:spcPts val="0"/>
              </a:spcAft>
              <a:buSzPts val="960"/>
              <a:buNone/>
              <a:defRPr sz="1200"/>
            </a:lvl2pPr>
            <a:lvl3pPr indent="-228600" lvl="2" marL="1371600" algn="l">
              <a:spcBef>
                <a:spcPts val="200"/>
              </a:spcBef>
              <a:spcAft>
                <a:spcPts val="0"/>
              </a:spcAft>
              <a:buSzPts val="6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612"/>
              <a:buNone/>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00" name="Google Shape;100;p29"/>
          <p:cNvCxnSpPr/>
          <p:nvPr/>
        </p:nvCxnSpPr>
        <p:spPr>
          <a:xfrm>
            <a:off x="6248400" y="0"/>
            <a:ext cx="0" cy="6858000"/>
          </a:xfrm>
          <a:prstGeom prst="straightConnector1">
            <a:avLst/>
          </a:prstGeom>
          <a:noFill/>
          <a:ln cap="flat" cmpd="sng" w="38100">
            <a:solidFill>
              <a:srgbClr val="C7DFA8"/>
            </a:solidFill>
            <a:prstDash val="solid"/>
            <a:round/>
            <a:headEnd len="sm" w="sm" type="none"/>
            <a:tailEnd len="sm" w="sm" type="none"/>
          </a:ln>
        </p:spPr>
      </p:cxnSp>
      <p:cxnSp>
        <p:nvCxnSpPr>
          <p:cNvPr id="101" name="Google Shape;101;p29"/>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cxnSp>
        <p:nvCxnSpPr>
          <p:cNvPr id="102" name="Google Shape;102;p29"/>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03" name="Google Shape;103;p29"/>
          <p:cNvSpPr/>
          <p:nvPr/>
        </p:nvSpPr>
        <p:spPr>
          <a:xfrm>
            <a:off x="8839200" y="0"/>
            <a:ext cx="304800" cy="6858000"/>
          </a:xfrm>
          <a:prstGeom prst="rect">
            <a:avLst/>
          </a:prstGeom>
          <a:solidFill>
            <a:srgbClr val="C7DFA8">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104" name="Google Shape;104;p29"/>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05" name="Google Shape;105;p29"/>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106" name="Google Shape;106;p29"/>
          <p:cNvSpPr txBox="1"/>
          <p:nvPr>
            <p:ph idx="2" type="body"/>
          </p:nvPr>
        </p:nvSpPr>
        <p:spPr>
          <a:xfrm>
            <a:off x="304800" y="274320"/>
            <a:ext cx="5638800" cy="6327648"/>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2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9" name="Google Shape;109;p2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0" name="Shape 110"/>
        <p:cNvGrpSpPr/>
        <p:nvPr/>
      </p:nvGrpSpPr>
      <p:grpSpPr>
        <a:xfrm>
          <a:off x="0" y="0"/>
          <a:ext cx="0" cy="0"/>
          <a:chOff x="0" y="0"/>
          <a:chExt cx="0" cy="0"/>
        </a:xfrm>
      </p:grpSpPr>
      <p:cxnSp>
        <p:nvCxnSpPr>
          <p:cNvPr id="111" name="Google Shape;111;p30"/>
          <p:cNvCxnSpPr/>
          <p:nvPr/>
        </p:nvCxnSpPr>
        <p:spPr>
          <a:xfrm>
            <a:off x="8763000" y="0"/>
            <a:ext cx="0" cy="6858000"/>
          </a:xfrm>
          <a:prstGeom prst="straightConnector1">
            <a:avLst/>
          </a:prstGeom>
          <a:noFill/>
          <a:ln cap="flat" cmpd="sng" w="38100">
            <a:solidFill>
              <a:srgbClr val="C7DFA8"/>
            </a:solidFill>
            <a:prstDash val="solid"/>
            <a:round/>
            <a:headEnd len="sm" w="sm" type="none"/>
            <a:tailEnd len="sm" w="sm" type="none"/>
          </a:ln>
        </p:spPr>
      </p:cxnSp>
      <p:sp>
        <p:nvSpPr>
          <p:cNvPr id="112" name="Google Shape;112;p30"/>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113" name="Google Shape;113;p30"/>
          <p:cNvSpPr txBox="1"/>
          <p:nvPr>
            <p:ph type="title"/>
          </p:nvPr>
        </p:nvSpPr>
        <p:spPr>
          <a:xfrm rot="5400000">
            <a:off x="3350133"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30"/>
          <p:cNvSpPr/>
          <p:nvPr>
            <p:ph idx="2" type="pic"/>
          </p:nvPr>
        </p:nvSpPr>
        <p:spPr>
          <a:xfrm>
            <a:off x="0" y="0"/>
            <a:ext cx="6172200" cy="6858000"/>
          </a:xfrm>
          <a:prstGeom prst="rect">
            <a:avLst/>
          </a:prstGeom>
          <a:solidFill>
            <a:schemeClr val="lt2"/>
          </a:solidFill>
          <a:ln>
            <a:noFill/>
          </a:ln>
        </p:spPr>
      </p:sp>
      <p:sp>
        <p:nvSpPr>
          <p:cNvPr id="115" name="Google Shape;115;p30"/>
          <p:cNvSpPr txBox="1"/>
          <p:nvPr>
            <p:ph idx="1" type="body"/>
          </p:nvPr>
        </p:nvSpPr>
        <p:spPr>
          <a:xfrm>
            <a:off x="6765798" y="264795"/>
            <a:ext cx="1524000" cy="4956048"/>
          </a:xfrm>
          <a:prstGeom prst="rect">
            <a:avLst/>
          </a:prstGeom>
          <a:noFill/>
          <a:ln>
            <a:noFill/>
          </a:ln>
        </p:spPr>
        <p:txBody>
          <a:bodyPr anchorCtr="0" anchor="t" bIns="45700" lIns="91425" spcFirstLastPara="1" rIns="91425" wrap="square" tIns="45700">
            <a:normAutofit/>
          </a:bodyPr>
          <a:lstStyle>
            <a:lvl1pPr indent="-228600" lvl="0" marL="457200" algn="l">
              <a:spcBef>
                <a:spcPts val="100"/>
              </a:spcBef>
              <a:spcAft>
                <a:spcPts val="0"/>
              </a:spcAft>
              <a:buSzPts val="840"/>
              <a:buFont typeface="Century Schoolbook"/>
              <a:buNone/>
              <a:defRPr sz="1200"/>
            </a:lvl1pPr>
            <a:lvl2pPr indent="-289560" lvl="1" marL="914400" algn="l">
              <a:spcBef>
                <a:spcPts val="400"/>
              </a:spcBef>
              <a:spcAft>
                <a:spcPts val="0"/>
              </a:spcAft>
              <a:buSzPts val="960"/>
              <a:buChar char="⚫"/>
              <a:defRPr sz="1200"/>
            </a:lvl2pPr>
            <a:lvl3pPr indent="-266700" lvl="2" marL="1371600" algn="l">
              <a:spcBef>
                <a:spcPts val="200"/>
              </a:spcBef>
              <a:spcAft>
                <a:spcPts val="0"/>
              </a:spcAft>
              <a:buSzPts val="600"/>
              <a:buChar char="🞆"/>
              <a:defRPr sz="1000"/>
            </a:lvl3pPr>
            <a:lvl4pPr indent="-262889" lvl="3" marL="1828800" algn="l">
              <a:spcBef>
                <a:spcPts val="180"/>
              </a:spcBef>
              <a:spcAft>
                <a:spcPts val="0"/>
              </a:spcAft>
              <a:buSzPts val="540"/>
              <a:buChar char="🞆"/>
              <a:defRPr sz="900"/>
            </a:lvl4pPr>
            <a:lvl5pPr indent="-267461" lvl="4" marL="2286000" algn="l">
              <a:spcBef>
                <a:spcPts val="180"/>
              </a:spcBef>
              <a:spcAft>
                <a:spcPts val="0"/>
              </a:spcAft>
              <a:buSzPts val="612"/>
              <a:buChar char="⚫"/>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16" name="Google Shape;116;p30"/>
          <p:cNvCxnSpPr/>
          <p:nvPr/>
        </p:nvCxnSpPr>
        <p:spPr>
          <a:xfrm>
            <a:off x="8991600" y="0"/>
            <a:ext cx="0" cy="6858000"/>
          </a:xfrm>
          <a:prstGeom prst="straightConnector1">
            <a:avLst/>
          </a:prstGeom>
          <a:noFill/>
          <a:ln cap="flat" cmpd="sng" w="9525">
            <a:solidFill>
              <a:schemeClr val="dk1"/>
            </a:solidFill>
            <a:prstDash val="solid"/>
            <a:round/>
            <a:headEnd len="sm" w="sm" type="none"/>
            <a:tailEnd len="sm" w="sm" type="none"/>
          </a:ln>
        </p:spPr>
      </p:cxnSp>
      <p:sp>
        <p:nvSpPr>
          <p:cNvPr id="117" name="Google Shape;117;p30"/>
          <p:cNvSpPr/>
          <p:nvPr/>
        </p:nvSpPr>
        <p:spPr>
          <a:xfrm>
            <a:off x="8839200" y="0"/>
            <a:ext cx="304800" cy="6858000"/>
          </a:xfrm>
          <a:prstGeom prst="rect">
            <a:avLst/>
          </a:prstGeom>
          <a:solidFill>
            <a:srgbClr val="C7DF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118" name="Google Shape;118;p30"/>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cxnSp>
        <p:nvCxnSpPr>
          <p:cNvPr id="119" name="Google Shape;119;p30"/>
          <p:cNvCxnSpPr/>
          <p:nvPr/>
        </p:nvCxnSpPr>
        <p:spPr>
          <a:xfrm>
            <a:off x="6248400" y="0"/>
            <a:ext cx="0" cy="6858000"/>
          </a:xfrm>
          <a:prstGeom prst="straightConnector1">
            <a:avLst/>
          </a:prstGeom>
          <a:noFill/>
          <a:ln cap="flat" cmpd="sng" w="38100">
            <a:solidFill>
              <a:srgbClr val="C7DFA8"/>
            </a:solidFill>
            <a:prstDash val="solid"/>
            <a:round/>
            <a:headEnd len="sm" w="sm" type="none"/>
            <a:tailEnd len="sm" w="sm" type="none"/>
          </a:ln>
        </p:spPr>
      </p:cxnSp>
      <p:cxnSp>
        <p:nvCxnSpPr>
          <p:cNvPr id="120" name="Google Shape;120;p30"/>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sp>
        <p:nvSpPr>
          <p:cNvPr id="121" name="Google Shape;121;p30"/>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3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23" name="Google Shape;123;p3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4" name="Shape 124"/>
        <p:cNvGrpSpPr/>
        <p:nvPr/>
      </p:nvGrpSpPr>
      <p:grpSpPr>
        <a:xfrm>
          <a:off x="0" y="0"/>
          <a:ext cx="0" cy="0"/>
          <a:chOff x="0" y="0"/>
          <a:chExt cx="0" cy="0"/>
        </a:xfrm>
      </p:grpSpPr>
      <p:sp>
        <p:nvSpPr>
          <p:cNvPr id="125" name="Google Shape;125;p3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31"/>
          <p:cNvSpPr txBox="1"/>
          <p:nvPr>
            <p:ph idx="1" type="body"/>
          </p:nvPr>
        </p:nvSpPr>
        <p:spPr>
          <a:xfrm rot="5400000">
            <a:off x="1754124" y="303276"/>
            <a:ext cx="4873752" cy="74676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7" name="Google Shape;127;p3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0" name="Shape 130"/>
        <p:cNvGrpSpPr/>
        <p:nvPr/>
      </p:nvGrpSpPr>
      <p:grpSpPr>
        <a:xfrm>
          <a:off x="0" y="0"/>
          <a:ext cx="0" cy="0"/>
          <a:chOff x="0" y="0"/>
          <a:chExt cx="0" cy="0"/>
        </a:xfrm>
      </p:grpSpPr>
      <p:sp>
        <p:nvSpPr>
          <p:cNvPr id="131" name="Google Shape;131;p32"/>
          <p:cNvSpPr txBox="1"/>
          <p:nvPr>
            <p:ph type="title"/>
          </p:nvPr>
        </p:nvSpPr>
        <p:spPr>
          <a:xfrm rot="5400000">
            <a:off x="4541838" y="2362202"/>
            <a:ext cx="5851525" cy="1676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3" name="Google Shape;133;p3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cxnSp>
        <p:nvCxnSpPr>
          <p:cNvPr id="10" name="Google Shape;10;p21"/>
          <p:cNvCxnSpPr/>
          <p:nvPr/>
        </p:nvCxnSpPr>
        <p:spPr>
          <a:xfrm>
            <a:off x="8763000" y="0"/>
            <a:ext cx="0" cy="6858000"/>
          </a:xfrm>
          <a:prstGeom prst="straightConnector1">
            <a:avLst/>
          </a:prstGeom>
          <a:noFill/>
          <a:ln cap="flat" cmpd="sng" w="38100">
            <a:solidFill>
              <a:srgbClr val="C7DFA8">
                <a:alpha val="92941"/>
              </a:srgbClr>
            </a:solidFill>
            <a:prstDash val="solid"/>
            <a:round/>
            <a:headEnd len="sm" w="sm" type="none"/>
            <a:tailEnd len="sm" w="sm" type="none"/>
          </a:ln>
        </p:spPr>
      </p:cxnSp>
      <p:sp>
        <p:nvSpPr>
          <p:cNvPr id="11" name="Google Shape;11;p2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000"/>
              <a:buFont typeface="Century Schoolbook"/>
              <a:buNone/>
              <a:defRPr b="0" i="0" sz="3000" u="none" cap="small" strike="noStrike">
                <a:solidFill>
                  <a:schemeClr val="dk2"/>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1"/>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35280" lvl="0" marL="457200" marR="0" rtl="0" algn="l">
              <a:spcBef>
                <a:spcPts val="600"/>
              </a:spcBef>
              <a:spcAft>
                <a:spcPts val="0"/>
              </a:spcAft>
              <a:buClr>
                <a:schemeClr val="accent1"/>
              </a:buClr>
              <a:buSzPts val="1680"/>
              <a:buFont typeface="Noto Sans Symbols"/>
              <a:buChar char="🞆"/>
              <a:defRPr b="0" i="0" sz="2400" u="none" cap="none" strike="noStrike">
                <a:solidFill>
                  <a:schemeClr val="dk1"/>
                </a:solidFill>
                <a:latin typeface="Century Schoolbook"/>
                <a:ea typeface="Century Schoolbook"/>
                <a:cs typeface="Century Schoolbook"/>
                <a:sym typeface="Century Schoolbook"/>
              </a:defRPr>
            </a:lvl1pPr>
            <a:lvl2pPr indent="-335280" lvl="1" marL="914400"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entury Schoolbook"/>
                <a:ea typeface="Century Schoolbook"/>
                <a:cs typeface="Century Schoolbook"/>
                <a:sym typeface="Century Schoolbook"/>
              </a:defRPr>
            </a:lvl2pPr>
            <a:lvl3pPr indent="-297180" lvl="2" marL="1371600" marR="0" rtl="0" algn="l">
              <a:spcBef>
                <a:spcPts val="360"/>
              </a:spcBef>
              <a:spcAft>
                <a:spcPts val="0"/>
              </a:spcAft>
              <a:buClr>
                <a:srgbClr val="81AD00"/>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3pPr>
            <a:lvl4pPr indent="-297180" lvl="3" marL="1828800" marR="0" rtl="0" algn="l">
              <a:spcBef>
                <a:spcPts val="360"/>
              </a:spcBef>
              <a:spcAft>
                <a:spcPts val="0"/>
              </a:spcAft>
              <a:buClr>
                <a:srgbClr val="C7DFA8"/>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4pPr>
            <a:lvl5pPr indent="-297688" lvl="4" marL="2286000" marR="0" rtl="0" algn="l">
              <a:spcBef>
                <a:spcPts val="320"/>
              </a:spcBef>
              <a:spcAft>
                <a:spcPts val="0"/>
              </a:spcAft>
              <a:buClr>
                <a:srgbClr val="BAB7B3"/>
              </a:buClr>
              <a:buSzPts val="1088"/>
              <a:buFont typeface="Noto Sans Symbols"/>
              <a:buChar char="⚫"/>
              <a:defRPr b="0" i="0" sz="1600" u="none" cap="none" strike="noStrike">
                <a:solidFill>
                  <a:schemeClr val="dk1"/>
                </a:solidFill>
                <a:latin typeface="Century Schoolbook"/>
                <a:ea typeface="Century Schoolbook"/>
                <a:cs typeface="Century Schoolbook"/>
                <a:sym typeface="Century Schoolbook"/>
              </a:defRPr>
            </a:lvl5pPr>
            <a:lvl6pPr indent="-330200" lvl="5" marL="2743200" marR="0" rtl="0" algn="l">
              <a:spcBef>
                <a:spcPts val="320"/>
              </a:spcBef>
              <a:spcAft>
                <a:spcPts val="0"/>
              </a:spcAft>
              <a:buClr>
                <a:schemeClr val="accent1"/>
              </a:buClr>
              <a:buSzPts val="1600"/>
              <a:buFont typeface="Century Schoolbook"/>
              <a:buChar char="•"/>
              <a:defRPr b="0" i="0" sz="1600" u="none" cap="none" strike="noStrike">
                <a:solidFill>
                  <a:schemeClr val="dk2"/>
                </a:solidFill>
                <a:latin typeface="Century Schoolbook"/>
                <a:ea typeface="Century Schoolbook"/>
                <a:cs typeface="Century Schoolbook"/>
                <a:sym typeface="Century Schoolbook"/>
              </a:defRPr>
            </a:lvl6pPr>
            <a:lvl7pPr indent="-281939" lvl="6" marL="3200400" marR="0" rtl="0" algn="l">
              <a:spcBef>
                <a:spcPts val="280"/>
              </a:spcBef>
              <a:spcAft>
                <a:spcPts val="0"/>
              </a:spcAft>
              <a:buClr>
                <a:srgbClr val="C7DFA8"/>
              </a:buClr>
              <a:buSzPts val="840"/>
              <a:buFont typeface="Noto Sans Symbols"/>
              <a:buChar char="⚪"/>
              <a:defRPr b="0" i="0" sz="1400" u="none" cap="none" strike="noStrike">
                <a:solidFill>
                  <a:schemeClr val="dk2"/>
                </a:solidFill>
                <a:latin typeface="Century Schoolbook"/>
                <a:ea typeface="Century Schoolbook"/>
                <a:cs typeface="Century Schoolbook"/>
                <a:sym typeface="Century Schoolbook"/>
              </a:defRPr>
            </a:lvl7pPr>
            <a:lvl8pPr indent="-317500" lvl="7" marL="3657600" marR="0" rtl="0" algn="l">
              <a:spcBef>
                <a:spcPts val="280"/>
              </a:spcBef>
              <a:spcAft>
                <a:spcPts val="0"/>
              </a:spcAft>
              <a:buClr>
                <a:schemeClr val="accent2"/>
              </a:buClr>
              <a:buSzPts val="1400"/>
              <a:buFont typeface="Century Schoolbook"/>
              <a:buChar char="•"/>
              <a:defRPr b="0" i="0" sz="1400" u="none" cap="small" strike="noStrike">
                <a:solidFill>
                  <a:schemeClr val="dk2"/>
                </a:solidFill>
                <a:latin typeface="Century Schoolbook"/>
                <a:ea typeface="Century Schoolbook"/>
                <a:cs typeface="Century Schoolbook"/>
                <a:sym typeface="Century Schoolbook"/>
              </a:defRPr>
            </a:lvl8pPr>
            <a:lvl9pPr indent="-317500" lvl="8" marL="4114800" marR="0" rtl="0" algn="l">
              <a:spcBef>
                <a:spcPts val="280"/>
              </a:spcBef>
              <a:spcAft>
                <a:spcPts val="0"/>
              </a:spcAft>
              <a:buClr>
                <a:srgbClr val="81AD00"/>
              </a:buClr>
              <a:buSzPts val="1400"/>
              <a:buFont typeface="Century Schoolbook"/>
              <a:buChar char="•"/>
              <a:defRPr b="0" i="0" sz="1400" u="none" cap="none" strike="noStrike">
                <a:solidFill>
                  <a:schemeClr val="dk2"/>
                </a:solidFill>
                <a:latin typeface="Century Schoolbook"/>
                <a:ea typeface="Century Schoolbook"/>
                <a:cs typeface="Century Schoolbook"/>
                <a:sym typeface="Century Schoolbook"/>
              </a:defRPr>
            </a:lvl9pPr>
          </a:lstStyle>
          <a:p/>
        </p:txBody>
      </p:sp>
      <p:sp>
        <p:nvSpPr>
          <p:cNvPr id="13" name="Google Shape;13;p2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14" name="Google Shape;14;p2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cxnSp>
        <p:nvCxnSpPr>
          <p:cNvPr id="15" name="Google Shape;15;p21"/>
          <p:cNvCxnSpPr/>
          <p:nvPr/>
        </p:nvCxnSpPr>
        <p:spPr>
          <a:xfrm>
            <a:off x="76200" y="0"/>
            <a:ext cx="0" cy="6858000"/>
          </a:xfrm>
          <a:prstGeom prst="straightConnector1">
            <a:avLst/>
          </a:prstGeom>
          <a:noFill/>
          <a:ln cap="flat" cmpd="thickThin" w="57150">
            <a:solidFill>
              <a:srgbClr val="C7DFA8"/>
            </a:solidFill>
            <a:prstDash val="solid"/>
            <a:round/>
            <a:headEnd len="sm" w="sm" type="none"/>
            <a:tailEnd len="sm" w="sm" type="none"/>
          </a:ln>
        </p:spPr>
      </p:cxnSp>
      <p:cxnSp>
        <p:nvCxnSpPr>
          <p:cNvPr id="16" name="Google Shape;16;p21"/>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7" name="Google Shape;17;p21"/>
          <p:cNvSpPr/>
          <p:nvPr/>
        </p:nvSpPr>
        <p:spPr>
          <a:xfrm>
            <a:off x="8839200" y="0"/>
            <a:ext cx="304800" cy="6858000"/>
          </a:xfrm>
          <a:prstGeom prst="rect">
            <a:avLst/>
          </a:prstGeom>
          <a:solidFill>
            <a:srgbClr val="C7DFA8">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cxnSp>
        <p:nvCxnSpPr>
          <p:cNvPr id="18" name="Google Shape;18;p21"/>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9" name="Google Shape;19;p21"/>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0" name="Google Shape;20;p2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1pPr>
            <a:lvl2pPr indent="0" lvl="1"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2pPr>
            <a:lvl3pPr indent="0" lvl="2"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3pPr>
            <a:lvl4pPr indent="0" lvl="3"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4pPr>
            <a:lvl5pPr indent="0" lvl="4"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5pPr>
            <a:lvl6pPr indent="0" lvl="5"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6pPr>
            <a:lvl7pPr indent="0" lvl="6"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7pPr>
            <a:lvl8pPr indent="0" lvl="7"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8pPr>
            <a:lvl9pPr indent="0" lvl="8"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en.wikipedia.org/wiki/Web_crawler" TargetMode="External"/><Relationship Id="rId4" Type="http://schemas.openxmlformats.org/officeDocument/2006/relationships/image" Target="../media/image6.png"/><Relationship Id="rId5"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
          <p:cNvSpPr txBox="1"/>
          <p:nvPr>
            <p:ph type="ctrTitle"/>
          </p:nvPr>
        </p:nvSpPr>
        <p:spPr>
          <a:xfrm>
            <a:off x="2267744" y="1628800"/>
            <a:ext cx="6172200" cy="1894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SEO </a:t>
            </a:r>
            <a:r>
              <a:rPr lang="en-US"/>
              <a:t>Basics</a:t>
            </a:r>
            <a:endParaRPr/>
          </a:p>
        </p:txBody>
      </p:sp>
      <p:sp>
        <p:nvSpPr>
          <p:cNvPr id="141" name="Google Shape;141;p1"/>
          <p:cNvSpPr txBox="1"/>
          <p:nvPr>
            <p:ph idx="1" type="subTitle"/>
          </p:nvPr>
        </p:nvSpPr>
        <p:spPr>
          <a:xfrm>
            <a:off x="2267744" y="3645024"/>
            <a:ext cx="61722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60"/>
              <a:buNone/>
            </a:pPr>
            <a:r>
              <a:rPr lang="en-US">
                <a:solidFill>
                  <a:srgbClr val="6F9400"/>
                </a:solidFill>
                <a:latin typeface="Roboto"/>
                <a:ea typeface="Roboto"/>
                <a:cs typeface="Roboto"/>
                <a:sym typeface="Roboto"/>
              </a:rPr>
              <a:t>Today, we'll delve into key SEO basics to boost your website's visibility and drive organic traffic.</a:t>
            </a:r>
            <a:endParaRPr>
              <a:solidFill>
                <a:srgbClr val="6F9400"/>
              </a:solidFill>
            </a:endParaRPr>
          </a:p>
          <a:p>
            <a:pPr indent="0" lvl="0" marL="0" rtl="0" algn="l">
              <a:spcBef>
                <a:spcPts val="600"/>
              </a:spcBef>
              <a:spcAft>
                <a:spcPts val="0"/>
              </a:spcAft>
              <a:buSzPts val="1260"/>
              <a:buNone/>
            </a:pPr>
            <a:r>
              <a:t/>
            </a:r>
            <a:endParaRPr/>
          </a:p>
        </p:txBody>
      </p:sp>
      <p:sp>
        <p:nvSpPr>
          <p:cNvPr id="142" name="Google Shape;142;p1"/>
          <p:cNvSpPr txBox="1"/>
          <p:nvPr/>
        </p:nvSpPr>
        <p:spPr>
          <a:xfrm>
            <a:off x="2555776" y="5958476"/>
            <a:ext cx="24609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By Vaishnavi Ankam</a:t>
            </a:r>
            <a:endParaRPr sz="1800">
              <a:solidFill>
                <a:schemeClr val="dk1"/>
              </a:solidFill>
              <a:latin typeface="Century Schoolbook"/>
              <a:ea typeface="Century Schoolbook"/>
              <a:cs typeface="Century Schoolbook"/>
              <a:sym typeface="Century Schoolbook"/>
            </a:endParaRPr>
          </a:p>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
          <p:cNvSpPr txBox="1"/>
          <p:nvPr>
            <p:ph idx="1" type="body"/>
          </p:nvPr>
        </p:nvSpPr>
        <p:spPr>
          <a:xfrm>
            <a:off x="303600" y="1375175"/>
            <a:ext cx="4196400" cy="50988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None/>
            </a:pPr>
            <a:r>
              <a:t/>
            </a:r>
            <a:endParaRPr/>
          </a:p>
          <a:p>
            <a:pPr indent="-258318" lvl="0" marL="274320" rtl="0" algn="l">
              <a:spcBef>
                <a:spcPts val="600"/>
              </a:spcBef>
              <a:spcAft>
                <a:spcPts val="0"/>
              </a:spcAft>
              <a:buSzPct val="70000"/>
              <a:buChar char="🞆"/>
            </a:pPr>
            <a:r>
              <a:rPr lang="en-US"/>
              <a:t>Search engines send out </a:t>
            </a:r>
            <a:r>
              <a:rPr lang="en-US">
                <a:uFill>
                  <a:noFill/>
                </a:uFill>
                <a:hlinkClick r:id="rId3"/>
              </a:rPr>
              <a:t>search engine spiders</a:t>
            </a:r>
            <a:r>
              <a:rPr lang="en-US"/>
              <a:t> to find pages on the internet.</a:t>
            </a:r>
            <a:endParaRPr/>
          </a:p>
          <a:p>
            <a:pPr indent="0" lvl="0" marL="274320" rtl="0" algn="l">
              <a:spcBef>
                <a:spcPts val="600"/>
              </a:spcBef>
              <a:spcAft>
                <a:spcPts val="0"/>
              </a:spcAft>
              <a:buNone/>
            </a:pPr>
            <a:r>
              <a:t/>
            </a:r>
            <a:endParaRPr/>
          </a:p>
          <a:p>
            <a:pPr indent="-235648" lvl="0" marL="274320" rtl="0" algn="l">
              <a:spcBef>
                <a:spcPts val="600"/>
              </a:spcBef>
              <a:spcAft>
                <a:spcPts val="0"/>
              </a:spcAft>
              <a:buSzPct val="52500"/>
              <a:buChar char="🞆"/>
            </a:pPr>
            <a:r>
              <a:rPr lang="en-US"/>
              <a:t>A Web crawler, sometimes called a spider or </a:t>
            </a:r>
            <a:r>
              <a:rPr lang="en-US"/>
              <a:t>spider bot</a:t>
            </a:r>
            <a:r>
              <a:rPr lang="en-US"/>
              <a:t> and often shortened to crawler, is an Internet bot that systematically browses the World Wide Web and that is typically operated by search engines for the purpose of Web indexing (web spidering)</a:t>
            </a:r>
            <a:endParaRPr/>
          </a:p>
          <a:p>
            <a:pPr indent="0" lvl="0" marL="274320" rtl="0" algn="l">
              <a:spcBef>
                <a:spcPts val="600"/>
              </a:spcBef>
              <a:spcAft>
                <a:spcPts val="0"/>
              </a:spcAft>
              <a:buNone/>
            </a:pPr>
            <a:r>
              <a:t/>
            </a:r>
            <a:endParaRPr/>
          </a:p>
          <a:p>
            <a:pPr indent="-258318" lvl="0" marL="274320" rtl="0" algn="l">
              <a:spcBef>
                <a:spcPts val="600"/>
              </a:spcBef>
              <a:spcAft>
                <a:spcPts val="0"/>
              </a:spcAft>
              <a:buSzPct val="70000"/>
              <a:buChar char="🞆"/>
            </a:pPr>
            <a:r>
              <a:rPr lang="en-US"/>
              <a:t>Next, they crawl each page’s code.</a:t>
            </a:r>
            <a:endParaRPr/>
          </a:p>
          <a:p>
            <a:pPr indent="-167640" lvl="0" marL="274320" rtl="0" algn="l">
              <a:spcBef>
                <a:spcPts val="600"/>
              </a:spcBef>
              <a:spcAft>
                <a:spcPts val="0"/>
              </a:spcAft>
              <a:buSzPct val="70000"/>
              <a:buNone/>
            </a:pPr>
            <a:r>
              <a:t/>
            </a:r>
            <a:endParaRPr/>
          </a:p>
        </p:txBody>
      </p:sp>
      <p:sp>
        <p:nvSpPr>
          <p:cNvPr id="148" name="Google Shape;148;p2"/>
          <p:cNvSpPr txBox="1"/>
          <p:nvPr/>
        </p:nvSpPr>
        <p:spPr>
          <a:xfrm>
            <a:off x="467544" y="-140971"/>
            <a:ext cx="7467600" cy="1143000"/>
          </a:xfrm>
          <a:prstGeom prst="rect">
            <a:avLst/>
          </a:prstGeom>
          <a:noFill/>
          <a:ln>
            <a:noFill/>
          </a:ln>
        </p:spPr>
        <p:txBody>
          <a:bodyPr anchorCtr="0" anchor="b" bIns="45700" lIns="91425" spcFirstLastPara="1" rIns="91425" wrap="square" tIns="45700">
            <a:normAutofit fontScale="97500"/>
          </a:bodyPr>
          <a:lstStyle/>
          <a:p>
            <a:pPr indent="0" lvl="0" marL="0" marR="0" rtl="0" algn="l">
              <a:spcBef>
                <a:spcPts val="0"/>
              </a:spcBef>
              <a:spcAft>
                <a:spcPts val="0"/>
              </a:spcAft>
              <a:buClr>
                <a:schemeClr val="dk2"/>
              </a:buClr>
              <a:buSzPct val="100000"/>
              <a:buFont typeface="Century Schoolbook"/>
              <a:buNone/>
            </a:pPr>
            <a:r>
              <a:rPr b="1" lang="en-US" sz="3000" cap="small">
                <a:solidFill>
                  <a:schemeClr val="dk2"/>
                </a:solidFill>
                <a:latin typeface="Century Schoolbook"/>
                <a:ea typeface="Century Schoolbook"/>
                <a:cs typeface="Century Schoolbook"/>
                <a:sym typeface="Century Schoolbook"/>
              </a:rPr>
              <a:t>How Search Engines Work</a:t>
            </a:r>
            <a:endParaRPr/>
          </a:p>
        </p:txBody>
      </p:sp>
      <p:pic>
        <p:nvPicPr>
          <p:cNvPr id="149" name="Google Shape;149;p2"/>
          <p:cNvPicPr preferRelativeResize="0"/>
          <p:nvPr/>
        </p:nvPicPr>
        <p:blipFill rotWithShape="1">
          <a:blip r:embed="rId4">
            <a:alphaModFix/>
          </a:blip>
          <a:srcRect b="0" l="0" r="0" t="0"/>
          <a:stretch/>
        </p:blipFill>
        <p:spPr>
          <a:xfrm>
            <a:off x="4644008" y="1268760"/>
            <a:ext cx="3816424" cy="2600779"/>
          </a:xfrm>
          <a:prstGeom prst="rect">
            <a:avLst/>
          </a:prstGeom>
          <a:noFill/>
          <a:ln>
            <a:noFill/>
          </a:ln>
        </p:spPr>
      </p:pic>
      <p:pic>
        <p:nvPicPr>
          <p:cNvPr id="150" name="Google Shape;150;p2"/>
          <p:cNvPicPr preferRelativeResize="0"/>
          <p:nvPr/>
        </p:nvPicPr>
        <p:blipFill rotWithShape="1">
          <a:blip r:embed="rId5">
            <a:alphaModFix/>
          </a:blip>
          <a:srcRect b="0" l="0" r="0" t="0"/>
          <a:stretch/>
        </p:blipFill>
        <p:spPr>
          <a:xfrm>
            <a:off x="4683634" y="4077072"/>
            <a:ext cx="3408490" cy="261645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24c431dca2_0_0"/>
          <p:cNvSpPr txBox="1"/>
          <p:nvPr>
            <p:ph idx="1" type="body"/>
          </p:nvPr>
        </p:nvSpPr>
        <p:spPr>
          <a:xfrm>
            <a:off x="337525" y="529350"/>
            <a:ext cx="4042800" cy="4873800"/>
          </a:xfrm>
          <a:prstGeom prst="rect">
            <a:avLst/>
          </a:prstGeom>
          <a:noFill/>
          <a:ln>
            <a:noFill/>
          </a:ln>
        </p:spPr>
        <p:txBody>
          <a:bodyPr anchorCtr="0" anchor="t" bIns="45700" lIns="91425" spcFirstLastPara="1" rIns="91425" wrap="square" tIns="45700">
            <a:noAutofit/>
          </a:bodyPr>
          <a:lstStyle/>
          <a:p>
            <a:pPr indent="-317119" lvl="0" marL="274320" rtl="0" algn="l">
              <a:spcBef>
                <a:spcPts val="0"/>
              </a:spcBef>
              <a:spcAft>
                <a:spcPts val="0"/>
              </a:spcAft>
              <a:buSzPts val="2354"/>
              <a:buChar char="🞆"/>
            </a:pPr>
            <a:r>
              <a:rPr lang="en-US" sz="2048">
                <a:highlight>
                  <a:srgbClr val="FFFFFF"/>
                </a:highlight>
                <a:latin typeface="Roboto"/>
                <a:ea typeface="Roboto"/>
                <a:cs typeface="Roboto"/>
                <a:sym typeface="Roboto"/>
              </a:rPr>
              <a:t>Once the page is crawled, the page is added to the search engine’s index, which is a cached collection of pages.</a:t>
            </a:r>
            <a:endParaRPr sz="3020"/>
          </a:p>
          <a:p>
            <a:pPr indent="-343789" lvl="0" marL="274320" rtl="0" algn="l">
              <a:lnSpc>
                <a:spcPct val="100000"/>
              </a:lnSpc>
              <a:spcBef>
                <a:spcPts val="0"/>
              </a:spcBef>
              <a:spcAft>
                <a:spcPts val="0"/>
              </a:spcAft>
              <a:buSzPts val="2354"/>
              <a:buChar char="🞆"/>
            </a:pPr>
            <a:r>
              <a:rPr lang="en-US" sz="2048">
                <a:highlight>
                  <a:srgbClr val="FFFFFF"/>
                </a:highlight>
                <a:latin typeface="Roboto"/>
                <a:ea typeface="Roboto"/>
                <a:cs typeface="Roboto"/>
                <a:sym typeface="Roboto"/>
              </a:rPr>
              <a:t>In other words: when you do a Google search, you’re not getting back live results. Instead, Google is showing you pages from its index. That’s why you get Google results within milliseconds.</a:t>
            </a:r>
            <a:endParaRPr sz="2048">
              <a:highlight>
                <a:srgbClr val="FFFFFF"/>
              </a:highlight>
              <a:latin typeface="Roboto"/>
              <a:ea typeface="Roboto"/>
              <a:cs typeface="Roboto"/>
              <a:sym typeface="Roboto"/>
            </a:endParaRPr>
          </a:p>
          <a:p>
            <a:pPr indent="-343789" lvl="0" marL="274320" rtl="0" algn="l">
              <a:lnSpc>
                <a:spcPct val="100000"/>
              </a:lnSpc>
              <a:spcBef>
                <a:spcPts val="0"/>
              </a:spcBef>
              <a:spcAft>
                <a:spcPts val="0"/>
              </a:spcAft>
              <a:buSzPts val="2354"/>
              <a:buChar char="🞆"/>
            </a:pPr>
            <a:r>
              <a:rPr lang="en-US" sz="2048">
                <a:highlight>
                  <a:srgbClr val="FFFFFF"/>
                </a:highlight>
                <a:latin typeface="Roboto"/>
                <a:ea typeface="Roboto"/>
                <a:cs typeface="Roboto"/>
                <a:sym typeface="Roboto"/>
              </a:rPr>
              <a:t>When someone searches, Google looks for pages in its index that match the person’s query.</a:t>
            </a:r>
            <a:endParaRPr sz="2048">
              <a:highlight>
                <a:srgbClr val="FFFFFF"/>
              </a:highlight>
              <a:latin typeface="Roboto"/>
              <a:ea typeface="Roboto"/>
              <a:cs typeface="Roboto"/>
              <a:sym typeface="Roboto"/>
            </a:endParaRPr>
          </a:p>
          <a:p>
            <a:pPr indent="-294640" lvl="0" marL="274320" rtl="0" algn="l">
              <a:spcBef>
                <a:spcPts val="600"/>
              </a:spcBef>
              <a:spcAft>
                <a:spcPts val="0"/>
              </a:spcAft>
              <a:buSzPts val="2000"/>
              <a:buChar char="🞆"/>
            </a:pPr>
            <a:r>
              <a:rPr lang="en-US" sz="2000">
                <a:highlight>
                  <a:srgbClr val="FFFFFF"/>
                </a:highlight>
                <a:latin typeface="Roboto"/>
                <a:ea typeface="Roboto"/>
                <a:cs typeface="Roboto"/>
                <a:sym typeface="Roboto"/>
              </a:rPr>
              <a:t>And they rank those pages based on hundreds of factors in their algorithm.</a:t>
            </a:r>
            <a:endParaRPr sz="2000"/>
          </a:p>
          <a:p>
            <a:pPr indent="-167640" lvl="0" marL="274320" rtl="0" algn="l">
              <a:spcBef>
                <a:spcPts val="600"/>
              </a:spcBef>
              <a:spcAft>
                <a:spcPts val="0"/>
              </a:spcAft>
              <a:buSzPts val="1554"/>
              <a:buNone/>
            </a:pPr>
            <a:r>
              <a:t/>
            </a:r>
            <a:endParaRPr sz="2420"/>
          </a:p>
        </p:txBody>
      </p:sp>
      <p:pic>
        <p:nvPicPr>
          <p:cNvPr id="156" name="Google Shape;156;g324c431dca2_0_0"/>
          <p:cNvPicPr preferRelativeResize="0"/>
          <p:nvPr/>
        </p:nvPicPr>
        <p:blipFill>
          <a:blip r:embed="rId3">
            <a:alphaModFix/>
          </a:blip>
          <a:stretch>
            <a:fillRect/>
          </a:stretch>
        </p:blipFill>
        <p:spPr>
          <a:xfrm>
            <a:off x="4572413" y="529351"/>
            <a:ext cx="3784775" cy="1863800"/>
          </a:xfrm>
          <a:prstGeom prst="rect">
            <a:avLst/>
          </a:prstGeom>
          <a:noFill/>
          <a:ln>
            <a:noFill/>
          </a:ln>
        </p:spPr>
      </p:pic>
      <p:pic>
        <p:nvPicPr>
          <p:cNvPr id="157" name="Google Shape;157;g324c431dca2_0_0"/>
          <p:cNvPicPr preferRelativeResize="0"/>
          <p:nvPr/>
        </p:nvPicPr>
        <p:blipFill>
          <a:blip r:embed="rId4">
            <a:alphaModFix/>
          </a:blip>
          <a:stretch>
            <a:fillRect/>
          </a:stretch>
        </p:blipFill>
        <p:spPr>
          <a:xfrm>
            <a:off x="4295200" y="2462950"/>
            <a:ext cx="4339200" cy="1932099"/>
          </a:xfrm>
          <a:prstGeom prst="rect">
            <a:avLst/>
          </a:prstGeom>
          <a:noFill/>
          <a:ln>
            <a:noFill/>
          </a:ln>
        </p:spPr>
      </p:pic>
      <p:pic>
        <p:nvPicPr>
          <p:cNvPr id="158" name="Google Shape;158;g324c431dca2_0_0"/>
          <p:cNvPicPr preferRelativeResize="0"/>
          <p:nvPr/>
        </p:nvPicPr>
        <p:blipFill>
          <a:blip r:embed="rId5">
            <a:alphaModFix/>
          </a:blip>
          <a:stretch>
            <a:fillRect/>
          </a:stretch>
        </p:blipFill>
        <p:spPr>
          <a:xfrm>
            <a:off x="4380325" y="4464850"/>
            <a:ext cx="2861699" cy="212861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24c431dca2_0_75"/>
          <p:cNvSpPr txBox="1"/>
          <p:nvPr>
            <p:ph type="title"/>
          </p:nvPr>
        </p:nvSpPr>
        <p:spPr>
          <a:xfrm>
            <a:off x="457200" y="274638"/>
            <a:ext cx="74676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RoBots.Txt</a:t>
            </a:r>
            <a:endParaRPr/>
          </a:p>
        </p:txBody>
      </p:sp>
      <p:sp>
        <p:nvSpPr>
          <p:cNvPr id="165" name="Google Shape;165;g324c431dca2_0_75"/>
          <p:cNvSpPr txBox="1"/>
          <p:nvPr>
            <p:ph idx="1" type="body"/>
          </p:nvPr>
        </p:nvSpPr>
        <p:spPr>
          <a:xfrm>
            <a:off x="457200" y="1600200"/>
            <a:ext cx="2650200" cy="4873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en-US" sz="2200">
                <a:solidFill>
                  <a:srgbClr val="040C28"/>
                </a:solidFill>
                <a:highlight>
                  <a:srgbClr val="FFFFFF"/>
                </a:highlight>
                <a:latin typeface="Arial"/>
                <a:ea typeface="Arial"/>
                <a:cs typeface="Arial"/>
                <a:sym typeface="Arial"/>
              </a:rPr>
              <a:t>A robots.txt file tells search engine crawlers which URLs the crawler can access on your site</a:t>
            </a:r>
            <a:r>
              <a:rPr lang="en-US" sz="2200">
                <a:solidFill>
                  <a:srgbClr val="1F1F1F"/>
                </a:solidFill>
                <a:highlight>
                  <a:srgbClr val="FFFFFF"/>
                </a:highlight>
                <a:latin typeface="Arial"/>
                <a:ea typeface="Arial"/>
                <a:cs typeface="Arial"/>
                <a:sym typeface="Arial"/>
              </a:rPr>
              <a:t>. This is used mainly to avoid overloading your site with requests. </a:t>
            </a:r>
            <a:endParaRPr sz="3100"/>
          </a:p>
        </p:txBody>
      </p:sp>
      <p:pic>
        <p:nvPicPr>
          <p:cNvPr id="166" name="Google Shape;166;g324c431dca2_0_75"/>
          <p:cNvPicPr preferRelativeResize="0"/>
          <p:nvPr/>
        </p:nvPicPr>
        <p:blipFill>
          <a:blip r:embed="rId3">
            <a:alphaModFix/>
          </a:blip>
          <a:stretch>
            <a:fillRect/>
          </a:stretch>
        </p:blipFill>
        <p:spPr>
          <a:xfrm>
            <a:off x="3250400" y="1600200"/>
            <a:ext cx="5322102" cy="2661051"/>
          </a:xfrm>
          <a:prstGeom prst="rect">
            <a:avLst/>
          </a:prstGeom>
          <a:noFill/>
          <a:ln>
            <a:noFill/>
          </a:ln>
        </p:spPr>
      </p:pic>
      <p:pic>
        <p:nvPicPr>
          <p:cNvPr id="167" name="Google Shape;167;g324c431dca2_0_75"/>
          <p:cNvPicPr preferRelativeResize="0"/>
          <p:nvPr/>
        </p:nvPicPr>
        <p:blipFill>
          <a:blip r:embed="rId4">
            <a:alphaModFix/>
          </a:blip>
          <a:stretch>
            <a:fillRect/>
          </a:stretch>
        </p:blipFill>
        <p:spPr>
          <a:xfrm>
            <a:off x="3531400" y="4593830"/>
            <a:ext cx="4171175" cy="2085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24c431dca2_0_16"/>
          <p:cNvSpPr txBox="1"/>
          <p:nvPr>
            <p:ph idx="1" type="body"/>
          </p:nvPr>
        </p:nvSpPr>
        <p:spPr>
          <a:xfrm>
            <a:off x="222025" y="297175"/>
            <a:ext cx="4260600" cy="487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b="1" sz="1800">
              <a:highlight>
                <a:srgbClr val="F8F8F8"/>
              </a:highlight>
              <a:latin typeface="Roboto"/>
              <a:ea typeface="Roboto"/>
              <a:cs typeface="Roboto"/>
              <a:sym typeface="Roboto"/>
            </a:endParaRPr>
          </a:p>
          <a:p>
            <a:pPr indent="0" lvl="0" marL="0" rtl="0" algn="l">
              <a:lnSpc>
                <a:spcPct val="100000"/>
              </a:lnSpc>
              <a:spcBef>
                <a:spcPts val="1100"/>
              </a:spcBef>
              <a:spcAft>
                <a:spcPts val="0"/>
              </a:spcAft>
              <a:buSzPts val="1100"/>
              <a:buNone/>
            </a:pPr>
            <a:r>
              <a:rPr lang="en-US" sz="1800">
                <a:highlight>
                  <a:srgbClr val="F8F8F8"/>
                </a:highlight>
                <a:latin typeface="Roboto"/>
                <a:ea typeface="Roboto"/>
                <a:cs typeface="Roboto"/>
                <a:sym typeface="Roboto"/>
              </a:rPr>
              <a:t> Google uses 200+ ranking factors in their algorithm. Most of the 200 ranking factors are different ways of measuring 3 things: relevancy, authority and quality. </a:t>
            </a:r>
            <a:endParaRPr sz="1800">
              <a:highlight>
                <a:srgbClr val="F8F8F8"/>
              </a:highlight>
              <a:latin typeface="Roboto"/>
              <a:ea typeface="Roboto"/>
              <a:cs typeface="Roboto"/>
              <a:sym typeface="Roboto"/>
            </a:endParaRPr>
          </a:p>
          <a:p>
            <a:pPr indent="0" lvl="0" marL="0" rtl="0" algn="l">
              <a:lnSpc>
                <a:spcPct val="100000"/>
              </a:lnSpc>
              <a:spcBef>
                <a:spcPts val="1100"/>
              </a:spcBef>
              <a:spcAft>
                <a:spcPts val="0"/>
              </a:spcAft>
              <a:buSzPts val="1100"/>
              <a:buNone/>
            </a:pPr>
            <a:r>
              <a:rPr b="1" lang="en-US" sz="1800">
                <a:highlight>
                  <a:srgbClr val="F8F8F8"/>
                </a:highlight>
                <a:latin typeface="Roboto"/>
                <a:ea typeface="Roboto"/>
                <a:cs typeface="Roboto"/>
                <a:sym typeface="Roboto"/>
              </a:rPr>
              <a:t>Relevancy </a:t>
            </a:r>
            <a:r>
              <a:rPr lang="en-US" sz="1800">
                <a:highlight>
                  <a:srgbClr val="F8F8F8"/>
                </a:highlight>
                <a:latin typeface="Roboto"/>
                <a:ea typeface="Roboto"/>
                <a:cs typeface="Roboto"/>
                <a:sym typeface="Roboto"/>
              </a:rPr>
              <a:t>is how well a page matches someone’s search. </a:t>
            </a:r>
            <a:endParaRPr sz="1800">
              <a:highlight>
                <a:srgbClr val="F8F8F8"/>
              </a:highlight>
              <a:latin typeface="Roboto"/>
              <a:ea typeface="Roboto"/>
              <a:cs typeface="Roboto"/>
              <a:sym typeface="Roboto"/>
            </a:endParaRPr>
          </a:p>
          <a:p>
            <a:pPr indent="0" lvl="0" marL="0" rtl="0" algn="l">
              <a:lnSpc>
                <a:spcPct val="100000"/>
              </a:lnSpc>
              <a:spcBef>
                <a:spcPts val="1100"/>
              </a:spcBef>
              <a:spcAft>
                <a:spcPts val="0"/>
              </a:spcAft>
              <a:buSzPts val="1100"/>
              <a:buNone/>
            </a:pPr>
            <a:r>
              <a:rPr b="1" lang="en-US" sz="1800">
                <a:highlight>
                  <a:srgbClr val="F8F8F8"/>
                </a:highlight>
                <a:latin typeface="Roboto"/>
                <a:ea typeface="Roboto"/>
                <a:cs typeface="Roboto"/>
                <a:sym typeface="Roboto"/>
              </a:rPr>
              <a:t>Authority</a:t>
            </a:r>
            <a:r>
              <a:rPr lang="en-US" sz="1800">
                <a:highlight>
                  <a:srgbClr val="F8F8F8"/>
                </a:highlight>
                <a:latin typeface="Roboto"/>
                <a:ea typeface="Roboto"/>
                <a:cs typeface="Roboto"/>
                <a:sym typeface="Roboto"/>
              </a:rPr>
              <a:t> is how much Google trusts the content on a page.And they measure authority primarily based on links.The more links a page has pointing to it, the more authority that page has in Google’s eyes.</a:t>
            </a:r>
            <a:endParaRPr sz="1800">
              <a:highlight>
                <a:srgbClr val="F8F8F8"/>
              </a:highlight>
              <a:latin typeface="Roboto"/>
              <a:ea typeface="Roboto"/>
              <a:cs typeface="Roboto"/>
              <a:sym typeface="Roboto"/>
            </a:endParaRPr>
          </a:p>
          <a:p>
            <a:pPr indent="0" lvl="0" marL="0" rtl="0" algn="l">
              <a:lnSpc>
                <a:spcPct val="100000"/>
              </a:lnSpc>
              <a:spcBef>
                <a:spcPts val="1100"/>
              </a:spcBef>
              <a:spcAft>
                <a:spcPts val="0"/>
              </a:spcAft>
              <a:buSzPts val="1100"/>
              <a:buNone/>
            </a:pPr>
            <a:r>
              <a:rPr b="1" lang="en-US" sz="1800">
                <a:highlight>
                  <a:srgbClr val="F8F8F8"/>
                </a:highlight>
                <a:latin typeface="Roboto"/>
                <a:ea typeface="Roboto"/>
                <a:cs typeface="Roboto"/>
                <a:sym typeface="Roboto"/>
              </a:rPr>
              <a:t>Quality</a:t>
            </a:r>
            <a:r>
              <a:rPr lang="en-US" sz="1800">
                <a:highlight>
                  <a:srgbClr val="F8F8F8"/>
                </a:highlight>
                <a:latin typeface="Roboto"/>
                <a:ea typeface="Roboto"/>
                <a:cs typeface="Roboto"/>
                <a:sym typeface="Roboto"/>
              </a:rPr>
              <a:t> is based on a few different factors, like your site’s online reputation, your content’s structure, and how users interact with your site in the search results.</a:t>
            </a:r>
            <a:endParaRPr sz="1800">
              <a:highlight>
                <a:srgbClr val="F8F8F8"/>
              </a:highlight>
              <a:latin typeface="Roboto"/>
              <a:ea typeface="Roboto"/>
              <a:cs typeface="Roboto"/>
              <a:sym typeface="Roboto"/>
            </a:endParaRPr>
          </a:p>
          <a:p>
            <a:pPr indent="0" lvl="0" marL="0" rtl="0" algn="l">
              <a:lnSpc>
                <a:spcPct val="100000"/>
              </a:lnSpc>
              <a:spcBef>
                <a:spcPts val="1100"/>
              </a:spcBef>
              <a:spcAft>
                <a:spcPts val="0"/>
              </a:spcAft>
              <a:buSzPts val="1100"/>
              <a:buNone/>
            </a:pPr>
            <a:r>
              <a:t/>
            </a:r>
            <a:endParaRPr sz="2000">
              <a:highlight>
                <a:srgbClr val="F8F8F8"/>
              </a:highlight>
              <a:latin typeface="Roboto"/>
              <a:ea typeface="Roboto"/>
              <a:cs typeface="Roboto"/>
              <a:sym typeface="Roboto"/>
            </a:endParaRPr>
          </a:p>
          <a:p>
            <a:pPr indent="0" lvl="0" marL="0" rtl="0" algn="l">
              <a:lnSpc>
                <a:spcPct val="100000"/>
              </a:lnSpc>
              <a:spcBef>
                <a:spcPts val="1100"/>
              </a:spcBef>
              <a:spcAft>
                <a:spcPts val="0"/>
              </a:spcAft>
              <a:buSzPts val="1100"/>
              <a:buNone/>
            </a:pPr>
            <a:r>
              <a:t/>
            </a:r>
            <a:endParaRPr sz="1350">
              <a:highlight>
                <a:srgbClr val="F8F8F8"/>
              </a:highlight>
              <a:latin typeface="Roboto"/>
              <a:ea typeface="Roboto"/>
              <a:cs typeface="Roboto"/>
              <a:sym typeface="Roboto"/>
            </a:endParaRPr>
          </a:p>
          <a:p>
            <a:pPr indent="0" lvl="0" marL="0" rtl="0" algn="l">
              <a:lnSpc>
                <a:spcPct val="100000"/>
              </a:lnSpc>
              <a:spcBef>
                <a:spcPts val="1100"/>
              </a:spcBef>
              <a:spcAft>
                <a:spcPts val="0"/>
              </a:spcAft>
              <a:buSzPts val="1100"/>
              <a:buNone/>
            </a:pPr>
            <a:r>
              <a:t/>
            </a:r>
            <a:endParaRPr sz="2000">
              <a:highlight>
                <a:srgbClr val="F8F8F8"/>
              </a:highlight>
              <a:latin typeface="Roboto"/>
              <a:ea typeface="Roboto"/>
              <a:cs typeface="Roboto"/>
              <a:sym typeface="Roboto"/>
            </a:endParaRPr>
          </a:p>
          <a:p>
            <a:pPr indent="0" lvl="0" marL="0" rtl="0" algn="l">
              <a:lnSpc>
                <a:spcPct val="115000"/>
              </a:lnSpc>
              <a:spcBef>
                <a:spcPts val="1100"/>
              </a:spcBef>
              <a:spcAft>
                <a:spcPts val="0"/>
              </a:spcAft>
              <a:buSzPts val="1100"/>
              <a:buNone/>
            </a:pPr>
            <a:r>
              <a:t/>
            </a:r>
            <a:endParaRPr sz="1100">
              <a:latin typeface="Arial"/>
              <a:ea typeface="Arial"/>
              <a:cs typeface="Arial"/>
              <a:sym typeface="Arial"/>
            </a:endParaRPr>
          </a:p>
          <a:p>
            <a:pPr indent="0" lvl="0" marL="0" rtl="0" algn="l">
              <a:lnSpc>
                <a:spcPct val="100000"/>
              </a:lnSpc>
              <a:spcBef>
                <a:spcPts val="0"/>
              </a:spcBef>
              <a:spcAft>
                <a:spcPts val="0"/>
              </a:spcAft>
              <a:buSzPts val="1100"/>
              <a:buNone/>
            </a:pPr>
            <a:r>
              <a:t/>
            </a:r>
            <a:endParaRPr sz="2000">
              <a:highlight>
                <a:srgbClr val="F8F8F8"/>
              </a:highlight>
              <a:latin typeface="Roboto"/>
              <a:ea typeface="Roboto"/>
              <a:cs typeface="Roboto"/>
              <a:sym typeface="Roboto"/>
            </a:endParaRPr>
          </a:p>
          <a:p>
            <a:pPr indent="0" lvl="0" marL="0" rtl="0" algn="l">
              <a:lnSpc>
                <a:spcPct val="100000"/>
              </a:lnSpc>
              <a:spcBef>
                <a:spcPts val="1100"/>
              </a:spcBef>
              <a:spcAft>
                <a:spcPts val="0"/>
              </a:spcAft>
              <a:buSzPts val="1100"/>
              <a:buNone/>
            </a:pPr>
            <a:r>
              <a:t/>
            </a:r>
            <a:endParaRPr sz="2000">
              <a:highlight>
                <a:srgbClr val="F8F8F8"/>
              </a:highlight>
              <a:latin typeface="Roboto"/>
              <a:ea typeface="Roboto"/>
              <a:cs typeface="Roboto"/>
              <a:sym typeface="Roboto"/>
            </a:endParaRPr>
          </a:p>
          <a:p>
            <a:pPr indent="0" lvl="0" marL="0" rtl="0" algn="l">
              <a:lnSpc>
                <a:spcPct val="100000"/>
              </a:lnSpc>
              <a:spcBef>
                <a:spcPts val="1100"/>
              </a:spcBef>
              <a:spcAft>
                <a:spcPts val="0"/>
              </a:spcAft>
              <a:buSzPts val="1100"/>
              <a:buNone/>
            </a:pPr>
            <a:r>
              <a:t/>
            </a:r>
            <a:endParaRPr sz="2000">
              <a:highlight>
                <a:srgbClr val="F8F8F8"/>
              </a:highlight>
              <a:latin typeface="Roboto"/>
              <a:ea typeface="Roboto"/>
              <a:cs typeface="Roboto"/>
              <a:sym typeface="Roboto"/>
            </a:endParaRPr>
          </a:p>
          <a:p>
            <a:pPr indent="0" lvl="0" marL="0" rtl="0" algn="l">
              <a:lnSpc>
                <a:spcPct val="100000"/>
              </a:lnSpc>
              <a:spcBef>
                <a:spcPts val="1100"/>
              </a:spcBef>
              <a:spcAft>
                <a:spcPts val="0"/>
              </a:spcAft>
              <a:buClr>
                <a:schemeClr val="dk1"/>
              </a:buClr>
              <a:buSzPts val="1100"/>
              <a:buFont typeface="Arial"/>
              <a:buNone/>
            </a:pPr>
            <a:r>
              <a:t/>
            </a:r>
            <a:endParaRPr sz="2000">
              <a:highlight>
                <a:srgbClr val="F8F8F8"/>
              </a:highlight>
              <a:latin typeface="Roboto"/>
              <a:ea typeface="Roboto"/>
              <a:cs typeface="Roboto"/>
              <a:sym typeface="Roboto"/>
            </a:endParaRPr>
          </a:p>
          <a:p>
            <a:pPr indent="-167640" lvl="0" marL="274320" rtl="0" algn="l">
              <a:spcBef>
                <a:spcPts val="1100"/>
              </a:spcBef>
              <a:spcAft>
                <a:spcPts val="0"/>
              </a:spcAft>
              <a:buSzPts val="1554"/>
              <a:buNone/>
            </a:pPr>
            <a:r>
              <a:t/>
            </a:r>
            <a:endParaRPr sz="2048">
              <a:highlight>
                <a:srgbClr val="FFFFFF"/>
              </a:highlight>
              <a:latin typeface="Roboto"/>
              <a:ea typeface="Roboto"/>
              <a:cs typeface="Roboto"/>
              <a:sym typeface="Roboto"/>
            </a:endParaRPr>
          </a:p>
        </p:txBody>
      </p:sp>
      <p:pic>
        <p:nvPicPr>
          <p:cNvPr id="173" name="Google Shape;173;g324c431dca2_0_16"/>
          <p:cNvPicPr preferRelativeResize="0"/>
          <p:nvPr/>
        </p:nvPicPr>
        <p:blipFill>
          <a:blip r:embed="rId3">
            <a:alphaModFix/>
          </a:blip>
          <a:stretch>
            <a:fillRect/>
          </a:stretch>
        </p:blipFill>
        <p:spPr>
          <a:xfrm>
            <a:off x="4456525" y="813200"/>
            <a:ext cx="4458875" cy="1886447"/>
          </a:xfrm>
          <a:prstGeom prst="rect">
            <a:avLst/>
          </a:prstGeom>
          <a:noFill/>
          <a:ln>
            <a:noFill/>
          </a:ln>
        </p:spPr>
      </p:pic>
      <p:pic>
        <p:nvPicPr>
          <p:cNvPr id="174" name="Google Shape;174;g324c431dca2_0_16"/>
          <p:cNvPicPr preferRelativeResize="0"/>
          <p:nvPr/>
        </p:nvPicPr>
        <p:blipFill>
          <a:blip r:embed="rId4">
            <a:alphaModFix/>
          </a:blip>
          <a:stretch>
            <a:fillRect/>
          </a:stretch>
        </p:blipFill>
        <p:spPr>
          <a:xfrm>
            <a:off x="4532725" y="2852050"/>
            <a:ext cx="4343375" cy="1976734"/>
          </a:xfrm>
          <a:prstGeom prst="rect">
            <a:avLst/>
          </a:prstGeom>
          <a:noFill/>
          <a:ln>
            <a:noFill/>
          </a:ln>
        </p:spPr>
      </p:pic>
      <p:sp>
        <p:nvSpPr>
          <p:cNvPr id="175" name="Google Shape;175;g324c431dca2_0_16"/>
          <p:cNvSpPr txBox="1"/>
          <p:nvPr/>
        </p:nvSpPr>
        <p:spPr>
          <a:xfrm>
            <a:off x="2303875" y="168200"/>
            <a:ext cx="534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100"/>
              </a:spcAft>
              <a:buClr>
                <a:schemeClr val="dk1"/>
              </a:buClr>
              <a:buSzPts val="1100"/>
              <a:buFont typeface="Arial"/>
              <a:buNone/>
            </a:pPr>
            <a:r>
              <a:rPr b="1" lang="en-US" sz="2000">
                <a:solidFill>
                  <a:schemeClr val="dk1"/>
                </a:solidFill>
                <a:highlight>
                  <a:srgbClr val="F8F8F8"/>
                </a:highlight>
                <a:latin typeface="Roboto"/>
                <a:ea typeface="Roboto"/>
                <a:cs typeface="Roboto"/>
                <a:sym typeface="Roboto"/>
              </a:rPr>
              <a:t>Important Search Engine Ranking Factors</a:t>
            </a:r>
            <a:endParaRPr sz="2400">
              <a:solidFill>
                <a:schemeClr val="dk1"/>
              </a:solidFill>
              <a:latin typeface="Century Schoolbook"/>
              <a:ea typeface="Century Schoolbook"/>
              <a:cs typeface="Century Schoolbook"/>
              <a:sym typeface="Century Schoolbook"/>
            </a:endParaRPr>
          </a:p>
        </p:txBody>
      </p:sp>
      <p:pic>
        <p:nvPicPr>
          <p:cNvPr id="176" name="Google Shape;176;g324c431dca2_0_16"/>
          <p:cNvPicPr preferRelativeResize="0"/>
          <p:nvPr/>
        </p:nvPicPr>
        <p:blipFill>
          <a:blip r:embed="rId5">
            <a:alphaModFix/>
          </a:blip>
          <a:stretch>
            <a:fillRect/>
          </a:stretch>
        </p:blipFill>
        <p:spPr>
          <a:xfrm>
            <a:off x="4733313" y="4981168"/>
            <a:ext cx="3379050" cy="170770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g324c431dca2_0_38"/>
          <p:cNvPicPr preferRelativeResize="0"/>
          <p:nvPr/>
        </p:nvPicPr>
        <p:blipFill>
          <a:blip r:embed="rId3">
            <a:alphaModFix/>
          </a:blip>
          <a:stretch>
            <a:fillRect/>
          </a:stretch>
        </p:blipFill>
        <p:spPr>
          <a:xfrm>
            <a:off x="1801725" y="64900"/>
            <a:ext cx="6083775" cy="6614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
          <p:cNvSpPr txBox="1"/>
          <p:nvPr>
            <p:ph type="title"/>
          </p:nvPr>
        </p:nvSpPr>
        <p:spPr>
          <a:xfrm>
            <a:off x="486560" y="39137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F9400"/>
              </a:buClr>
              <a:buSzPts val="3000"/>
              <a:buFont typeface="Century Schoolbook"/>
              <a:buNone/>
            </a:pPr>
            <a:r>
              <a:rPr b="1" lang="en-US">
                <a:solidFill>
                  <a:srgbClr val="6F9400"/>
                </a:solidFill>
              </a:rPr>
              <a:t>DO: </a:t>
            </a:r>
            <a:br>
              <a:rPr lang="en-US"/>
            </a:br>
            <a:r>
              <a:rPr b="1" lang="en-US"/>
              <a:t>KNOW TARGET AUDIENCE</a:t>
            </a:r>
            <a:endParaRPr b="1"/>
          </a:p>
        </p:txBody>
      </p:sp>
      <p:sp>
        <p:nvSpPr>
          <p:cNvPr id="187" name="Google Shape;187;p3"/>
          <p:cNvSpPr txBox="1"/>
          <p:nvPr>
            <p:ph idx="1" type="body"/>
          </p:nvPr>
        </p:nvSpPr>
        <p:spPr>
          <a:xfrm>
            <a:off x="486560" y="1795230"/>
            <a:ext cx="7467600" cy="4873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Your strategies should align with a specific user persona. </a:t>
            </a:r>
            <a:endParaRPr/>
          </a:p>
          <a:p>
            <a:pPr indent="-274320" lvl="0" marL="274320" rtl="0" algn="l">
              <a:spcBef>
                <a:spcPts val="600"/>
              </a:spcBef>
              <a:spcAft>
                <a:spcPts val="0"/>
              </a:spcAft>
              <a:buSzPts val="1680"/>
              <a:buChar char="🞆"/>
            </a:pPr>
            <a:r>
              <a:rPr lang="en-US"/>
              <a:t>Think of who is searching for what you're offering.</a:t>
            </a:r>
            <a:endParaRPr/>
          </a:p>
          <a:p>
            <a:pPr indent="-274320" lvl="0" marL="274320" rtl="0" algn="l">
              <a:spcBef>
                <a:spcPts val="600"/>
              </a:spcBef>
              <a:spcAft>
                <a:spcPts val="0"/>
              </a:spcAft>
              <a:buSzPts val="1680"/>
              <a:buChar char="🞆"/>
            </a:pPr>
            <a:r>
              <a:rPr lang="en-US"/>
              <a:t> Research the market and create relevant content.</a:t>
            </a:r>
            <a:endParaRPr/>
          </a:p>
          <a:p>
            <a:pPr indent="0" lvl="0" marL="0" rtl="0" algn="l">
              <a:spcBef>
                <a:spcPts val="600"/>
              </a:spcBef>
              <a:spcAft>
                <a:spcPts val="0"/>
              </a:spcAft>
              <a:buNone/>
            </a:pPr>
            <a:r>
              <a:t/>
            </a:r>
            <a:endParaRPr sz="2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24c431dca2_0_50"/>
          <p:cNvSpPr txBox="1"/>
          <p:nvPr>
            <p:ph idx="1" type="body"/>
          </p:nvPr>
        </p:nvSpPr>
        <p:spPr>
          <a:xfrm>
            <a:off x="254398" y="134300"/>
            <a:ext cx="8889600" cy="487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100"/>
              </a:spcBef>
              <a:spcAft>
                <a:spcPts val="0"/>
              </a:spcAft>
              <a:buClr>
                <a:schemeClr val="dk1"/>
              </a:buClr>
              <a:buSzPts val="358"/>
              <a:buFont typeface="Arial"/>
              <a:buNone/>
            </a:pPr>
            <a:r>
              <a:rPr b="1" lang="en-US" sz="1357">
                <a:latin typeface="Calibri"/>
                <a:ea typeface="Calibri"/>
                <a:cs typeface="Calibri"/>
                <a:sym typeface="Calibri"/>
              </a:rPr>
              <a:t>Scenario:</a:t>
            </a:r>
            <a:r>
              <a:rPr lang="en-US" sz="1357">
                <a:latin typeface="Calibri"/>
                <a:ea typeface="Calibri"/>
                <a:cs typeface="Calibri"/>
                <a:sym typeface="Calibri"/>
              </a:rPr>
              <a:t> You own a hair transplant clinic in Pune and want to attract potential patients through digital marketing.</a:t>
            </a:r>
            <a:endParaRPr sz="1357">
              <a:latin typeface="Calibri"/>
              <a:ea typeface="Calibri"/>
              <a:cs typeface="Calibri"/>
              <a:sym typeface="Calibri"/>
            </a:endParaRPr>
          </a:p>
          <a:p>
            <a:pPr indent="0" lvl="0" marL="0" rtl="0" algn="l">
              <a:lnSpc>
                <a:spcPct val="100000"/>
              </a:lnSpc>
              <a:spcBef>
                <a:spcPts val="1400"/>
              </a:spcBef>
              <a:spcAft>
                <a:spcPts val="0"/>
              </a:spcAft>
              <a:buClr>
                <a:schemeClr val="dk1"/>
              </a:buClr>
              <a:buSzPts val="358"/>
              <a:buFont typeface="Arial"/>
              <a:buNone/>
            </a:pPr>
            <a:r>
              <a:rPr b="1" lang="en-US" sz="1422">
                <a:latin typeface="Calibri"/>
                <a:ea typeface="Calibri"/>
                <a:cs typeface="Calibri"/>
                <a:sym typeface="Calibri"/>
              </a:rPr>
              <a:t>Step 1: Define the User Persona</a:t>
            </a:r>
            <a:endParaRPr b="1" sz="1357">
              <a:latin typeface="Calibri"/>
              <a:ea typeface="Calibri"/>
              <a:cs typeface="Calibri"/>
              <a:sym typeface="Calibri"/>
            </a:endParaRPr>
          </a:p>
          <a:p>
            <a:pPr indent="-314801" lvl="0" marL="457200" rtl="0" algn="l">
              <a:lnSpc>
                <a:spcPct val="100000"/>
              </a:lnSpc>
              <a:spcBef>
                <a:spcPts val="1100"/>
              </a:spcBef>
              <a:spcAft>
                <a:spcPts val="0"/>
              </a:spcAft>
              <a:buClr>
                <a:schemeClr val="dk1"/>
              </a:buClr>
              <a:buSzPts val="1358"/>
              <a:buFont typeface="Arial"/>
              <a:buChar char="●"/>
            </a:pPr>
            <a:r>
              <a:rPr b="1" lang="en-US" sz="1357">
                <a:latin typeface="Calibri"/>
                <a:ea typeface="Calibri"/>
                <a:cs typeface="Calibri"/>
                <a:sym typeface="Calibri"/>
              </a:rPr>
              <a:t>Name:</a:t>
            </a:r>
            <a:r>
              <a:rPr lang="en-US" sz="1357">
                <a:latin typeface="Calibri"/>
                <a:ea typeface="Calibri"/>
                <a:cs typeface="Calibri"/>
                <a:sym typeface="Calibri"/>
              </a:rPr>
              <a:t> Priya Sharma</a:t>
            </a:r>
            <a:endParaRPr sz="1357">
              <a:latin typeface="Calibri"/>
              <a:ea typeface="Calibri"/>
              <a:cs typeface="Calibri"/>
              <a:sym typeface="Calibri"/>
            </a:endParaRPr>
          </a:p>
          <a:p>
            <a:pPr indent="-314801" lvl="0" marL="457200" rtl="0" algn="l">
              <a:lnSpc>
                <a:spcPct val="100000"/>
              </a:lnSpc>
              <a:spcBef>
                <a:spcPts val="0"/>
              </a:spcBef>
              <a:spcAft>
                <a:spcPts val="0"/>
              </a:spcAft>
              <a:buClr>
                <a:schemeClr val="dk1"/>
              </a:buClr>
              <a:buSzPts val="1358"/>
              <a:buFont typeface="Arial"/>
              <a:buChar char="●"/>
            </a:pPr>
            <a:r>
              <a:rPr b="1" lang="en-US" sz="1357">
                <a:latin typeface="Calibri"/>
                <a:ea typeface="Calibri"/>
                <a:cs typeface="Calibri"/>
                <a:sym typeface="Calibri"/>
              </a:rPr>
              <a:t>Age:</a:t>
            </a:r>
            <a:r>
              <a:rPr lang="en-US" sz="1357">
                <a:latin typeface="Calibri"/>
                <a:ea typeface="Calibri"/>
                <a:cs typeface="Calibri"/>
                <a:sym typeface="Calibri"/>
              </a:rPr>
              <a:t> 32</a:t>
            </a:r>
            <a:endParaRPr sz="1357">
              <a:latin typeface="Calibri"/>
              <a:ea typeface="Calibri"/>
              <a:cs typeface="Calibri"/>
              <a:sym typeface="Calibri"/>
            </a:endParaRPr>
          </a:p>
          <a:p>
            <a:pPr indent="-314801" lvl="0" marL="457200" rtl="0" algn="l">
              <a:lnSpc>
                <a:spcPct val="100000"/>
              </a:lnSpc>
              <a:spcBef>
                <a:spcPts val="0"/>
              </a:spcBef>
              <a:spcAft>
                <a:spcPts val="0"/>
              </a:spcAft>
              <a:buClr>
                <a:schemeClr val="dk1"/>
              </a:buClr>
              <a:buSzPts val="1358"/>
              <a:buFont typeface="Arial"/>
              <a:buChar char="●"/>
            </a:pPr>
            <a:r>
              <a:rPr b="1" lang="en-US" sz="1357">
                <a:latin typeface="Calibri"/>
                <a:ea typeface="Calibri"/>
                <a:cs typeface="Calibri"/>
                <a:sym typeface="Calibri"/>
              </a:rPr>
              <a:t>Location:</a:t>
            </a:r>
            <a:r>
              <a:rPr lang="en-US" sz="1357">
                <a:latin typeface="Calibri"/>
                <a:ea typeface="Calibri"/>
                <a:cs typeface="Calibri"/>
                <a:sym typeface="Calibri"/>
              </a:rPr>
              <a:t> Pune</a:t>
            </a:r>
            <a:endParaRPr sz="1357">
              <a:latin typeface="Calibri"/>
              <a:ea typeface="Calibri"/>
              <a:cs typeface="Calibri"/>
              <a:sym typeface="Calibri"/>
            </a:endParaRPr>
          </a:p>
          <a:p>
            <a:pPr indent="-314801" lvl="0" marL="457200" rtl="0" algn="l">
              <a:lnSpc>
                <a:spcPct val="100000"/>
              </a:lnSpc>
              <a:spcBef>
                <a:spcPts val="0"/>
              </a:spcBef>
              <a:spcAft>
                <a:spcPts val="0"/>
              </a:spcAft>
              <a:buClr>
                <a:schemeClr val="dk1"/>
              </a:buClr>
              <a:buSzPts val="1358"/>
              <a:buFont typeface="Arial"/>
              <a:buChar char="●"/>
            </a:pPr>
            <a:r>
              <a:rPr b="1" lang="en-US" sz="1357">
                <a:latin typeface="Calibri"/>
                <a:ea typeface="Calibri"/>
                <a:cs typeface="Calibri"/>
                <a:sym typeface="Calibri"/>
              </a:rPr>
              <a:t>Profession:</a:t>
            </a:r>
            <a:r>
              <a:rPr lang="en-US" sz="1357">
                <a:latin typeface="Calibri"/>
                <a:ea typeface="Calibri"/>
                <a:cs typeface="Calibri"/>
                <a:sym typeface="Calibri"/>
              </a:rPr>
              <a:t> IT Professional</a:t>
            </a:r>
            <a:endParaRPr sz="1357">
              <a:latin typeface="Calibri"/>
              <a:ea typeface="Calibri"/>
              <a:cs typeface="Calibri"/>
              <a:sym typeface="Calibri"/>
            </a:endParaRPr>
          </a:p>
          <a:p>
            <a:pPr indent="-314801" lvl="0" marL="457200" rtl="0" algn="l">
              <a:lnSpc>
                <a:spcPct val="100000"/>
              </a:lnSpc>
              <a:spcBef>
                <a:spcPts val="0"/>
              </a:spcBef>
              <a:spcAft>
                <a:spcPts val="0"/>
              </a:spcAft>
              <a:buClr>
                <a:schemeClr val="dk1"/>
              </a:buClr>
              <a:buSzPts val="1358"/>
              <a:buFont typeface="Arial"/>
              <a:buChar char="●"/>
            </a:pPr>
            <a:r>
              <a:rPr b="1" lang="en-US" sz="1357">
                <a:latin typeface="Calibri"/>
                <a:ea typeface="Calibri"/>
                <a:cs typeface="Calibri"/>
                <a:sym typeface="Calibri"/>
              </a:rPr>
              <a:t>Pain Point:</a:t>
            </a:r>
            <a:r>
              <a:rPr lang="en-US" sz="1357">
                <a:latin typeface="Calibri"/>
                <a:ea typeface="Calibri"/>
                <a:cs typeface="Calibri"/>
                <a:sym typeface="Calibri"/>
              </a:rPr>
              <a:t> Experiencing hair loss, leading to decreased confidence.</a:t>
            </a:r>
            <a:endParaRPr sz="1357">
              <a:latin typeface="Calibri"/>
              <a:ea typeface="Calibri"/>
              <a:cs typeface="Calibri"/>
              <a:sym typeface="Calibri"/>
            </a:endParaRPr>
          </a:p>
          <a:p>
            <a:pPr indent="-314801" lvl="0" marL="457200" rtl="0" algn="l">
              <a:lnSpc>
                <a:spcPct val="100000"/>
              </a:lnSpc>
              <a:spcBef>
                <a:spcPts val="0"/>
              </a:spcBef>
              <a:spcAft>
                <a:spcPts val="0"/>
              </a:spcAft>
              <a:buClr>
                <a:schemeClr val="dk1"/>
              </a:buClr>
              <a:buSzPts val="1358"/>
              <a:buFont typeface="Arial"/>
              <a:buChar char="●"/>
            </a:pPr>
            <a:r>
              <a:rPr b="1" lang="en-US" sz="1357">
                <a:latin typeface="Calibri"/>
                <a:ea typeface="Calibri"/>
                <a:cs typeface="Calibri"/>
                <a:sym typeface="Calibri"/>
              </a:rPr>
              <a:t>Goal:</a:t>
            </a:r>
            <a:r>
              <a:rPr lang="en-US" sz="1357">
                <a:latin typeface="Calibri"/>
                <a:ea typeface="Calibri"/>
                <a:cs typeface="Calibri"/>
                <a:sym typeface="Calibri"/>
              </a:rPr>
              <a:t> Wants a reliable, affordable, and permanent solution for hair restoration.</a:t>
            </a:r>
            <a:endParaRPr sz="1357">
              <a:latin typeface="Calibri"/>
              <a:ea typeface="Calibri"/>
              <a:cs typeface="Calibri"/>
              <a:sym typeface="Calibri"/>
            </a:endParaRPr>
          </a:p>
          <a:p>
            <a:pPr indent="-314801" lvl="0" marL="457200" rtl="0" algn="l">
              <a:lnSpc>
                <a:spcPct val="100000"/>
              </a:lnSpc>
              <a:spcBef>
                <a:spcPts val="0"/>
              </a:spcBef>
              <a:spcAft>
                <a:spcPts val="0"/>
              </a:spcAft>
              <a:buClr>
                <a:schemeClr val="dk1"/>
              </a:buClr>
              <a:buSzPts val="1358"/>
              <a:buFont typeface="Arial"/>
              <a:buChar char="●"/>
            </a:pPr>
            <a:r>
              <a:rPr b="1" lang="en-US" sz="1357">
                <a:latin typeface="Calibri"/>
                <a:ea typeface="Calibri"/>
                <a:cs typeface="Calibri"/>
                <a:sym typeface="Calibri"/>
              </a:rPr>
              <a:t>Behavior:</a:t>
            </a:r>
            <a:r>
              <a:rPr lang="en-US" sz="1357">
                <a:latin typeface="Calibri"/>
                <a:ea typeface="Calibri"/>
                <a:cs typeface="Calibri"/>
                <a:sym typeface="Calibri"/>
              </a:rPr>
              <a:t> Frequently searches for information online before making a decision. Active on Google and Instagram.</a:t>
            </a:r>
            <a:endParaRPr sz="1357">
              <a:latin typeface="Calibri"/>
              <a:ea typeface="Calibri"/>
              <a:cs typeface="Calibri"/>
              <a:sym typeface="Calibri"/>
            </a:endParaRPr>
          </a:p>
          <a:p>
            <a:pPr indent="0" lvl="0" marL="0" rtl="0" algn="l">
              <a:lnSpc>
                <a:spcPct val="100000"/>
              </a:lnSpc>
              <a:spcBef>
                <a:spcPts val="1400"/>
              </a:spcBef>
              <a:spcAft>
                <a:spcPts val="0"/>
              </a:spcAft>
              <a:buClr>
                <a:schemeClr val="dk1"/>
              </a:buClr>
              <a:buSzPts val="358"/>
              <a:buFont typeface="Arial"/>
              <a:buNone/>
            </a:pPr>
            <a:r>
              <a:rPr b="1" lang="en-US" sz="1422">
                <a:latin typeface="Calibri"/>
                <a:ea typeface="Calibri"/>
                <a:cs typeface="Calibri"/>
                <a:sym typeface="Calibri"/>
              </a:rPr>
              <a:t>Step 2: Align Strategies with the Persona</a:t>
            </a:r>
            <a:endParaRPr b="1" sz="1422">
              <a:latin typeface="Calibri"/>
              <a:ea typeface="Calibri"/>
              <a:cs typeface="Calibri"/>
              <a:sym typeface="Calibri"/>
            </a:endParaRPr>
          </a:p>
          <a:p>
            <a:pPr indent="0" lvl="0" marL="0" rtl="0" algn="l">
              <a:lnSpc>
                <a:spcPct val="100000"/>
              </a:lnSpc>
              <a:spcBef>
                <a:spcPts val="1100"/>
              </a:spcBef>
              <a:spcAft>
                <a:spcPts val="0"/>
              </a:spcAft>
              <a:buClr>
                <a:schemeClr val="dk1"/>
              </a:buClr>
              <a:buSzPts val="358"/>
              <a:buFont typeface="Arial"/>
              <a:buNone/>
            </a:pPr>
            <a:r>
              <a:rPr b="1" lang="en-US" sz="1357">
                <a:latin typeface="Calibri"/>
                <a:ea typeface="Calibri"/>
                <a:cs typeface="Calibri"/>
                <a:sym typeface="Calibri"/>
              </a:rPr>
              <a:t>1. Research the Market</a:t>
            </a:r>
            <a:endParaRPr b="1" sz="1357">
              <a:latin typeface="Calibri"/>
              <a:ea typeface="Calibri"/>
              <a:cs typeface="Calibri"/>
              <a:sym typeface="Calibri"/>
            </a:endParaRPr>
          </a:p>
          <a:p>
            <a:pPr indent="-314801" lvl="0" marL="457200" rtl="0" algn="l">
              <a:lnSpc>
                <a:spcPct val="100000"/>
              </a:lnSpc>
              <a:spcBef>
                <a:spcPts val="1100"/>
              </a:spcBef>
              <a:spcAft>
                <a:spcPts val="0"/>
              </a:spcAft>
              <a:buClr>
                <a:schemeClr val="dk1"/>
              </a:buClr>
              <a:buSzPts val="1358"/>
              <a:buFont typeface="Calibri"/>
              <a:buChar char="●"/>
            </a:pPr>
            <a:r>
              <a:rPr lang="en-US" sz="1357">
                <a:latin typeface="Calibri"/>
                <a:ea typeface="Calibri"/>
                <a:cs typeface="Calibri"/>
                <a:sym typeface="Calibri"/>
              </a:rPr>
              <a:t>Analyze what people like Priya  are searching for, such as:</a:t>
            </a:r>
            <a:endParaRPr sz="1357">
              <a:latin typeface="Calibri"/>
              <a:ea typeface="Calibri"/>
              <a:cs typeface="Calibri"/>
              <a:sym typeface="Calibri"/>
            </a:endParaRPr>
          </a:p>
          <a:p>
            <a:pPr indent="-314801" lvl="1" marL="914400" rtl="0" algn="l">
              <a:lnSpc>
                <a:spcPct val="100000"/>
              </a:lnSpc>
              <a:spcBef>
                <a:spcPts val="0"/>
              </a:spcBef>
              <a:spcAft>
                <a:spcPts val="0"/>
              </a:spcAft>
              <a:buClr>
                <a:schemeClr val="dk1"/>
              </a:buClr>
              <a:buSzPts val="1358"/>
              <a:buFont typeface="Calibri"/>
              <a:buChar char="○"/>
            </a:pPr>
            <a:r>
              <a:rPr lang="en-US" sz="1357">
                <a:latin typeface="Calibri"/>
                <a:ea typeface="Calibri"/>
                <a:cs typeface="Calibri"/>
                <a:sym typeface="Calibri"/>
              </a:rPr>
              <a:t>"Best hair transplant in Pune"</a:t>
            </a:r>
            <a:endParaRPr sz="1357">
              <a:latin typeface="Calibri"/>
              <a:ea typeface="Calibri"/>
              <a:cs typeface="Calibri"/>
              <a:sym typeface="Calibri"/>
            </a:endParaRPr>
          </a:p>
          <a:p>
            <a:pPr indent="-314801" lvl="1" marL="914400" rtl="0" algn="l">
              <a:lnSpc>
                <a:spcPct val="100000"/>
              </a:lnSpc>
              <a:spcBef>
                <a:spcPts val="0"/>
              </a:spcBef>
              <a:spcAft>
                <a:spcPts val="0"/>
              </a:spcAft>
              <a:buClr>
                <a:schemeClr val="dk1"/>
              </a:buClr>
              <a:buSzPts val="1358"/>
              <a:buFont typeface="Calibri"/>
              <a:buChar char="○"/>
            </a:pPr>
            <a:r>
              <a:rPr lang="en-US" sz="1357">
                <a:latin typeface="Calibri"/>
                <a:ea typeface="Calibri"/>
                <a:cs typeface="Calibri"/>
                <a:sym typeface="Calibri"/>
              </a:rPr>
              <a:t>"Hair transplant cost in Pune"</a:t>
            </a:r>
            <a:endParaRPr sz="1357">
              <a:latin typeface="Calibri"/>
              <a:ea typeface="Calibri"/>
              <a:cs typeface="Calibri"/>
              <a:sym typeface="Calibri"/>
            </a:endParaRPr>
          </a:p>
          <a:p>
            <a:pPr indent="-314801" lvl="1" marL="914400" rtl="0" algn="l">
              <a:lnSpc>
                <a:spcPct val="100000"/>
              </a:lnSpc>
              <a:spcBef>
                <a:spcPts val="0"/>
              </a:spcBef>
              <a:spcAft>
                <a:spcPts val="0"/>
              </a:spcAft>
              <a:buClr>
                <a:schemeClr val="dk1"/>
              </a:buClr>
              <a:buSzPts val="1358"/>
              <a:buFont typeface="Calibri"/>
              <a:buChar char="○"/>
            </a:pPr>
            <a:r>
              <a:rPr lang="en-US" sz="1357">
                <a:latin typeface="Calibri"/>
                <a:ea typeface="Calibri"/>
                <a:cs typeface="Calibri"/>
                <a:sym typeface="Calibri"/>
              </a:rPr>
              <a:t>"Is hair transplant permanent?"</a:t>
            </a:r>
            <a:endParaRPr sz="1357">
              <a:latin typeface="Calibri"/>
              <a:ea typeface="Calibri"/>
              <a:cs typeface="Calibri"/>
              <a:sym typeface="Calibri"/>
            </a:endParaRPr>
          </a:p>
          <a:p>
            <a:pPr indent="0" lvl="0" marL="0" rtl="0" algn="l">
              <a:lnSpc>
                <a:spcPct val="100000"/>
              </a:lnSpc>
              <a:spcBef>
                <a:spcPts val="1100"/>
              </a:spcBef>
              <a:spcAft>
                <a:spcPts val="0"/>
              </a:spcAft>
              <a:buClr>
                <a:schemeClr val="dk1"/>
              </a:buClr>
              <a:buSzPts val="358"/>
              <a:buFont typeface="Arial"/>
              <a:buNone/>
            </a:pPr>
            <a:r>
              <a:rPr b="1" lang="en-US" sz="1357">
                <a:latin typeface="Calibri"/>
                <a:ea typeface="Calibri"/>
                <a:cs typeface="Calibri"/>
                <a:sym typeface="Calibri"/>
              </a:rPr>
              <a:t>2. Create Relevant Content</a:t>
            </a:r>
            <a:endParaRPr b="1" sz="1357">
              <a:latin typeface="Calibri"/>
              <a:ea typeface="Calibri"/>
              <a:cs typeface="Calibri"/>
              <a:sym typeface="Calibri"/>
            </a:endParaRPr>
          </a:p>
          <a:p>
            <a:pPr indent="-314801" lvl="0" marL="457200" rtl="0" algn="l">
              <a:lnSpc>
                <a:spcPct val="100000"/>
              </a:lnSpc>
              <a:spcBef>
                <a:spcPts val="1100"/>
              </a:spcBef>
              <a:spcAft>
                <a:spcPts val="0"/>
              </a:spcAft>
              <a:buClr>
                <a:schemeClr val="dk1"/>
              </a:buClr>
              <a:buSzPts val="1358"/>
              <a:buFont typeface="Calibri"/>
              <a:buChar char="●"/>
            </a:pPr>
            <a:r>
              <a:rPr b="1" lang="en-US" sz="1357">
                <a:latin typeface="Calibri"/>
                <a:ea typeface="Calibri"/>
                <a:cs typeface="Calibri"/>
                <a:sym typeface="Calibri"/>
              </a:rPr>
              <a:t>Informative Blog Articles:</a:t>
            </a:r>
            <a:endParaRPr b="1" sz="1357">
              <a:latin typeface="Calibri"/>
              <a:ea typeface="Calibri"/>
              <a:cs typeface="Calibri"/>
              <a:sym typeface="Calibri"/>
            </a:endParaRPr>
          </a:p>
          <a:p>
            <a:pPr indent="-314801" lvl="1" marL="914400" rtl="0" algn="l">
              <a:lnSpc>
                <a:spcPct val="100000"/>
              </a:lnSpc>
              <a:spcBef>
                <a:spcPts val="0"/>
              </a:spcBef>
              <a:spcAft>
                <a:spcPts val="0"/>
              </a:spcAft>
              <a:buClr>
                <a:schemeClr val="dk1"/>
              </a:buClr>
              <a:buSzPts val="1358"/>
              <a:buFont typeface="Calibri"/>
              <a:buChar char="○"/>
            </a:pPr>
            <a:r>
              <a:rPr lang="en-US" sz="1357">
                <a:latin typeface="Calibri"/>
                <a:ea typeface="Calibri"/>
                <a:cs typeface="Calibri"/>
                <a:sym typeface="Calibri"/>
              </a:rPr>
              <a:t>"The Complete Guide to Hair Transplants in Pune"</a:t>
            </a:r>
            <a:endParaRPr sz="1357">
              <a:latin typeface="Calibri"/>
              <a:ea typeface="Calibri"/>
              <a:cs typeface="Calibri"/>
              <a:sym typeface="Calibri"/>
            </a:endParaRPr>
          </a:p>
          <a:p>
            <a:pPr indent="-314801" lvl="1" marL="914400" rtl="0" algn="l">
              <a:lnSpc>
                <a:spcPct val="100000"/>
              </a:lnSpc>
              <a:spcBef>
                <a:spcPts val="0"/>
              </a:spcBef>
              <a:spcAft>
                <a:spcPts val="0"/>
              </a:spcAft>
              <a:buClr>
                <a:schemeClr val="dk1"/>
              </a:buClr>
              <a:buSzPts val="1358"/>
              <a:buFont typeface="Calibri"/>
              <a:buChar char="○"/>
            </a:pPr>
            <a:r>
              <a:rPr lang="en-US" sz="1357">
                <a:latin typeface="Calibri"/>
                <a:ea typeface="Calibri"/>
                <a:cs typeface="Calibri"/>
                <a:sym typeface="Calibri"/>
              </a:rPr>
              <a:t>"What to Expect After a Hair Transplant Procedure"</a:t>
            </a:r>
            <a:endParaRPr sz="1357">
              <a:latin typeface="Calibri"/>
              <a:ea typeface="Calibri"/>
              <a:cs typeface="Calibri"/>
              <a:sym typeface="Calibri"/>
            </a:endParaRPr>
          </a:p>
          <a:p>
            <a:pPr indent="-314801" lvl="0" marL="457200" rtl="0" algn="l">
              <a:lnSpc>
                <a:spcPct val="100000"/>
              </a:lnSpc>
              <a:spcBef>
                <a:spcPts val="0"/>
              </a:spcBef>
              <a:spcAft>
                <a:spcPts val="0"/>
              </a:spcAft>
              <a:buClr>
                <a:schemeClr val="dk1"/>
              </a:buClr>
              <a:buSzPts val="1358"/>
              <a:buFont typeface="Calibri"/>
              <a:buChar char="●"/>
            </a:pPr>
            <a:r>
              <a:rPr b="1" lang="en-US" sz="1357">
                <a:latin typeface="Calibri"/>
                <a:ea typeface="Calibri"/>
                <a:cs typeface="Calibri"/>
                <a:sym typeface="Calibri"/>
              </a:rPr>
              <a:t>FAQs on Your Website:</a:t>
            </a:r>
            <a:endParaRPr b="1" sz="1357">
              <a:latin typeface="Calibri"/>
              <a:ea typeface="Calibri"/>
              <a:cs typeface="Calibri"/>
              <a:sym typeface="Calibri"/>
            </a:endParaRPr>
          </a:p>
          <a:p>
            <a:pPr indent="-314801" lvl="1" marL="914400" rtl="0" algn="l">
              <a:lnSpc>
                <a:spcPct val="100000"/>
              </a:lnSpc>
              <a:spcBef>
                <a:spcPts val="0"/>
              </a:spcBef>
              <a:spcAft>
                <a:spcPts val="0"/>
              </a:spcAft>
              <a:buClr>
                <a:schemeClr val="dk1"/>
              </a:buClr>
              <a:buSzPts val="1358"/>
              <a:buFont typeface="Calibri"/>
              <a:buChar char="○"/>
            </a:pPr>
            <a:r>
              <a:rPr lang="en-US" sz="1357">
                <a:latin typeface="Calibri"/>
                <a:ea typeface="Calibri"/>
                <a:cs typeface="Calibri"/>
                <a:sym typeface="Calibri"/>
              </a:rPr>
              <a:t>"How much does a hair transplant cost in Pune?"</a:t>
            </a:r>
            <a:endParaRPr sz="1357">
              <a:latin typeface="Calibri"/>
              <a:ea typeface="Calibri"/>
              <a:cs typeface="Calibri"/>
              <a:sym typeface="Calibri"/>
            </a:endParaRPr>
          </a:p>
          <a:p>
            <a:pPr indent="-314801" lvl="1" marL="914400" rtl="0" algn="l">
              <a:lnSpc>
                <a:spcPct val="100000"/>
              </a:lnSpc>
              <a:spcBef>
                <a:spcPts val="0"/>
              </a:spcBef>
              <a:spcAft>
                <a:spcPts val="0"/>
              </a:spcAft>
              <a:buClr>
                <a:schemeClr val="dk1"/>
              </a:buClr>
              <a:buSzPts val="1358"/>
              <a:buFont typeface="Calibri"/>
              <a:buChar char="○"/>
            </a:pPr>
            <a:r>
              <a:rPr lang="en-US" sz="1357">
                <a:latin typeface="Calibri"/>
                <a:ea typeface="Calibri"/>
                <a:cs typeface="Calibri"/>
                <a:sym typeface="Calibri"/>
              </a:rPr>
              <a:t>"What are the side effects of hair transplantation?"</a:t>
            </a:r>
            <a:endParaRPr sz="1357">
              <a:latin typeface="Calibri"/>
              <a:ea typeface="Calibri"/>
              <a:cs typeface="Calibri"/>
              <a:sym typeface="Calibri"/>
            </a:endParaRPr>
          </a:p>
          <a:p>
            <a:pPr indent="-314801" lvl="0" marL="457200" rtl="0" algn="l">
              <a:lnSpc>
                <a:spcPct val="100000"/>
              </a:lnSpc>
              <a:spcBef>
                <a:spcPts val="0"/>
              </a:spcBef>
              <a:spcAft>
                <a:spcPts val="0"/>
              </a:spcAft>
              <a:buClr>
                <a:schemeClr val="dk1"/>
              </a:buClr>
              <a:buSzPts val="1358"/>
              <a:buFont typeface="Calibri"/>
              <a:buChar char="●"/>
            </a:pPr>
            <a:r>
              <a:rPr b="1" lang="en-US" sz="1357">
                <a:latin typeface="Calibri"/>
                <a:ea typeface="Calibri"/>
                <a:cs typeface="Calibri"/>
                <a:sym typeface="Calibri"/>
              </a:rPr>
              <a:t>Social Media Content:</a:t>
            </a:r>
            <a:endParaRPr b="1" sz="1357">
              <a:latin typeface="Calibri"/>
              <a:ea typeface="Calibri"/>
              <a:cs typeface="Calibri"/>
              <a:sym typeface="Calibri"/>
            </a:endParaRPr>
          </a:p>
          <a:p>
            <a:pPr indent="-314801" lvl="1" marL="914400" rtl="0" algn="l">
              <a:lnSpc>
                <a:spcPct val="100000"/>
              </a:lnSpc>
              <a:spcBef>
                <a:spcPts val="0"/>
              </a:spcBef>
              <a:spcAft>
                <a:spcPts val="0"/>
              </a:spcAft>
              <a:buClr>
                <a:schemeClr val="dk1"/>
              </a:buClr>
              <a:buSzPts val="1358"/>
              <a:buFont typeface="Calibri"/>
              <a:buChar char="○"/>
            </a:pPr>
            <a:r>
              <a:rPr lang="en-US" sz="1357">
                <a:latin typeface="Calibri"/>
                <a:ea typeface="Calibri"/>
                <a:cs typeface="Calibri"/>
                <a:sym typeface="Calibri"/>
              </a:rPr>
              <a:t>Share patient success stories with before-and-after images on Instagram.</a:t>
            </a:r>
            <a:endParaRPr sz="1357">
              <a:latin typeface="Calibri"/>
              <a:ea typeface="Calibri"/>
              <a:cs typeface="Calibri"/>
              <a:sym typeface="Calibri"/>
            </a:endParaRPr>
          </a:p>
          <a:p>
            <a:pPr indent="-314801" lvl="1" marL="914400" rtl="0" algn="l">
              <a:lnSpc>
                <a:spcPct val="100000"/>
              </a:lnSpc>
              <a:spcBef>
                <a:spcPts val="0"/>
              </a:spcBef>
              <a:spcAft>
                <a:spcPts val="0"/>
              </a:spcAft>
              <a:buClr>
                <a:schemeClr val="dk1"/>
              </a:buClr>
              <a:buSzPts val="1358"/>
              <a:buFont typeface="Calibri"/>
              <a:buChar char="○"/>
            </a:pPr>
            <a:r>
              <a:rPr lang="en-US" sz="1357">
                <a:latin typeface="Calibri"/>
                <a:ea typeface="Calibri"/>
                <a:cs typeface="Calibri"/>
                <a:sym typeface="Calibri"/>
              </a:rPr>
              <a:t>Post informational reels addressing common concerns like pain, cost, and recovery.</a:t>
            </a:r>
            <a:endParaRPr sz="1357">
              <a:latin typeface="Calibri"/>
              <a:ea typeface="Calibri"/>
              <a:cs typeface="Calibri"/>
              <a:sym typeface="Calibri"/>
            </a:endParaRPr>
          </a:p>
          <a:p>
            <a:pPr indent="-314801" lvl="0" marL="457200" rtl="0" algn="l">
              <a:lnSpc>
                <a:spcPct val="100000"/>
              </a:lnSpc>
              <a:spcBef>
                <a:spcPts val="0"/>
              </a:spcBef>
              <a:spcAft>
                <a:spcPts val="0"/>
              </a:spcAft>
              <a:buClr>
                <a:schemeClr val="dk1"/>
              </a:buClr>
              <a:buSzPts val="1358"/>
              <a:buFont typeface="Calibri"/>
              <a:buChar char="●"/>
            </a:pPr>
            <a:r>
              <a:rPr b="1" lang="en-US" sz="1357">
                <a:latin typeface="Calibri"/>
                <a:ea typeface="Calibri"/>
                <a:cs typeface="Calibri"/>
                <a:sym typeface="Calibri"/>
              </a:rPr>
              <a:t>Videos:</a:t>
            </a:r>
            <a:endParaRPr b="1" sz="1357">
              <a:latin typeface="Calibri"/>
              <a:ea typeface="Calibri"/>
              <a:cs typeface="Calibri"/>
              <a:sym typeface="Calibri"/>
            </a:endParaRPr>
          </a:p>
          <a:p>
            <a:pPr indent="-314801" lvl="1" marL="914400" rtl="0" algn="l">
              <a:lnSpc>
                <a:spcPct val="100000"/>
              </a:lnSpc>
              <a:spcBef>
                <a:spcPts val="0"/>
              </a:spcBef>
              <a:spcAft>
                <a:spcPts val="0"/>
              </a:spcAft>
              <a:buClr>
                <a:schemeClr val="dk1"/>
              </a:buClr>
              <a:buSzPts val="1358"/>
              <a:buFont typeface="Calibri"/>
              <a:buChar char="○"/>
            </a:pPr>
            <a:r>
              <a:rPr lang="en-US" sz="1357">
                <a:latin typeface="Calibri"/>
                <a:ea typeface="Calibri"/>
                <a:cs typeface="Calibri"/>
                <a:sym typeface="Calibri"/>
              </a:rPr>
              <a:t>Create short videos on YouTube explaining the procedure step-by-step.</a:t>
            </a:r>
            <a:endParaRPr sz="1779">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24c431dca2_0_56"/>
          <p:cNvSpPr txBox="1"/>
          <p:nvPr>
            <p:ph idx="1" type="body"/>
          </p:nvPr>
        </p:nvSpPr>
        <p:spPr>
          <a:xfrm>
            <a:off x="492950" y="742050"/>
            <a:ext cx="7467600" cy="4873800"/>
          </a:xfrm>
          <a:prstGeom prst="rect">
            <a:avLst/>
          </a:prstGeom>
        </p:spPr>
        <p:txBody>
          <a:bodyPr anchorCtr="0" anchor="t" bIns="45700" lIns="91425" spcFirstLastPara="1" rIns="91425" wrap="square" tIns="45700">
            <a:noAutofit/>
          </a:bodyPr>
          <a:lstStyle/>
          <a:p>
            <a:pPr indent="0" lvl="0" marL="0" rtl="0" algn="l">
              <a:spcBef>
                <a:spcPts val="1100"/>
              </a:spcBef>
              <a:spcAft>
                <a:spcPts val="0"/>
              </a:spcAft>
              <a:buClr>
                <a:schemeClr val="dk1"/>
              </a:buClr>
              <a:buSzPts val="358"/>
              <a:buFont typeface="Arial"/>
              <a:buNone/>
            </a:pPr>
            <a:r>
              <a:rPr b="1" lang="en-US" sz="1657">
                <a:latin typeface="Calibri"/>
                <a:ea typeface="Calibri"/>
                <a:cs typeface="Calibri"/>
                <a:sym typeface="Calibri"/>
              </a:rPr>
              <a:t>3</a:t>
            </a:r>
            <a:r>
              <a:rPr b="1" lang="en-US" sz="1657">
                <a:latin typeface="Calibri"/>
                <a:ea typeface="Calibri"/>
                <a:cs typeface="Calibri"/>
                <a:sym typeface="Calibri"/>
              </a:rPr>
              <a:t>. Optimize for Search Engines</a:t>
            </a:r>
            <a:endParaRPr b="1" sz="1657">
              <a:latin typeface="Calibri"/>
              <a:ea typeface="Calibri"/>
              <a:cs typeface="Calibri"/>
              <a:sym typeface="Calibri"/>
            </a:endParaRPr>
          </a:p>
          <a:p>
            <a:pPr indent="-333851" lvl="0" marL="457200" rtl="0" algn="l">
              <a:spcBef>
                <a:spcPts val="1100"/>
              </a:spcBef>
              <a:spcAft>
                <a:spcPts val="0"/>
              </a:spcAft>
              <a:buClr>
                <a:schemeClr val="dk1"/>
              </a:buClr>
              <a:buSzPts val="1658"/>
              <a:buFont typeface="Calibri"/>
              <a:buChar char="●"/>
            </a:pPr>
            <a:r>
              <a:rPr lang="en-US" sz="1657">
                <a:latin typeface="Calibri"/>
                <a:ea typeface="Calibri"/>
                <a:cs typeface="Calibri"/>
                <a:sym typeface="Calibri"/>
              </a:rPr>
              <a:t>Use the keywords Priya is likely searching for, such as "affordable hair transplant clinic in Pune" or "best results for hair loss treatment."</a:t>
            </a:r>
            <a:endParaRPr sz="1657">
              <a:latin typeface="Calibri"/>
              <a:ea typeface="Calibri"/>
              <a:cs typeface="Calibri"/>
              <a:sym typeface="Calibri"/>
            </a:endParaRPr>
          </a:p>
          <a:p>
            <a:pPr indent="-333851" lvl="0" marL="457200" rtl="0" algn="l">
              <a:spcBef>
                <a:spcPts val="0"/>
              </a:spcBef>
              <a:spcAft>
                <a:spcPts val="0"/>
              </a:spcAft>
              <a:buClr>
                <a:schemeClr val="dk1"/>
              </a:buClr>
              <a:buSzPts val="1658"/>
              <a:buFont typeface="Calibri"/>
              <a:buChar char="●"/>
            </a:pPr>
            <a:r>
              <a:rPr lang="en-US" sz="1657">
                <a:latin typeface="Calibri"/>
                <a:ea typeface="Calibri"/>
                <a:cs typeface="Calibri"/>
                <a:sym typeface="Calibri"/>
              </a:rPr>
              <a:t>Ensure your website is mobile-friendly, as Priya  might browse on his phone.</a:t>
            </a:r>
            <a:endParaRPr sz="1657">
              <a:latin typeface="Calibri"/>
              <a:ea typeface="Calibri"/>
              <a:cs typeface="Calibri"/>
              <a:sym typeface="Calibri"/>
            </a:endParaRPr>
          </a:p>
          <a:p>
            <a:pPr indent="0" lvl="0" marL="0" rtl="0" algn="l">
              <a:spcBef>
                <a:spcPts val="1100"/>
              </a:spcBef>
              <a:spcAft>
                <a:spcPts val="0"/>
              </a:spcAft>
              <a:buClr>
                <a:schemeClr val="dk1"/>
              </a:buClr>
              <a:buSzPts val="358"/>
              <a:buFont typeface="Arial"/>
              <a:buNone/>
            </a:pPr>
            <a:r>
              <a:rPr b="1" lang="en-US" sz="1657">
                <a:latin typeface="Calibri"/>
                <a:ea typeface="Calibri"/>
                <a:cs typeface="Calibri"/>
                <a:sym typeface="Calibri"/>
              </a:rPr>
              <a:t>4. Tailored Ads:</a:t>
            </a:r>
            <a:endParaRPr b="1" sz="1657">
              <a:latin typeface="Calibri"/>
              <a:ea typeface="Calibri"/>
              <a:cs typeface="Calibri"/>
              <a:sym typeface="Calibri"/>
            </a:endParaRPr>
          </a:p>
          <a:p>
            <a:pPr indent="-333851" lvl="0" marL="457200" rtl="0" algn="l">
              <a:spcBef>
                <a:spcPts val="1100"/>
              </a:spcBef>
              <a:spcAft>
                <a:spcPts val="0"/>
              </a:spcAft>
              <a:buClr>
                <a:schemeClr val="dk1"/>
              </a:buClr>
              <a:buSzPts val="1658"/>
              <a:buFont typeface="Calibri"/>
              <a:buChar char="●"/>
            </a:pPr>
            <a:r>
              <a:rPr lang="en-US" sz="1657">
                <a:latin typeface="Calibri"/>
                <a:ea typeface="Calibri"/>
                <a:cs typeface="Calibri"/>
                <a:sym typeface="Calibri"/>
              </a:rPr>
              <a:t>Run Google Ads targeting keywords like "safe hair transplant clinic near me."</a:t>
            </a:r>
            <a:endParaRPr sz="1657">
              <a:latin typeface="Calibri"/>
              <a:ea typeface="Calibri"/>
              <a:cs typeface="Calibri"/>
              <a:sym typeface="Calibri"/>
            </a:endParaRPr>
          </a:p>
          <a:p>
            <a:pPr indent="-333851" lvl="0" marL="457200" rtl="0" algn="l">
              <a:spcBef>
                <a:spcPts val="0"/>
              </a:spcBef>
              <a:spcAft>
                <a:spcPts val="0"/>
              </a:spcAft>
              <a:buClr>
                <a:schemeClr val="dk1"/>
              </a:buClr>
              <a:buSzPts val="1658"/>
              <a:buFont typeface="Calibri"/>
              <a:buChar char="●"/>
            </a:pPr>
            <a:r>
              <a:rPr lang="en-US" sz="1657">
                <a:latin typeface="Calibri"/>
                <a:ea typeface="Calibri"/>
                <a:cs typeface="Calibri"/>
                <a:sym typeface="Calibri"/>
              </a:rPr>
              <a:t>Use Instagram ads showing testimonials, targeting professionals aged 25-40 in Pune.</a:t>
            </a:r>
            <a:endParaRPr sz="1657">
              <a:latin typeface="Calibri"/>
              <a:ea typeface="Calibri"/>
              <a:cs typeface="Calibri"/>
              <a:sym typeface="Calibri"/>
            </a:endParaRPr>
          </a:p>
          <a:p>
            <a:pPr indent="0" lvl="0" marL="0" rtl="0" algn="l">
              <a:spcBef>
                <a:spcPts val="1400"/>
              </a:spcBef>
              <a:spcAft>
                <a:spcPts val="0"/>
              </a:spcAft>
              <a:buClr>
                <a:schemeClr val="dk1"/>
              </a:buClr>
              <a:buSzPts val="358"/>
              <a:buFont typeface="Arial"/>
              <a:buNone/>
            </a:pPr>
            <a:r>
              <a:rPr b="1" lang="en-US" sz="1722">
                <a:latin typeface="Calibri"/>
                <a:ea typeface="Calibri"/>
                <a:cs typeface="Calibri"/>
                <a:sym typeface="Calibri"/>
              </a:rPr>
              <a:t>Step 3: Measure &amp; Adapt</a:t>
            </a:r>
            <a:endParaRPr b="1" sz="1722">
              <a:latin typeface="Calibri"/>
              <a:ea typeface="Calibri"/>
              <a:cs typeface="Calibri"/>
              <a:sym typeface="Calibri"/>
            </a:endParaRPr>
          </a:p>
          <a:p>
            <a:pPr indent="0" lvl="0" marL="0" rtl="0" algn="l">
              <a:spcBef>
                <a:spcPts val="1100"/>
              </a:spcBef>
              <a:spcAft>
                <a:spcPts val="0"/>
              </a:spcAft>
              <a:buClr>
                <a:schemeClr val="dk1"/>
              </a:buClr>
              <a:buSzPts val="358"/>
              <a:buFont typeface="Arial"/>
              <a:buNone/>
            </a:pPr>
            <a:r>
              <a:rPr lang="en-US" sz="1657">
                <a:latin typeface="Calibri"/>
                <a:ea typeface="Calibri"/>
                <a:cs typeface="Calibri"/>
                <a:sym typeface="Calibri"/>
              </a:rPr>
              <a:t>Track the success of your strategies using tools like Google Analytics or Facebook Insights. Adjust your content and ads based on the engagement and inquiries from potential users like Priya.</a:t>
            </a:r>
            <a:endParaRPr sz="1657">
              <a:latin typeface="Calibri"/>
              <a:ea typeface="Calibri"/>
              <a:cs typeface="Calibri"/>
              <a:sym typeface="Calibri"/>
            </a:endParaRPr>
          </a:p>
          <a:p>
            <a:pPr indent="0" lvl="0" marL="0" rtl="0" algn="l">
              <a:spcBef>
                <a:spcPts val="1100"/>
              </a:spcBef>
              <a:spcAft>
                <a:spcPts val="0"/>
              </a:spcAft>
              <a:buClr>
                <a:schemeClr val="dk1"/>
              </a:buClr>
              <a:buSzPts val="358"/>
              <a:buFont typeface="Arial"/>
              <a:buNone/>
            </a:pPr>
            <a:r>
              <a:rPr lang="en-US" sz="1657">
                <a:latin typeface="Calibri"/>
                <a:ea typeface="Calibri"/>
                <a:cs typeface="Calibri"/>
                <a:sym typeface="Calibri"/>
              </a:rPr>
              <a:t>By tailoring your marketing efforts to align with your user persona, you address their specific needs, build trust, and are more likely to convert them into customers</a:t>
            </a:r>
            <a:endParaRPr sz="1657">
              <a:latin typeface="Calibri"/>
              <a:ea typeface="Calibri"/>
              <a:cs typeface="Calibri"/>
              <a:sym typeface="Calibri"/>
            </a:endParaRPr>
          </a:p>
          <a:p>
            <a:pPr indent="0" lvl="0" marL="0" rtl="0" algn="l">
              <a:spcBef>
                <a:spcPts val="1100"/>
              </a:spcBef>
              <a:spcAft>
                <a:spcPts val="0"/>
              </a:spcAft>
              <a:buClr>
                <a:schemeClr val="dk1"/>
              </a:buClr>
              <a:buSzPts val="358"/>
              <a:buFont typeface="Arial"/>
              <a:buNone/>
            </a:pPr>
            <a:r>
              <a:t/>
            </a:r>
            <a:endParaRPr sz="1779">
              <a:latin typeface="Calibri"/>
              <a:ea typeface="Calibri"/>
              <a:cs typeface="Calibri"/>
              <a:sym typeface="Calibri"/>
            </a:endParaRPr>
          </a:p>
          <a:p>
            <a:pPr indent="0" lvl="0" marL="0" rtl="0" algn="l">
              <a:spcBef>
                <a:spcPts val="600"/>
              </a:spcBef>
              <a:spcAft>
                <a:spcPts val="0"/>
              </a:spcAft>
              <a:buNone/>
            </a:pPr>
            <a:r>
              <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24c431dca2_0_63"/>
          <p:cNvSpPr txBox="1"/>
          <p:nvPr>
            <p:ph type="title"/>
          </p:nvPr>
        </p:nvSpPr>
        <p:spPr>
          <a:xfrm>
            <a:off x="457200" y="16748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2D050"/>
              </a:buClr>
              <a:buSzPts val="3000"/>
              <a:buFont typeface="Century Schoolbook"/>
              <a:buNone/>
            </a:pPr>
            <a:r>
              <a:rPr b="1" lang="en-US">
                <a:solidFill>
                  <a:srgbClr val="92D050"/>
                </a:solidFill>
              </a:rPr>
              <a:t>Search Intent of Users</a:t>
            </a:r>
            <a:br>
              <a:rPr b="1" lang="en-US"/>
            </a:br>
            <a:endParaRPr/>
          </a:p>
        </p:txBody>
      </p:sp>
      <p:pic>
        <p:nvPicPr>
          <p:cNvPr id="204" name="Google Shape;204;g324c431dca2_0_63"/>
          <p:cNvPicPr preferRelativeResize="0"/>
          <p:nvPr/>
        </p:nvPicPr>
        <p:blipFill>
          <a:blip r:embed="rId3">
            <a:alphaModFix/>
          </a:blip>
          <a:stretch>
            <a:fillRect/>
          </a:stretch>
        </p:blipFill>
        <p:spPr>
          <a:xfrm>
            <a:off x="4224325" y="1803800"/>
            <a:ext cx="4328975" cy="3089675"/>
          </a:xfrm>
          <a:prstGeom prst="rect">
            <a:avLst/>
          </a:prstGeom>
          <a:noFill/>
          <a:ln>
            <a:noFill/>
          </a:ln>
        </p:spPr>
      </p:pic>
      <p:sp>
        <p:nvSpPr>
          <p:cNvPr id="205" name="Google Shape;205;g324c431dca2_0_63"/>
          <p:cNvSpPr txBox="1"/>
          <p:nvPr/>
        </p:nvSpPr>
        <p:spPr>
          <a:xfrm>
            <a:off x="457200" y="935450"/>
            <a:ext cx="3767100" cy="600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rPr>
              <a:t>Informational Intent</a:t>
            </a:r>
            <a:r>
              <a:rPr lang="en-US" sz="1800">
                <a:solidFill>
                  <a:schemeClr val="dk1"/>
                </a:solidFill>
              </a:rPr>
              <a:t>:</a:t>
            </a:r>
            <a:br>
              <a:rPr lang="en-US" sz="1800">
                <a:solidFill>
                  <a:schemeClr val="dk1"/>
                </a:solidFill>
              </a:rPr>
            </a:br>
            <a:r>
              <a:rPr lang="en-US" sz="1800">
                <a:solidFill>
                  <a:schemeClr val="dk1"/>
                </a:solidFill>
              </a:rPr>
              <a:t>Users are seeking information or answers to questions. They are not ready to make a purchase, just gathering knowledge.</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a:solidFill>
                  <a:schemeClr val="dk1"/>
                </a:solidFill>
              </a:rPr>
              <a:t>Commercial Intent</a:t>
            </a:r>
            <a:r>
              <a:rPr lang="en-US" sz="1800">
                <a:solidFill>
                  <a:schemeClr val="dk1"/>
                </a:solidFill>
              </a:rPr>
              <a:t>:</a:t>
            </a:r>
            <a:br>
              <a:rPr lang="en-US" sz="1800">
                <a:solidFill>
                  <a:schemeClr val="dk1"/>
                </a:solidFill>
              </a:rPr>
            </a:br>
            <a:r>
              <a:rPr lang="en-US" sz="1800">
                <a:solidFill>
                  <a:schemeClr val="dk1"/>
                </a:solidFill>
              </a:rPr>
              <a:t>Users are comparing options and gathering information before making a purchase. They are in the consideration phase, not yet ready to buy.</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a:solidFill>
                  <a:schemeClr val="dk1"/>
                </a:solidFill>
              </a:rPr>
              <a:t>Navigational Intent</a:t>
            </a:r>
            <a:r>
              <a:rPr lang="en-US" sz="1800">
                <a:solidFill>
                  <a:schemeClr val="dk1"/>
                </a:solidFill>
              </a:rPr>
              <a:t>:</a:t>
            </a:r>
            <a:br>
              <a:rPr lang="en-US" sz="1800">
                <a:solidFill>
                  <a:schemeClr val="dk1"/>
                </a:solidFill>
              </a:rPr>
            </a:br>
            <a:r>
              <a:rPr lang="en-US" sz="1800">
                <a:solidFill>
                  <a:schemeClr val="dk1"/>
                </a:solidFill>
              </a:rPr>
              <a:t>Users want to find a specific website or page. They use search engines as a shortcut to their destination.</a:t>
            </a:r>
            <a:endParaRPr sz="1800">
              <a:solidFill>
                <a:schemeClr val="dk1"/>
              </a:solidFill>
            </a:endParaRPr>
          </a:p>
          <a:p>
            <a:pPr indent="0" lvl="0" marL="0" rtl="0" algn="l">
              <a:spcBef>
                <a:spcPts val="0"/>
              </a:spcBef>
              <a:spcAft>
                <a:spcPts val="0"/>
              </a:spcAft>
              <a:buNone/>
            </a:pPr>
            <a:r>
              <a:rPr b="1" lang="en-US" sz="1800">
                <a:solidFill>
                  <a:schemeClr val="dk1"/>
                </a:solidFill>
              </a:rPr>
              <a:t>Transactional Intent</a:t>
            </a:r>
            <a:r>
              <a:rPr lang="en-US" sz="1800">
                <a:solidFill>
                  <a:schemeClr val="dk1"/>
                </a:solidFill>
              </a:rPr>
              <a:t>:</a:t>
            </a:r>
            <a:br>
              <a:rPr lang="en-US" sz="1800">
                <a:solidFill>
                  <a:schemeClr val="dk1"/>
                </a:solidFill>
              </a:rPr>
            </a:br>
            <a:r>
              <a:rPr lang="en-US" sz="1800">
                <a:solidFill>
                  <a:schemeClr val="dk1"/>
                </a:solidFill>
              </a:rPr>
              <a:t>Users are ready to make a purchase or take action. They are looking to buy a product or service immediately.</a:t>
            </a:r>
            <a:endParaRPr sz="31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5"/>
          <p:cNvSpPr txBox="1"/>
          <p:nvPr>
            <p:ph type="title"/>
          </p:nvPr>
        </p:nvSpPr>
        <p:spPr>
          <a:xfrm>
            <a:off x="467544" y="370080"/>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F9400"/>
              </a:buClr>
              <a:buSzPts val="3000"/>
              <a:buFont typeface="Century Schoolbook"/>
              <a:buNone/>
            </a:pPr>
            <a:r>
              <a:rPr b="1" lang="en-US">
                <a:solidFill>
                  <a:srgbClr val="6F9400"/>
                </a:solidFill>
              </a:rPr>
              <a:t>DO: </a:t>
            </a:r>
            <a:br>
              <a:rPr lang="en-US"/>
            </a:br>
            <a:r>
              <a:rPr b="1" lang="en-US"/>
              <a:t>TEST ON ALL DEVICES</a:t>
            </a:r>
            <a:endParaRPr b="1"/>
          </a:p>
        </p:txBody>
      </p:sp>
      <p:sp>
        <p:nvSpPr>
          <p:cNvPr id="211" name="Google Shape;211;p5"/>
          <p:cNvSpPr txBox="1"/>
          <p:nvPr>
            <p:ph idx="1" type="body"/>
          </p:nvPr>
        </p:nvSpPr>
        <p:spPr>
          <a:xfrm>
            <a:off x="457051" y="1534525"/>
            <a:ext cx="8229900" cy="4873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Multiple devices are used to consume content, make online purchases, access websites, and get information. </a:t>
            </a:r>
            <a:endParaRPr/>
          </a:p>
          <a:p>
            <a:pPr indent="-274320" lvl="0" marL="274320" rtl="0" algn="l">
              <a:spcBef>
                <a:spcPts val="0"/>
              </a:spcBef>
              <a:spcAft>
                <a:spcPts val="0"/>
              </a:spcAft>
              <a:buSzPts val="1680"/>
              <a:buChar char="🞆"/>
            </a:pPr>
            <a:r>
              <a:rPr lang="en-US"/>
              <a:t>Optimizing your site for different devices is essential.</a:t>
            </a:r>
            <a:endParaRPr/>
          </a:p>
          <a:p>
            <a:pPr indent="-247650" lvl="0" marL="274320" rtl="0" algn="l">
              <a:spcBef>
                <a:spcPts val="0"/>
              </a:spcBef>
              <a:spcAft>
                <a:spcPts val="0"/>
              </a:spcAft>
              <a:buSzPts val="1260"/>
              <a:buChar char="🞆"/>
            </a:pPr>
            <a:r>
              <a:rPr lang="en-US"/>
              <a:t>To ensure a seamless experience for your audience, it’s crucial to optimize your website for different screen sizes, resolutions, and device types. </a:t>
            </a:r>
            <a:endParaRPr/>
          </a:p>
        </p:txBody>
      </p:sp>
      <p:pic>
        <p:nvPicPr>
          <p:cNvPr descr="C:\Users\ADMIN\Downloads\Responsive-Design.jpg" id="212" name="Google Shape;212;p5"/>
          <p:cNvPicPr preferRelativeResize="0"/>
          <p:nvPr/>
        </p:nvPicPr>
        <p:blipFill rotWithShape="1">
          <a:blip r:embed="rId3">
            <a:alphaModFix/>
          </a:blip>
          <a:srcRect b="0" l="0" r="0" t="0"/>
          <a:stretch/>
        </p:blipFill>
        <p:spPr>
          <a:xfrm>
            <a:off x="1259632" y="4077072"/>
            <a:ext cx="5328592" cy="233125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7"/>
          <p:cNvSpPr txBox="1"/>
          <p:nvPr>
            <p:ph type="title"/>
          </p:nvPr>
        </p:nvSpPr>
        <p:spPr>
          <a:xfrm>
            <a:off x="467544" y="764704"/>
            <a:ext cx="7467600" cy="11430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92D050"/>
              </a:buClr>
              <a:buSzPct val="100000"/>
              <a:buFont typeface="Century Schoolbook"/>
              <a:buNone/>
            </a:pPr>
            <a:r>
              <a:rPr b="1" lang="en-US">
                <a:solidFill>
                  <a:srgbClr val="92D050"/>
                </a:solidFill>
              </a:rPr>
              <a:t>DO: </a:t>
            </a:r>
            <a:br>
              <a:rPr lang="en-US"/>
            </a:br>
            <a:br>
              <a:rPr lang="en-US"/>
            </a:br>
            <a:r>
              <a:rPr b="1" lang="en-US"/>
              <a:t>HAVE AN FAQ PAGE</a:t>
            </a:r>
            <a:endParaRPr b="1"/>
          </a:p>
        </p:txBody>
      </p:sp>
      <p:sp>
        <p:nvSpPr>
          <p:cNvPr id="218" name="Google Shape;218;p7"/>
          <p:cNvSpPr txBox="1"/>
          <p:nvPr>
            <p:ph idx="1" type="body"/>
          </p:nvPr>
        </p:nvSpPr>
        <p:spPr>
          <a:xfrm>
            <a:off x="323528" y="2636912"/>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Your goal is to serve your audience. When they have questions, it's ideal to have answers ready. A FAQ page saves time for everybody and makes your site more efficient.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0"/>
          <p:cNvSpPr txBox="1"/>
          <p:nvPr>
            <p:ph type="title"/>
          </p:nvPr>
        </p:nvSpPr>
        <p:spPr>
          <a:xfrm>
            <a:off x="467544" y="980728"/>
            <a:ext cx="7467600" cy="11430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FF0000"/>
              </a:buClr>
              <a:buSzPct val="100000"/>
              <a:buFont typeface="Century Schoolbook"/>
              <a:buNone/>
            </a:pPr>
            <a:r>
              <a:rPr lang="en-US">
                <a:solidFill>
                  <a:srgbClr val="FF0000"/>
                </a:solidFill>
              </a:rPr>
              <a:t>DON’T</a:t>
            </a:r>
            <a:br>
              <a:rPr lang="en-US">
                <a:solidFill>
                  <a:srgbClr val="FF0000"/>
                </a:solidFill>
              </a:rPr>
            </a:br>
            <a:br>
              <a:rPr lang="en-US"/>
            </a:br>
            <a:r>
              <a:rPr lang="en-US"/>
              <a:t>IGNORING IMAGES</a:t>
            </a:r>
            <a:br>
              <a:rPr lang="en-US"/>
            </a:br>
            <a:endParaRPr/>
          </a:p>
        </p:txBody>
      </p:sp>
      <p:sp>
        <p:nvSpPr>
          <p:cNvPr id="224" name="Google Shape;224;p10"/>
          <p:cNvSpPr txBox="1"/>
          <p:nvPr>
            <p:ph idx="1" type="body"/>
          </p:nvPr>
        </p:nvSpPr>
        <p:spPr>
          <a:xfrm>
            <a:off x="395536" y="2276872"/>
            <a:ext cx="7467600" cy="48737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80"/>
              <a:buNone/>
            </a:pPr>
            <a:r>
              <a:rPr lang="en-US"/>
              <a:t>‘Cuz content without images is not user friendly </a:t>
            </a:r>
            <a:endParaRPr/>
          </a:p>
          <a:p>
            <a:pPr indent="-167640" lvl="0" marL="274320" rtl="0" algn="l">
              <a:spcBef>
                <a:spcPts val="600"/>
              </a:spcBef>
              <a:spcAft>
                <a:spcPts val="0"/>
              </a:spcAft>
              <a:buSzPts val="1680"/>
              <a:buNone/>
            </a:pPr>
            <a:r>
              <a:t/>
            </a:r>
            <a:endParaRPr/>
          </a:p>
          <a:p>
            <a:pPr indent="0" lvl="0" marL="0" rtl="0" algn="l">
              <a:spcBef>
                <a:spcPts val="600"/>
              </a:spcBef>
              <a:spcAft>
                <a:spcPts val="0"/>
              </a:spcAft>
              <a:buSzPts val="1680"/>
              <a:buNone/>
            </a:pPr>
            <a:r>
              <a:rPr lang="en-US"/>
              <a:t>Images are useful because they:</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Increase time on page</a:t>
            </a:r>
            <a:endParaRPr/>
          </a:p>
          <a:p>
            <a:pPr indent="-274320" lvl="0" marL="274320" rtl="0" algn="l">
              <a:spcBef>
                <a:spcPts val="600"/>
              </a:spcBef>
              <a:spcAft>
                <a:spcPts val="0"/>
              </a:spcAft>
              <a:buSzPts val="1680"/>
              <a:buChar char="🞆"/>
            </a:pPr>
            <a:r>
              <a:rPr lang="en-US"/>
              <a:t>Improve user experience</a:t>
            </a:r>
            <a:endParaRPr/>
          </a:p>
          <a:p>
            <a:pPr indent="-274320" lvl="0" marL="274320" rtl="0" algn="l">
              <a:spcBef>
                <a:spcPts val="600"/>
              </a:spcBef>
              <a:spcAft>
                <a:spcPts val="0"/>
              </a:spcAft>
              <a:buSzPts val="1680"/>
              <a:buChar char="🞆"/>
            </a:pPr>
            <a:r>
              <a:rPr lang="en-US"/>
              <a:t>Make content skimmable</a:t>
            </a:r>
            <a:endParaRPr/>
          </a:p>
          <a:p>
            <a:pPr indent="-274320" lvl="0" marL="274320" rtl="0" algn="l">
              <a:spcBef>
                <a:spcPts val="600"/>
              </a:spcBef>
              <a:spcAft>
                <a:spcPts val="0"/>
              </a:spcAft>
              <a:buSzPts val="1680"/>
              <a:buChar char="🞆"/>
            </a:pPr>
            <a:r>
              <a:rPr lang="en-US"/>
              <a:t>Help with information retention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2D050"/>
              </a:buClr>
              <a:buSzPts val="3000"/>
              <a:buFont typeface="Century Schoolbook"/>
              <a:buNone/>
            </a:pPr>
            <a:r>
              <a:rPr b="1" lang="en-US">
                <a:solidFill>
                  <a:srgbClr val="FF0000"/>
                </a:solidFill>
              </a:rPr>
              <a:t>Bad content design</a:t>
            </a:r>
            <a:br>
              <a:rPr b="1" lang="en-US">
                <a:solidFill>
                  <a:srgbClr val="92D050"/>
                </a:solidFill>
              </a:rPr>
            </a:br>
            <a:endParaRPr b="1">
              <a:solidFill>
                <a:srgbClr val="92D050"/>
              </a:solidFill>
            </a:endParaRPr>
          </a:p>
        </p:txBody>
      </p:sp>
      <p:sp>
        <p:nvSpPr>
          <p:cNvPr id="230" name="Google Shape;230;p11"/>
          <p:cNvSpPr txBox="1"/>
          <p:nvPr>
            <p:ph idx="1" type="body"/>
          </p:nvPr>
        </p:nvSpPr>
        <p:spPr>
          <a:xfrm>
            <a:off x="457200" y="934800"/>
            <a:ext cx="3561300" cy="2494200"/>
          </a:xfrm>
          <a:prstGeom prst="rect">
            <a:avLst/>
          </a:prstGeom>
          <a:noFill/>
          <a:ln>
            <a:noFill/>
          </a:ln>
        </p:spPr>
        <p:txBody>
          <a:bodyPr anchorCtr="0" anchor="t" bIns="45700" lIns="91425" spcFirstLastPara="1" rIns="91425" wrap="square" tIns="45700">
            <a:normAutofit fontScale="32500" lnSpcReduction="20000"/>
          </a:bodyPr>
          <a:lstStyle/>
          <a:p>
            <a:pPr indent="-167640" lvl="0" marL="274320" rtl="0" algn="l">
              <a:spcBef>
                <a:spcPts val="0"/>
              </a:spcBef>
              <a:spcAft>
                <a:spcPts val="0"/>
              </a:spcAft>
              <a:buSzPct val="70000"/>
              <a:buNone/>
            </a:pPr>
            <a:r>
              <a:t/>
            </a:r>
            <a:endParaRPr/>
          </a:p>
          <a:p>
            <a:pPr indent="0" lvl="0" marL="0" rtl="0" algn="l">
              <a:spcBef>
                <a:spcPts val="600"/>
              </a:spcBef>
              <a:spcAft>
                <a:spcPts val="0"/>
              </a:spcAft>
              <a:buSzPct val="32458"/>
              <a:buNone/>
            </a:pPr>
            <a:r>
              <a:rPr b="1" lang="en-US" sz="5175"/>
              <a:t>includes: </a:t>
            </a:r>
            <a:endParaRPr b="1" sz="5175"/>
          </a:p>
          <a:p>
            <a:pPr indent="0" lvl="0" marL="0" rtl="0" algn="l">
              <a:spcBef>
                <a:spcPts val="600"/>
              </a:spcBef>
              <a:spcAft>
                <a:spcPts val="0"/>
              </a:spcAft>
              <a:buSzPct val="32458"/>
              <a:buNone/>
            </a:pPr>
            <a:r>
              <a:t/>
            </a:r>
            <a:endParaRPr b="1" sz="5175"/>
          </a:p>
          <a:p>
            <a:pPr indent="-259598" lvl="0" marL="274320" rtl="0" algn="l">
              <a:spcBef>
                <a:spcPts val="600"/>
              </a:spcBef>
              <a:spcAft>
                <a:spcPts val="0"/>
              </a:spcAft>
              <a:buSzPct val="86089"/>
              <a:buChar char="🞆"/>
            </a:pPr>
            <a:r>
              <a:rPr b="1" lang="en-US" sz="5175"/>
              <a:t>Font too small</a:t>
            </a:r>
            <a:endParaRPr b="1" sz="5175"/>
          </a:p>
          <a:p>
            <a:pPr indent="-259598" lvl="0" marL="274320" rtl="0" algn="l">
              <a:spcBef>
                <a:spcPts val="600"/>
              </a:spcBef>
              <a:spcAft>
                <a:spcPts val="0"/>
              </a:spcAft>
              <a:buSzPct val="86089"/>
              <a:buChar char="🞆"/>
            </a:pPr>
            <a:r>
              <a:rPr b="1" lang="en-US" sz="5175"/>
              <a:t>Wide text layout</a:t>
            </a:r>
            <a:endParaRPr b="1" sz="5175"/>
          </a:p>
          <a:p>
            <a:pPr indent="-259598" lvl="0" marL="274320" rtl="0" algn="l">
              <a:spcBef>
                <a:spcPts val="600"/>
              </a:spcBef>
              <a:spcAft>
                <a:spcPts val="0"/>
              </a:spcAft>
              <a:buSzPct val="86089"/>
              <a:buChar char="🞆"/>
            </a:pPr>
            <a:r>
              <a:rPr b="1" lang="en-US" sz="5175"/>
              <a:t>Images too small</a:t>
            </a:r>
            <a:endParaRPr b="1" sz="5175"/>
          </a:p>
          <a:p>
            <a:pPr indent="-259598" lvl="0" marL="274320" rtl="0" algn="l">
              <a:spcBef>
                <a:spcPts val="600"/>
              </a:spcBef>
              <a:spcAft>
                <a:spcPts val="0"/>
              </a:spcAft>
              <a:buSzPct val="86089"/>
              <a:buChar char="🞆"/>
            </a:pPr>
            <a:r>
              <a:rPr b="1" lang="en-US" sz="5175"/>
              <a:t>Not enough line height</a:t>
            </a:r>
            <a:endParaRPr b="1" sz="5175"/>
          </a:p>
          <a:p>
            <a:pPr indent="-259598" lvl="0" marL="274320" rtl="0" algn="l">
              <a:spcBef>
                <a:spcPts val="600"/>
              </a:spcBef>
              <a:spcAft>
                <a:spcPts val="0"/>
              </a:spcAft>
              <a:buSzPct val="86089"/>
              <a:buChar char="🞆"/>
            </a:pPr>
            <a:r>
              <a:rPr b="1" lang="en-US" sz="5175"/>
              <a:t>Poorly designed bullet lists</a:t>
            </a:r>
            <a:endParaRPr b="1" sz="5175"/>
          </a:p>
          <a:p>
            <a:pPr indent="-259598" lvl="0" marL="274320" rtl="0" algn="l">
              <a:spcBef>
                <a:spcPts val="600"/>
              </a:spcBef>
              <a:spcAft>
                <a:spcPts val="0"/>
              </a:spcAft>
              <a:buSzPct val="86089"/>
              <a:buChar char="🞆"/>
            </a:pPr>
            <a:r>
              <a:rPr b="1" lang="en-US" sz="5175"/>
              <a:t>No space around headings</a:t>
            </a:r>
            <a:endParaRPr b="1" sz="5175"/>
          </a:p>
        </p:txBody>
      </p:sp>
      <p:pic>
        <p:nvPicPr>
          <p:cNvPr id="231" name="Google Shape;231;p11"/>
          <p:cNvPicPr preferRelativeResize="0"/>
          <p:nvPr/>
        </p:nvPicPr>
        <p:blipFill>
          <a:blip r:embed="rId3">
            <a:alphaModFix/>
          </a:blip>
          <a:stretch>
            <a:fillRect/>
          </a:stretch>
        </p:blipFill>
        <p:spPr>
          <a:xfrm>
            <a:off x="938175" y="3786173"/>
            <a:ext cx="6062676" cy="28141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2"/>
          <p:cNvSpPr txBox="1"/>
          <p:nvPr>
            <p:ph type="title"/>
          </p:nvPr>
        </p:nvSpPr>
        <p:spPr>
          <a:xfrm>
            <a:off x="467544" y="548680"/>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2D050"/>
              </a:buClr>
              <a:buSzPts val="3000"/>
              <a:buFont typeface="Century Schoolbook"/>
              <a:buNone/>
            </a:pPr>
            <a:r>
              <a:rPr b="1" lang="en-US">
                <a:solidFill>
                  <a:srgbClr val="92D050"/>
                </a:solidFill>
              </a:rPr>
              <a:t>Slow Website Loading Speed</a:t>
            </a:r>
            <a:br>
              <a:rPr b="1" lang="en-US">
                <a:solidFill>
                  <a:srgbClr val="92D050"/>
                </a:solidFill>
              </a:rPr>
            </a:br>
            <a:endParaRPr b="1">
              <a:solidFill>
                <a:srgbClr val="92D050"/>
              </a:solidFill>
            </a:endParaRPr>
          </a:p>
        </p:txBody>
      </p:sp>
      <p:sp>
        <p:nvSpPr>
          <p:cNvPr id="237" name="Google Shape;237;p1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167640" lvl="0" marL="274320" rtl="0" algn="l">
              <a:spcBef>
                <a:spcPts val="0"/>
              </a:spcBef>
              <a:spcAft>
                <a:spcPts val="0"/>
              </a:spcAft>
              <a:buSzPts val="1680"/>
              <a:buNone/>
            </a:pPr>
            <a:r>
              <a:t/>
            </a:r>
            <a:endParaRPr/>
          </a:p>
          <a:p>
            <a:pPr indent="-274320" lvl="0" marL="274320" rtl="0" algn="l">
              <a:spcBef>
                <a:spcPts val="600"/>
              </a:spcBef>
              <a:spcAft>
                <a:spcPts val="0"/>
              </a:spcAft>
              <a:buSzPts val="1680"/>
              <a:buChar char="🞆"/>
            </a:pPr>
            <a:r>
              <a:rPr lang="en-US"/>
              <a:t>User experience depends on many factors. </a:t>
            </a:r>
            <a:endParaRPr/>
          </a:p>
          <a:p>
            <a:pPr indent="0" lvl="0" marL="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Chances of losing visitors before they open your page can increase if you don't take care of slow loading times.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txBox="1"/>
          <p:nvPr>
            <p:ph type="title"/>
          </p:nvPr>
        </p:nvSpPr>
        <p:spPr>
          <a:xfrm>
            <a:off x="395525" y="274650"/>
            <a:ext cx="7529400" cy="654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2D050"/>
              </a:buClr>
              <a:buSzPts val="3000"/>
              <a:buFont typeface="Century Schoolbook"/>
              <a:buNone/>
            </a:pPr>
            <a:r>
              <a:rPr b="1" lang="en-US">
                <a:solidFill>
                  <a:srgbClr val="92D050"/>
                </a:solidFill>
              </a:rPr>
              <a:t>COVERING RANDOM TOPICS</a:t>
            </a:r>
            <a:endParaRPr b="1">
              <a:solidFill>
                <a:srgbClr val="92D050"/>
              </a:solidFill>
            </a:endParaRPr>
          </a:p>
        </p:txBody>
      </p:sp>
      <p:sp>
        <p:nvSpPr>
          <p:cNvPr id="243" name="Google Shape;243;p13"/>
          <p:cNvSpPr txBox="1"/>
          <p:nvPr>
            <p:ph idx="1" type="body"/>
          </p:nvPr>
        </p:nvSpPr>
        <p:spPr>
          <a:xfrm>
            <a:off x="252650" y="1165625"/>
            <a:ext cx="4471500" cy="5085300"/>
          </a:xfrm>
          <a:prstGeom prst="rect">
            <a:avLst/>
          </a:prstGeom>
          <a:noFill/>
          <a:ln>
            <a:noFill/>
          </a:ln>
        </p:spPr>
        <p:txBody>
          <a:bodyPr anchorCtr="0" anchor="t" bIns="45700" lIns="91425" spcFirstLastPara="1" rIns="91425" wrap="square" tIns="45700">
            <a:normAutofit fontScale="92500" lnSpcReduction="20000"/>
          </a:bodyPr>
          <a:lstStyle/>
          <a:p>
            <a:pPr indent="-266319" lvl="0" marL="274320" rtl="0" algn="l">
              <a:spcBef>
                <a:spcPts val="0"/>
              </a:spcBef>
              <a:spcAft>
                <a:spcPts val="0"/>
              </a:spcAft>
              <a:buSzPct val="70000"/>
              <a:buChar char="🞆"/>
            </a:pPr>
            <a:r>
              <a:rPr lang="en-US"/>
              <a:t>Covering a bit of everything is a mistake.</a:t>
            </a:r>
            <a:endParaRPr/>
          </a:p>
          <a:p>
            <a:pPr indent="-266319" lvl="0" marL="274320" rtl="0" algn="l">
              <a:spcBef>
                <a:spcPts val="600"/>
              </a:spcBef>
              <a:spcAft>
                <a:spcPts val="0"/>
              </a:spcAft>
              <a:buSzPct val="70000"/>
              <a:buChar char="🞆"/>
            </a:pPr>
            <a:r>
              <a:rPr lang="en-US"/>
              <a:t>Because you </a:t>
            </a:r>
            <a:r>
              <a:rPr lang="en-US"/>
              <a:t>won't</a:t>
            </a:r>
            <a:r>
              <a:rPr lang="en-US"/>
              <a:t> be able to build enough topical authority. That means you won't rank in the top 10 search results.</a:t>
            </a:r>
            <a:endParaRPr/>
          </a:p>
          <a:p>
            <a:pPr indent="-266319" lvl="0" marL="274320" rtl="0" algn="l">
              <a:spcBef>
                <a:spcPts val="600"/>
              </a:spcBef>
              <a:spcAft>
                <a:spcPts val="0"/>
              </a:spcAft>
              <a:buSzPct val="70000"/>
              <a:buChar char="🞆"/>
            </a:pPr>
            <a:r>
              <a:rPr lang="en-US"/>
              <a:t>Pick one topic and stick to it.</a:t>
            </a:r>
            <a:endParaRPr/>
          </a:p>
          <a:p>
            <a:pPr indent="-266319" lvl="0" marL="274320" rtl="0" algn="l">
              <a:spcBef>
                <a:spcPts val="600"/>
              </a:spcBef>
              <a:spcAft>
                <a:spcPts val="0"/>
              </a:spcAft>
              <a:buSzPct val="70000"/>
              <a:buChar char="🞆"/>
            </a:pPr>
            <a:r>
              <a:rPr lang="en-US"/>
              <a:t>Use Pillar and Cluster Model: </a:t>
            </a:r>
            <a:endParaRPr/>
          </a:p>
          <a:p>
            <a:pPr indent="0" lvl="0" marL="274320" rtl="0" algn="l">
              <a:spcBef>
                <a:spcPts val="600"/>
              </a:spcBef>
              <a:spcAft>
                <a:spcPts val="0"/>
              </a:spcAft>
              <a:buNone/>
            </a:pPr>
            <a:r>
              <a:rPr lang="en-US" sz="2000"/>
              <a:t>The Pillar and Cluster Model organizes content into a central </a:t>
            </a:r>
            <a:r>
              <a:rPr b="1" lang="en-US" sz="2000"/>
              <a:t>pillar page</a:t>
            </a:r>
            <a:r>
              <a:rPr lang="en-US" sz="2000"/>
              <a:t> (broad topic) supported by </a:t>
            </a:r>
            <a:r>
              <a:rPr b="1" lang="en-US" sz="2000"/>
              <a:t>clusters</a:t>
            </a:r>
            <a:r>
              <a:rPr lang="en-US" sz="2000"/>
              <a:t> of related subtopics interlinked for SEO. This structure improves content organization, boosts search engine rankings, and enhances user navigation.</a:t>
            </a:r>
            <a:endParaRPr sz="2000"/>
          </a:p>
          <a:p>
            <a:pPr indent="-167640" lvl="0" marL="274320" rtl="0" algn="l">
              <a:spcBef>
                <a:spcPts val="600"/>
              </a:spcBef>
              <a:spcAft>
                <a:spcPts val="0"/>
              </a:spcAft>
              <a:buSzPct val="70000"/>
              <a:buNone/>
            </a:pPr>
            <a:r>
              <a:t/>
            </a:r>
            <a:endParaRPr/>
          </a:p>
        </p:txBody>
      </p:sp>
      <p:pic>
        <p:nvPicPr>
          <p:cNvPr id="244" name="Google Shape;244;p13"/>
          <p:cNvPicPr preferRelativeResize="0"/>
          <p:nvPr/>
        </p:nvPicPr>
        <p:blipFill>
          <a:blip r:embed="rId3">
            <a:alphaModFix/>
          </a:blip>
          <a:stretch>
            <a:fillRect/>
          </a:stretch>
        </p:blipFill>
        <p:spPr>
          <a:xfrm>
            <a:off x="4572000" y="1831200"/>
            <a:ext cx="3945850" cy="2184612"/>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2D050"/>
              </a:buClr>
              <a:buSzPts val="3000"/>
              <a:buFont typeface="Century Schoolbook"/>
              <a:buNone/>
            </a:pPr>
            <a:r>
              <a:rPr b="1" lang="en-US">
                <a:solidFill>
                  <a:srgbClr val="92D050"/>
                </a:solidFill>
              </a:rPr>
              <a:t>IGNORING TOPICAL AUTHORITY</a:t>
            </a:r>
            <a:endParaRPr/>
          </a:p>
        </p:txBody>
      </p:sp>
      <p:sp>
        <p:nvSpPr>
          <p:cNvPr id="250" name="Google Shape;250;p14"/>
          <p:cNvSpPr txBox="1"/>
          <p:nvPr>
            <p:ph idx="1" type="body"/>
          </p:nvPr>
        </p:nvSpPr>
        <p:spPr>
          <a:xfrm>
            <a:off x="467544" y="2276872"/>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Topical authority is a SEO highway.</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If you build it, it speeds up your results drastically!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2D050"/>
              </a:buClr>
              <a:buSzPts val="3000"/>
              <a:buFont typeface="Century Schoolbook"/>
              <a:buNone/>
            </a:pPr>
            <a:r>
              <a:rPr b="1" lang="en-US">
                <a:solidFill>
                  <a:srgbClr val="92D050"/>
                </a:solidFill>
              </a:rPr>
              <a:t>Topical Authority</a:t>
            </a:r>
            <a:endParaRPr b="1">
              <a:solidFill>
                <a:srgbClr val="92D050"/>
              </a:solidFill>
            </a:endParaRPr>
          </a:p>
        </p:txBody>
      </p:sp>
      <p:sp>
        <p:nvSpPr>
          <p:cNvPr id="256" name="Google Shape;256;p15"/>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400"/>
              <a:buChar char="🞆"/>
            </a:pPr>
            <a:r>
              <a:rPr lang="en-US" sz="2000"/>
              <a:t>Topical authority is an SEO concept that measures how well a website establishes itself as an expert on a specific topic: </a:t>
            </a:r>
            <a:endParaRPr sz="2000"/>
          </a:p>
          <a:p>
            <a:pPr indent="-185420" lvl="0" marL="274320" rtl="0" algn="l">
              <a:spcBef>
                <a:spcPts val="600"/>
              </a:spcBef>
              <a:spcAft>
                <a:spcPts val="0"/>
              </a:spcAft>
              <a:buSzPts val="1400"/>
              <a:buNone/>
            </a:pPr>
            <a:r>
              <a:t/>
            </a:r>
            <a:endParaRPr sz="2000"/>
          </a:p>
          <a:p>
            <a:pPr indent="-274320" lvl="0" marL="274320" rtl="0" algn="l">
              <a:spcBef>
                <a:spcPts val="600"/>
              </a:spcBef>
              <a:spcAft>
                <a:spcPts val="0"/>
              </a:spcAft>
              <a:buSzPts val="1400"/>
              <a:buChar char="🞆"/>
            </a:pPr>
            <a:r>
              <a:rPr b="1" lang="en-US" sz="2000"/>
              <a:t>Definition</a:t>
            </a:r>
            <a:endParaRPr sz="2000"/>
          </a:p>
          <a:p>
            <a:pPr indent="0" lvl="0" marL="0" rtl="0" algn="l">
              <a:spcBef>
                <a:spcPts val="600"/>
              </a:spcBef>
              <a:spcAft>
                <a:spcPts val="0"/>
              </a:spcAft>
              <a:buSzPts val="1400"/>
              <a:buNone/>
            </a:pPr>
            <a:r>
              <a:rPr lang="en-US" sz="2000"/>
              <a:t>Topical authority is a website's credibility and expertise in a niche or subject. It's a system that Google uses to determine which experts are most helpful to a searcher's query. </a:t>
            </a:r>
            <a:endParaRPr sz="2000"/>
          </a:p>
          <a:p>
            <a:pPr indent="0" lvl="0" marL="0" rtl="0" algn="l">
              <a:spcBef>
                <a:spcPts val="600"/>
              </a:spcBef>
              <a:spcAft>
                <a:spcPts val="0"/>
              </a:spcAft>
              <a:buSzPts val="1400"/>
              <a:buNone/>
            </a:pPr>
            <a:r>
              <a:t/>
            </a:r>
            <a:endParaRPr sz="2000"/>
          </a:p>
          <a:p>
            <a:pPr indent="-274320" lvl="0" marL="274320" rtl="0" algn="l">
              <a:spcBef>
                <a:spcPts val="600"/>
              </a:spcBef>
              <a:spcAft>
                <a:spcPts val="0"/>
              </a:spcAft>
              <a:buSzPts val="1400"/>
              <a:buChar char="🞆"/>
            </a:pPr>
            <a:r>
              <a:rPr b="1" lang="en-US" sz="2000"/>
              <a:t>Benefits</a:t>
            </a:r>
            <a:endParaRPr sz="2000"/>
          </a:p>
          <a:p>
            <a:pPr indent="0" lvl="0" marL="0" rtl="0" algn="l">
              <a:spcBef>
                <a:spcPts val="600"/>
              </a:spcBef>
              <a:spcAft>
                <a:spcPts val="0"/>
              </a:spcAft>
              <a:buSzPts val="1400"/>
              <a:buNone/>
            </a:pPr>
            <a:r>
              <a:rPr lang="en-US" sz="2000"/>
              <a:t>Websites with high topical authority are more likely to rank better for topically related keywords. They're also seen as reliable sources of information by users and search engines. </a:t>
            </a:r>
            <a:endParaRPr/>
          </a:p>
          <a:p>
            <a:pPr indent="-185420" lvl="0" marL="274320" rtl="0" algn="l">
              <a:spcBef>
                <a:spcPts val="600"/>
              </a:spcBef>
              <a:spcAft>
                <a:spcPts val="0"/>
              </a:spcAft>
              <a:buSzPts val="1400"/>
              <a:buNone/>
            </a:pPr>
            <a:r>
              <a:t/>
            </a:r>
            <a:endParaRPr sz="2000">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2D050"/>
              </a:buClr>
              <a:buSzPts val="3000"/>
              <a:buFont typeface="Century Schoolbook"/>
              <a:buNone/>
            </a:pPr>
            <a:r>
              <a:rPr b="1" lang="en-US">
                <a:solidFill>
                  <a:srgbClr val="92D050"/>
                </a:solidFill>
              </a:rPr>
              <a:t>PUBLISHING INCONSISTENTLY</a:t>
            </a:r>
            <a:endParaRPr/>
          </a:p>
        </p:txBody>
      </p:sp>
      <p:sp>
        <p:nvSpPr>
          <p:cNvPr id="263" name="Google Shape;263;p1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SEO thrives on consistency.</a:t>
            </a:r>
            <a:endParaRPr/>
          </a:p>
          <a:p>
            <a:pPr indent="-274320" lvl="0" marL="274320" rtl="0" algn="l">
              <a:spcBef>
                <a:spcPts val="600"/>
              </a:spcBef>
              <a:spcAft>
                <a:spcPts val="0"/>
              </a:spcAft>
              <a:buSzPts val="1680"/>
              <a:buChar char="🞆"/>
            </a:pPr>
            <a:r>
              <a:rPr lang="en-US"/>
              <a:t> That’ s because: You keep pinging Google. </a:t>
            </a:r>
            <a:endParaRPr/>
          </a:p>
          <a:p>
            <a:pPr indent="-274320" lvl="0" marL="274320" rtl="0" algn="l">
              <a:spcBef>
                <a:spcPts val="600"/>
              </a:spcBef>
              <a:spcAft>
                <a:spcPts val="0"/>
              </a:spcAft>
              <a:buSzPts val="1680"/>
              <a:buChar char="🞆"/>
            </a:pPr>
            <a:r>
              <a:rPr lang="en-US"/>
              <a:t>It influences freshness SEO signals. </a:t>
            </a:r>
            <a:endParaRPr/>
          </a:p>
          <a:p>
            <a:pPr indent="-274320" lvl="0" marL="274320" rtl="0" algn="l">
              <a:spcBef>
                <a:spcPts val="600"/>
              </a:spcBef>
              <a:spcAft>
                <a:spcPts val="0"/>
              </a:spcAft>
              <a:buSzPts val="1680"/>
              <a:buChar char="🞆"/>
            </a:pPr>
            <a:r>
              <a:rPr lang="en-US"/>
              <a:t>It helps maintain rankings over time</a:t>
            </a:r>
            <a:endParaRPr/>
          </a:p>
          <a:p>
            <a:pPr indent="-167640" lvl="0" marL="274320" rtl="0" algn="l">
              <a:spcBef>
                <a:spcPts val="600"/>
              </a:spcBef>
              <a:spcAft>
                <a:spcPts val="0"/>
              </a:spcAft>
              <a:buSzPts val="1680"/>
              <a:buNone/>
            </a:pPr>
            <a:r>
              <a:t/>
            </a:r>
            <a:endParaRPr/>
          </a:p>
          <a:p>
            <a:pPr indent="0" lvl="0" marL="0" rtl="0" algn="l">
              <a:spcBef>
                <a:spcPts val="600"/>
              </a:spcBef>
              <a:spcAft>
                <a:spcPts val="0"/>
              </a:spcAft>
              <a:buSzPts val="1680"/>
              <a:buNone/>
            </a:pPr>
            <a:r>
              <a:rPr lang="en-US"/>
              <a:t>So avoid having big gaps in your publishing schedule.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2D050"/>
              </a:buClr>
              <a:buSzPts val="3000"/>
              <a:buFont typeface="Century Schoolbook"/>
              <a:buNone/>
            </a:pPr>
            <a:r>
              <a:rPr b="1" lang="en-US">
                <a:solidFill>
                  <a:srgbClr val="92D050"/>
                </a:solidFill>
              </a:rPr>
              <a:t>NOT UPDATING YOUR CONTENT</a:t>
            </a:r>
            <a:endParaRPr/>
          </a:p>
        </p:txBody>
      </p:sp>
      <p:sp>
        <p:nvSpPr>
          <p:cNvPr id="270" name="Google Shape;270;p1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Here ’s how the story goes: </a:t>
            </a:r>
            <a:endParaRPr/>
          </a:p>
          <a:p>
            <a:pPr indent="0" lvl="0" marL="0" rtl="0" algn="l">
              <a:spcBef>
                <a:spcPts val="600"/>
              </a:spcBef>
              <a:spcAft>
                <a:spcPts val="0"/>
              </a:spcAft>
              <a:buSzPts val="1400"/>
              <a:buNone/>
            </a:pPr>
            <a:r>
              <a:t/>
            </a:r>
            <a:endParaRPr sz="2000"/>
          </a:p>
          <a:p>
            <a:pPr indent="0" lvl="0" marL="0" rtl="0" algn="l">
              <a:spcBef>
                <a:spcPts val="600"/>
              </a:spcBef>
              <a:spcAft>
                <a:spcPts val="0"/>
              </a:spcAft>
              <a:buSzPts val="1330"/>
              <a:buNone/>
            </a:pPr>
            <a:r>
              <a:t/>
            </a:r>
            <a:endParaRPr sz="1900"/>
          </a:p>
        </p:txBody>
      </p:sp>
      <p:pic>
        <p:nvPicPr>
          <p:cNvPr id="271" name="Google Shape;271;p17"/>
          <p:cNvPicPr preferRelativeResize="0"/>
          <p:nvPr/>
        </p:nvPicPr>
        <p:blipFill rotWithShape="1">
          <a:blip r:embed="rId3">
            <a:alphaModFix/>
          </a:blip>
          <a:srcRect b="0" l="0" r="0" t="0"/>
          <a:stretch/>
        </p:blipFill>
        <p:spPr>
          <a:xfrm>
            <a:off x="1187624" y="2132856"/>
            <a:ext cx="5256584" cy="429634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2D050"/>
              </a:buClr>
              <a:buSzPts val="3000"/>
              <a:buFont typeface="Century Schoolbook"/>
              <a:buNone/>
            </a:pPr>
            <a:r>
              <a:rPr b="1" lang="en-US">
                <a:solidFill>
                  <a:srgbClr val="92D050"/>
                </a:solidFill>
              </a:rPr>
              <a:t>avoid having this in your content: </a:t>
            </a:r>
            <a:br>
              <a:rPr lang="en-US"/>
            </a:br>
            <a:endParaRPr/>
          </a:p>
        </p:txBody>
      </p:sp>
      <p:sp>
        <p:nvSpPr>
          <p:cNvPr id="277" name="Google Shape;277;p1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Old research data </a:t>
            </a:r>
            <a:endParaRPr/>
          </a:p>
          <a:p>
            <a:pPr indent="-274320" lvl="0" marL="274320" rtl="0" algn="l">
              <a:spcBef>
                <a:spcPts val="600"/>
              </a:spcBef>
              <a:spcAft>
                <a:spcPts val="0"/>
              </a:spcAft>
              <a:buSzPts val="1680"/>
              <a:buChar char="🞆"/>
            </a:pPr>
            <a:r>
              <a:rPr lang="en-US"/>
              <a:t>Outdated practices </a:t>
            </a:r>
            <a:endParaRPr/>
          </a:p>
          <a:p>
            <a:pPr indent="-274320" lvl="0" marL="274320" rtl="0" algn="l">
              <a:spcBef>
                <a:spcPts val="600"/>
              </a:spcBef>
              <a:spcAft>
                <a:spcPts val="0"/>
              </a:spcAft>
              <a:buSzPts val="1680"/>
              <a:buChar char="🞆"/>
            </a:pPr>
            <a:r>
              <a:rPr lang="en-US"/>
              <a:t>Wrong trend predictions </a:t>
            </a:r>
            <a:endParaRPr/>
          </a:p>
          <a:p>
            <a:pPr indent="-274320" lvl="0" marL="274320" rtl="0" algn="l">
              <a:spcBef>
                <a:spcPts val="600"/>
              </a:spcBef>
              <a:spcAft>
                <a:spcPts val="0"/>
              </a:spcAft>
              <a:buSzPts val="1680"/>
              <a:buChar char="🞆"/>
            </a:pPr>
            <a:r>
              <a:rPr lang="en-US"/>
              <a:t>Mentions of closed companies </a:t>
            </a:r>
            <a:endParaRPr/>
          </a:p>
          <a:p>
            <a:pPr indent="-274320" lvl="0" marL="274320" rtl="0" algn="l">
              <a:spcBef>
                <a:spcPts val="600"/>
              </a:spcBef>
              <a:spcAft>
                <a:spcPts val="0"/>
              </a:spcAft>
              <a:buSzPts val="1680"/>
              <a:buChar char="🞆"/>
            </a:pPr>
            <a:r>
              <a:rPr lang="en-US"/>
              <a:t>Old names from acquired brands </a:t>
            </a:r>
            <a:endParaRPr/>
          </a:p>
          <a:p>
            <a:pPr indent="0" lvl="0" marL="0" rtl="0" algn="l">
              <a:spcBef>
                <a:spcPts val="600"/>
              </a:spcBef>
              <a:spcAft>
                <a:spcPts val="0"/>
              </a:spcAft>
              <a:buSzPts val="1680"/>
              <a:buNone/>
            </a:pPr>
            <a:r>
              <a:t/>
            </a:r>
            <a:endParaRPr/>
          </a:p>
          <a:p>
            <a:pPr indent="0" lvl="0" marL="0" rtl="0" algn="l">
              <a:spcBef>
                <a:spcPts val="600"/>
              </a:spcBef>
              <a:spcAft>
                <a:spcPts val="0"/>
              </a:spcAft>
              <a:buSzPts val="168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9"/>
          <p:cNvSpPr txBox="1"/>
          <p:nvPr>
            <p:ph type="title"/>
          </p:nvPr>
        </p:nvSpPr>
        <p:spPr>
          <a:xfrm>
            <a:off x="457200" y="274638"/>
            <a:ext cx="397078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2D050"/>
              </a:buClr>
              <a:buSzPts val="3000"/>
              <a:buFont typeface="Century Schoolbook"/>
              <a:buNone/>
            </a:pPr>
            <a:r>
              <a:rPr b="1" lang="en-US">
                <a:solidFill>
                  <a:srgbClr val="92D050"/>
                </a:solidFill>
              </a:rPr>
              <a:t>Key Elements of Blog Post </a:t>
            </a:r>
            <a:endParaRPr/>
          </a:p>
        </p:txBody>
      </p:sp>
      <p:sp>
        <p:nvSpPr>
          <p:cNvPr id="283" name="Google Shape;283;p19"/>
          <p:cNvSpPr txBox="1"/>
          <p:nvPr>
            <p:ph idx="1" type="body"/>
          </p:nvPr>
        </p:nvSpPr>
        <p:spPr>
          <a:xfrm>
            <a:off x="457200" y="1600200"/>
            <a:ext cx="3394720" cy="4873752"/>
          </a:xfrm>
          <a:prstGeom prst="rect">
            <a:avLst/>
          </a:prstGeom>
          <a:noFill/>
          <a:ln>
            <a:noFill/>
          </a:ln>
        </p:spPr>
        <p:txBody>
          <a:bodyPr anchorCtr="0" anchor="t" bIns="45700" lIns="91425" spcFirstLastPara="1" rIns="91425" wrap="square" tIns="45700">
            <a:normAutofit fontScale="47500" lnSpcReduction="20000"/>
          </a:bodyPr>
          <a:lstStyle/>
          <a:p>
            <a:pPr indent="-327440" lvl="0" marL="274320" rtl="0" algn="l">
              <a:spcBef>
                <a:spcPts val="0"/>
              </a:spcBef>
              <a:spcAft>
                <a:spcPts val="0"/>
              </a:spcAft>
              <a:buSzPct val="90104"/>
              <a:buChar char="🞆"/>
            </a:pPr>
            <a:r>
              <a:rPr lang="en-US" sz="4244"/>
              <a:t>Blog Title</a:t>
            </a:r>
            <a:endParaRPr sz="4244"/>
          </a:p>
          <a:p>
            <a:pPr indent="-327440" lvl="0" marL="274320" rtl="0" algn="l">
              <a:spcBef>
                <a:spcPts val="600"/>
              </a:spcBef>
              <a:spcAft>
                <a:spcPts val="0"/>
              </a:spcAft>
              <a:buSzPct val="90104"/>
              <a:buChar char="🞆"/>
            </a:pPr>
            <a:r>
              <a:rPr lang="en-US" sz="4244"/>
              <a:t>SEO Friendly URL:</a:t>
            </a:r>
            <a:endParaRPr sz="4244"/>
          </a:p>
          <a:p>
            <a:pPr indent="-327440" lvl="0" marL="274320" rtl="0" algn="l">
              <a:spcBef>
                <a:spcPts val="600"/>
              </a:spcBef>
              <a:spcAft>
                <a:spcPts val="0"/>
              </a:spcAft>
              <a:buSzPct val="90104"/>
              <a:buChar char="🞆"/>
            </a:pPr>
            <a:r>
              <a:rPr lang="en-US" sz="4244"/>
              <a:t>Main heading (H1 Tag)</a:t>
            </a:r>
            <a:endParaRPr sz="5244"/>
          </a:p>
          <a:p>
            <a:pPr indent="-327440" lvl="0" marL="274320" rtl="0" algn="l">
              <a:spcBef>
                <a:spcPts val="600"/>
              </a:spcBef>
              <a:spcAft>
                <a:spcPts val="0"/>
              </a:spcAft>
              <a:buSzPct val="90104"/>
              <a:buChar char="🞆"/>
            </a:pPr>
            <a:r>
              <a:rPr lang="en-US" sz="4244"/>
              <a:t>Featured Image</a:t>
            </a:r>
            <a:endParaRPr sz="5244"/>
          </a:p>
          <a:p>
            <a:pPr indent="-327440" lvl="0" marL="274320" rtl="0" algn="l">
              <a:spcBef>
                <a:spcPts val="600"/>
              </a:spcBef>
              <a:spcAft>
                <a:spcPts val="0"/>
              </a:spcAft>
              <a:buSzPct val="90104"/>
              <a:buChar char="🞆"/>
            </a:pPr>
            <a:r>
              <a:rPr lang="en-US" sz="4244"/>
              <a:t>Table of Content</a:t>
            </a:r>
            <a:endParaRPr sz="5244"/>
          </a:p>
          <a:p>
            <a:pPr indent="-327440" lvl="0" marL="274320" rtl="0" algn="l">
              <a:spcBef>
                <a:spcPts val="600"/>
              </a:spcBef>
              <a:spcAft>
                <a:spcPts val="0"/>
              </a:spcAft>
              <a:buSzPct val="90104"/>
              <a:buChar char="🞆"/>
            </a:pPr>
            <a:r>
              <a:rPr lang="en-US" sz="4244"/>
              <a:t>H2 – Subheading</a:t>
            </a:r>
            <a:endParaRPr sz="5244"/>
          </a:p>
          <a:p>
            <a:pPr indent="-327440" lvl="0" marL="274320" rtl="0" algn="l">
              <a:spcBef>
                <a:spcPts val="600"/>
              </a:spcBef>
              <a:spcAft>
                <a:spcPts val="0"/>
              </a:spcAft>
              <a:buSzPct val="90104"/>
              <a:buChar char="🞆"/>
            </a:pPr>
            <a:r>
              <a:rPr lang="en-US" sz="4244"/>
              <a:t>Content and Internal Linking</a:t>
            </a:r>
            <a:endParaRPr sz="5244"/>
          </a:p>
          <a:p>
            <a:pPr indent="-327440" lvl="0" marL="274320" rtl="0" algn="l">
              <a:spcBef>
                <a:spcPts val="600"/>
              </a:spcBef>
              <a:spcAft>
                <a:spcPts val="0"/>
              </a:spcAft>
              <a:buSzPct val="90104"/>
              <a:buChar char="🞆"/>
            </a:pPr>
            <a:r>
              <a:rPr lang="en-US" sz="4244"/>
              <a:t>H2/H3 – Subheadings</a:t>
            </a:r>
            <a:endParaRPr sz="5244"/>
          </a:p>
          <a:p>
            <a:pPr indent="-327440" lvl="0" marL="274320" rtl="0" algn="l">
              <a:spcBef>
                <a:spcPts val="600"/>
              </a:spcBef>
              <a:spcAft>
                <a:spcPts val="0"/>
              </a:spcAft>
              <a:buSzPct val="90104"/>
              <a:buChar char="🞆"/>
            </a:pPr>
            <a:r>
              <a:rPr lang="en-US" sz="4244"/>
              <a:t>Data and Graphics</a:t>
            </a:r>
            <a:endParaRPr sz="5244"/>
          </a:p>
          <a:p>
            <a:pPr indent="-327440" lvl="0" marL="274320" rtl="0" algn="l">
              <a:spcBef>
                <a:spcPts val="600"/>
              </a:spcBef>
              <a:spcAft>
                <a:spcPts val="0"/>
              </a:spcAft>
              <a:buSzPct val="90104"/>
              <a:buChar char="🞆"/>
            </a:pPr>
            <a:r>
              <a:rPr lang="en-US" sz="4244"/>
              <a:t>External Links</a:t>
            </a:r>
            <a:endParaRPr sz="5244"/>
          </a:p>
          <a:p>
            <a:pPr indent="-327440" lvl="0" marL="274320" rtl="0" algn="l">
              <a:spcBef>
                <a:spcPts val="600"/>
              </a:spcBef>
              <a:spcAft>
                <a:spcPts val="0"/>
              </a:spcAft>
              <a:buSzPct val="90104"/>
              <a:buChar char="🞆"/>
            </a:pPr>
            <a:r>
              <a:rPr lang="en-US" sz="4244"/>
              <a:t>Call To action</a:t>
            </a:r>
            <a:endParaRPr sz="5244"/>
          </a:p>
          <a:p>
            <a:pPr indent="-327440" lvl="0" marL="274320" rtl="0" algn="l">
              <a:spcBef>
                <a:spcPts val="600"/>
              </a:spcBef>
              <a:spcAft>
                <a:spcPts val="0"/>
              </a:spcAft>
              <a:buSzPct val="90104"/>
              <a:buChar char="🞆"/>
            </a:pPr>
            <a:r>
              <a:rPr lang="en-US" sz="4244"/>
              <a:t>Conclusion</a:t>
            </a:r>
            <a:endParaRPr sz="5244"/>
          </a:p>
          <a:p>
            <a:pPr indent="-327440" lvl="0" marL="274320" rtl="0" algn="l">
              <a:spcBef>
                <a:spcPts val="600"/>
              </a:spcBef>
              <a:spcAft>
                <a:spcPts val="0"/>
              </a:spcAft>
              <a:buSzPct val="90104"/>
              <a:buChar char="🞆"/>
            </a:pPr>
            <a:r>
              <a:rPr lang="en-US" sz="4244"/>
              <a:t>Author’s Bio</a:t>
            </a:r>
            <a:endParaRPr sz="5244"/>
          </a:p>
          <a:p>
            <a:pPr indent="-327440" lvl="0" marL="274320" rtl="0" algn="l">
              <a:spcBef>
                <a:spcPts val="600"/>
              </a:spcBef>
              <a:spcAft>
                <a:spcPts val="0"/>
              </a:spcAft>
              <a:buSzPct val="90104"/>
              <a:buChar char="🞆"/>
            </a:pPr>
            <a:r>
              <a:rPr lang="en-US" sz="4244"/>
              <a:t>Related Blogs</a:t>
            </a:r>
            <a:endParaRPr/>
          </a:p>
        </p:txBody>
      </p:sp>
      <p:pic>
        <p:nvPicPr>
          <p:cNvPr descr="C:\Users\ADMIN\Downloads\Screenshot_20250111-121757_LinkedIn.jpg" id="284" name="Google Shape;284;p19"/>
          <p:cNvPicPr preferRelativeResize="0"/>
          <p:nvPr/>
        </p:nvPicPr>
        <p:blipFill rotWithShape="1">
          <a:blip r:embed="rId3">
            <a:alphaModFix/>
          </a:blip>
          <a:srcRect b="0" l="0" r="0" t="0"/>
          <a:stretch/>
        </p:blipFill>
        <p:spPr>
          <a:xfrm>
            <a:off x="4499992" y="404663"/>
            <a:ext cx="3595247" cy="598584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0"/>
          <p:cNvSpPr txBox="1"/>
          <p:nvPr>
            <p:ph idx="1" type="body"/>
          </p:nvPr>
        </p:nvSpPr>
        <p:spPr>
          <a:xfrm>
            <a:off x="827584" y="2000094"/>
            <a:ext cx="7467600" cy="487375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4200"/>
              <a:buNone/>
            </a:pPr>
            <a:r>
              <a:t/>
            </a:r>
            <a:endParaRPr sz="6000">
              <a:solidFill>
                <a:srgbClr val="92D050"/>
              </a:solidFill>
            </a:endParaRPr>
          </a:p>
          <a:p>
            <a:pPr indent="0" lvl="0" marL="0" rtl="0" algn="ctr">
              <a:spcBef>
                <a:spcPts val="600"/>
              </a:spcBef>
              <a:spcAft>
                <a:spcPts val="0"/>
              </a:spcAft>
              <a:buSzPts val="4200"/>
              <a:buNone/>
            </a:pPr>
            <a:r>
              <a:rPr lang="en-US" sz="6000">
                <a:solidFill>
                  <a:srgbClr val="92D050"/>
                </a:solidFill>
              </a:rPr>
              <a:t>THANK YOU</a:t>
            </a:r>
            <a:endParaRPr sz="6000">
              <a:solidFill>
                <a:srgbClr val="92D05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riel">
  <a:themeElements>
    <a:clrScheme name="Austin">
      <a:dk1>
        <a:srgbClr val="000000"/>
      </a:dk1>
      <a:lt1>
        <a:srgbClr val="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2024-12-27T07:00:47Z</dcterms:created>
  <dc:creator>ADMIN</dc:creator>
</cp:coreProperties>
</file>