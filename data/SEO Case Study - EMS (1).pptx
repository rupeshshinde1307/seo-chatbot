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73" r:id="rId4"/>
    <p:sldId id="259" r:id="rId5"/>
    <p:sldId id="274" r:id="rId6"/>
    <p:sldId id="260" r:id="rId7"/>
    <p:sldId id="272" r:id="rId8"/>
    <p:sldId id="266" r:id="rId9"/>
    <p:sldId id="262" r:id="rId10"/>
    <p:sldId id="268" r:id="rId11"/>
  </p:sldIdLst>
  <p:sldSz cx="12192000" cy="6858000"/>
  <p:notesSz cx="6858000" cy="9144000"/>
  <p:embeddedFontLst>
    <p:embeddedFont>
      <p:font typeface="Quattrocento Sans" charset="0"/>
      <p:regular r:id="rId13"/>
      <p:bold r:id="rId14"/>
      <p:italic r:id="rId15"/>
      <p:boldItalic r:id="rId16"/>
    </p:embeddedFont>
    <p:embeddedFont>
      <p:font typeface="Calibri" pitchFamily="34" charset="0"/>
      <p:regular r:id="rId17"/>
      <p:bold r:id="rId18"/>
      <p:italic r:id="rId19"/>
      <p:boldItalic r:id="rId20"/>
    </p:embeddedFont>
    <p:embeddedFont>
      <p:font typeface="Century Gothic" pitchFamily="3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1" roundtripDataSignature="AMtx7miJp5sidnpvWkDSavGs4IYGsyRQ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6" d="100"/>
          <a:sy n="76" d="100"/>
        </p:scale>
        <p:origin x="-480" y="210"/>
      </p:cViewPr>
      <p:guideLst>
        <p:guide orient="horz" pos="2160"/>
        <p:guide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1014312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4" name="Google Shape;7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1" name="Google Shape;22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1" name="Google Shape;22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9" name="Google Shape;25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9" name="Google Shape;25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9" name="Google Shape;27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1a7d45fbd8_1_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7" name="Google Shape;317;g31a7d45fbd8_1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4" name="Google Shape;394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1a7d45fbd8_1_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7" name="Google Shape;317;g31a7d45fbd8_1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5" name="Google Shape;4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9" name="Google Shape;49;p2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0" name="Google Shape;50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2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7" name="Google Shape;57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  <a:defRPr sz="4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4" r:id="rId3"/>
    <p:sldLayoutId id="2147483655" r:id="rId4"/>
    <p:sldLayoutId id="2147483656" r:id="rId5"/>
    <p:sldLayoutId id="2147483657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sharemarketclasses.in/blog/how-to-select-proper-stock-market-training-institute/" TargetMode="External"/><Relationship Id="rId4" Type="http://schemas.openxmlformats.org/officeDocument/2006/relationships/hyperlink" Target="https://sharemarketclasses.in/how-to-select-proper-stock-market-training-institute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ocs.google.com/spreadsheets/d/1W0yJOsy46p63wOT2gVr3uqr6xANKnlst/edit?gid=1974542408#gid=1974542408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"/>
          <p:cNvSpPr/>
          <p:nvPr/>
        </p:nvSpPr>
        <p:spPr>
          <a:xfrm>
            <a:off x="0" y="1485692"/>
            <a:ext cx="12192000" cy="3887031"/>
          </a:xfrm>
          <a:prstGeom prst="rect">
            <a:avLst/>
          </a:prstGeom>
          <a:solidFill>
            <a:srgbClr val="2F2F2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b="1" i="0" u="none" strike="noStrike" cap="none" dirty="0" smtClean="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                                                                                       Presented By : Ashwini Sonawane</a:t>
            </a:r>
            <a:endParaRPr b="1" i="0" u="none" strike="noStrike" cap="none" dirty="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7" name="Google Shape;77;p1"/>
          <p:cNvSpPr/>
          <p:nvPr/>
        </p:nvSpPr>
        <p:spPr>
          <a:xfrm>
            <a:off x="863600" y="1028492"/>
            <a:ext cx="3949700" cy="48006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8" name="Google Shape;78;p1"/>
          <p:cNvSpPr/>
          <p:nvPr/>
        </p:nvSpPr>
        <p:spPr>
          <a:xfrm rot="10800000" flipH="1">
            <a:off x="4813300" y="5372308"/>
            <a:ext cx="228600" cy="457200"/>
          </a:xfrm>
          <a:prstGeom prst="rtTriangle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9" name="Google Shape;79;p1"/>
          <p:cNvSpPr/>
          <p:nvPr/>
        </p:nvSpPr>
        <p:spPr>
          <a:xfrm>
            <a:off x="4813300" y="1028492"/>
            <a:ext cx="228600" cy="457200"/>
          </a:xfrm>
          <a:prstGeom prst="rtTriangle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92D05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0" name="Google Shape;80;p1"/>
          <p:cNvSpPr txBox="1"/>
          <p:nvPr/>
        </p:nvSpPr>
        <p:spPr>
          <a:xfrm>
            <a:off x="5041900" y="2425229"/>
            <a:ext cx="63881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dirty="0">
                <a:solidFill>
                  <a:schemeClr val="lt1"/>
                </a:solidFill>
              </a:rPr>
              <a:t>SEO Work Progress </a:t>
            </a:r>
            <a:endParaRPr sz="4000" b="1" i="0" u="none" strike="noStrike" cap="none" dirty="0">
              <a:solidFill>
                <a:schemeClr val="lt1"/>
              </a:solidFill>
            </a:endParaRPr>
          </a:p>
        </p:txBody>
      </p:sp>
      <p:grpSp>
        <p:nvGrpSpPr>
          <p:cNvPr id="81" name="Google Shape;81;p1"/>
          <p:cNvGrpSpPr/>
          <p:nvPr/>
        </p:nvGrpSpPr>
        <p:grpSpPr>
          <a:xfrm>
            <a:off x="963604" y="1361661"/>
            <a:ext cx="3749694" cy="4134264"/>
            <a:chOff x="1041819" y="1123536"/>
            <a:chExt cx="3822341" cy="4214361"/>
          </a:xfrm>
        </p:grpSpPr>
        <p:sp>
          <p:nvSpPr>
            <p:cNvPr id="82" name="Google Shape;82;p1"/>
            <p:cNvSpPr/>
            <p:nvPr/>
          </p:nvSpPr>
          <p:spPr>
            <a:xfrm>
              <a:off x="2524940" y="4537479"/>
              <a:ext cx="383543" cy="494853"/>
            </a:xfrm>
            <a:custGeom>
              <a:avLst/>
              <a:gdLst/>
              <a:ahLst/>
              <a:cxnLst/>
              <a:rect l="l" t="t" r="r" b="b"/>
              <a:pathLst>
                <a:path w="101" h="126" extrusionOk="0">
                  <a:moveTo>
                    <a:pt x="0" y="118"/>
                  </a:moveTo>
                  <a:cubicBezTo>
                    <a:pt x="0" y="120"/>
                    <a:pt x="1" y="126"/>
                    <a:pt x="2" y="126"/>
                  </a:cubicBezTo>
                  <a:cubicBezTo>
                    <a:pt x="2" y="126"/>
                    <a:pt x="14" y="126"/>
                    <a:pt x="28" y="126"/>
                  </a:cubicBezTo>
                  <a:cubicBezTo>
                    <a:pt x="36" y="126"/>
                    <a:pt x="43" y="126"/>
                    <a:pt x="50" y="126"/>
                  </a:cubicBezTo>
                  <a:cubicBezTo>
                    <a:pt x="57" y="126"/>
                    <a:pt x="65" y="126"/>
                    <a:pt x="72" y="126"/>
                  </a:cubicBezTo>
                  <a:cubicBezTo>
                    <a:pt x="86" y="126"/>
                    <a:pt x="98" y="126"/>
                    <a:pt x="98" y="126"/>
                  </a:cubicBezTo>
                  <a:cubicBezTo>
                    <a:pt x="100" y="126"/>
                    <a:pt x="100" y="120"/>
                    <a:pt x="100" y="118"/>
                  </a:cubicBezTo>
                  <a:cubicBezTo>
                    <a:pt x="101" y="107"/>
                    <a:pt x="100" y="97"/>
                    <a:pt x="90" y="91"/>
                  </a:cubicBezTo>
                  <a:cubicBezTo>
                    <a:pt x="87" y="88"/>
                    <a:pt x="78" y="85"/>
                    <a:pt x="73" y="82"/>
                  </a:cubicBezTo>
                  <a:cubicBezTo>
                    <a:pt x="68" y="80"/>
                    <a:pt x="60" y="73"/>
                    <a:pt x="64" y="67"/>
                  </a:cubicBezTo>
                  <a:cubicBezTo>
                    <a:pt x="67" y="62"/>
                    <a:pt x="75" y="65"/>
                    <a:pt x="78" y="59"/>
                  </a:cubicBezTo>
                  <a:cubicBezTo>
                    <a:pt x="79" y="58"/>
                    <a:pt x="77" y="56"/>
                    <a:pt x="77" y="51"/>
                  </a:cubicBezTo>
                  <a:cubicBezTo>
                    <a:pt x="77" y="47"/>
                    <a:pt x="77" y="31"/>
                    <a:pt x="76" y="26"/>
                  </a:cubicBezTo>
                  <a:cubicBezTo>
                    <a:pt x="73" y="19"/>
                    <a:pt x="70" y="12"/>
                    <a:pt x="63" y="7"/>
                  </a:cubicBezTo>
                  <a:cubicBezTo>
                    <a:pt x="53" y="0"/>
                    <a:pt x="38" y="4"/>
                    <a:pt x="30" y="14"/>
                  </a:cubicBezTo>
                  <a:cubicBezTo>
                    <a:pt x="23" y="25"/>
                    <a:pt x="24" y="39"/>
                    <a:pt x="24" y="51"/>
                  </a:cubicBezTo>
                  <a:cubicBezTo>
                    <a:pt x="23" y="56"/>
                    <a:pt x="21" y="58"/>
                    <a:pt x="22" y="59"/>
                  </a:cubicBezTo>
                  <a:cubicBezTo>
                    <a:pt x="25" y="64"/>
                    <a:pt x="33" y="63"/>
                    <a:pt x="36" y="67"/>
                  </a:cubicBezTo>
                  <a:cubicBezTo>
                    <a:pt x="41" y="72"/>
                    <a:pt x="32" y="80"/>
                    <a:pt x="28" y="82"/>
                  </a:cubicBezTo>
                  <a:cubicBezTo>
                    <a:pt x="22" y="85"/>
                    <a:pt x="14" y="88"/>
                    <a:pt x="10" y="91"/>
                  </a:cubicBezTo>
                  <a:cubicBezTo>
                    <a:pt x="1" y="97"/>
                    <a:pt x="0" y="107"/>
                    <a:pt x="0" y="11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83" name="Google Shape;83;p1"/>
            <p:cNvSpPr/>
            <p:nvPr/>
          </p:nvSpPr>
          <p:spPr>
            <a:xfrm>
              <a:off x="2848267" y="4517199"/>
              <a:ext cx="331182" cy="515133"/>
            </a:xfrm>
            <a:custGeom>
              <a:avLst/>
              <a:gdLst/>
              <a:ahLst/>
              <a:cxnLst/>
              <a:rect l="l" t="t" r="r" b="b"/>
              <a:pathLst>
                <a:path w="87" h="131" extrusionOk="0">
                  <a:moveTo>
                    <a:pt x="25" y="6"/>
                  </a:moveTo>
                  <a:cubicBezTo>
                    <a:pt x="32" y="6"/>
                    <a:pt x="38" y="9"/>
                    <a:pt x="41" y="15"/>
                  </a:cubicBezTo>
                  <a:cubicBezTo>
                    <a:pt x="42" y="18"/>
                    <a:pt x="42" y="20"/>
                    <a:pt x="41" y="24"/>
                  </a:cubicBezTo>
                  <a:cubicBezTo>
                    <a:pt x="41" y="26"/>
                    <a:pt x="41" y="30"/>
                    <a:pt x="41" y="34"/>
                  </a:cubicBezTo>
                  <a:cubicBezTo>
                    <a:pt x="41" y="37"/>
                    <a:pt x="41" y="37"/>
                    <a:pt x="41" y="37"/>
                  </a:cubicBezTo>
                  <a:cubicBezTo>
                    <a:pt x="44" y="38"/>
                    <a:pt x="44" y="38"/>
                    <a:pt x="44" y="38"/>
                  </a:cubicBezTo>
                  <a:cubicBezTo>
                    <a:pt x="44" y="38"/>
                    <a:pt x="44" y="39"/>
                    <a:pt x="44" y="40"/>
                  </a:cubicBezTo>
                  <a:cubicBezTo>
                    <a:pt x="43" y="41"/>
                    <a:pt x="43" y="41"/>
                    <a:pt x="42" y="42"/>
                  </a:cubicBezTo>
                  <a:cubicBezTo>
                    <a:pt x="40" y="43"/>
                    <a:pt x="38" y="45"/>
                    <a:pt x="37" y="48"/>
                  </a:cubicBezTo>
                  <a:cubicBezTo>
                    <a:pt x="37" y="49"/>
                    <a:pt x="37" y="49"/>
                    <a:pt x="37" y="50"/>
                  </a:cubicBezTo>
                  <a:cubicBezTo>
                    <a:pt x="36" y="54"/>
                    <a:pt x="34" y="61"/>
                    <a:pt x="35" y="66"/>
                  </a:cubicBezTo>
                  <a:cubicBezTo>
                    <a:pt x="36" y="75"/>
                    <a:pt x="41" y="82"/>
                    <a:pt x="50" y="85"/>
                  </a:cubicBezTo>
                  <a:cubicBezTo>
                    <a:pt x="56" y="88"/>
                    <a:pt x="64" y="93"/>
                    <a:pt x="70" y="97"/>
                  </a:cubicBezTo>
                  <a:cubicBezTo>
                    <a:pt x="77" y="102"/>
                    <a:pt x="79" y="118"/>
                    <a:pt x="78" y="125"/>
                  </a:cubicBezTo>
                  <a:cubicBezTo>
                    <a:pt x="31" y="125"/>
                    <a:pt x="31" y="125"/>
                    <a:pt x="31" y="125"/>
                  </a:cubicBezTo>
                  <a:cubicBezTo>
                    <a:pt x="31" y="125"/>
                    <a:pt x="31" y="125"/>
                    <a:pt x="31" y="125"/>
                  </a:cubicBezTo>
                  <a:cubicBezTo>
                    <a:pt x="31" y="124"/>
                    <a:pt x="31" y="124"/>
                    <a:pt x="31" y="124"/>
                  </a:cubicBezTo>
                  <a:cubicBezTo>
                    <a:pt x="32" y="117"/>
                    <a:pt x="33" y="95"/>
                    <a:pt x="14" y="82"/>
                  </a:cubicBezTo>
                  <a:cubicBezTo>
                    <a:pt x="13" y="81"/>
                    <a:pt x="11" y="80"/>
                    <a:pt x="9" y="79"/>
                  </a:cubicBezTo>
                  <a:cubicBezTo>
                    <a:pt x="13" y="76"/>
                    <a:pt x="15" y="71"/>
                    <a:pt x="16" y="66"/>
                  </a:cubicBezTo>
                  <a:cubicBezTo>
                    <a:pt x="16" y="61"/>
                    <a:pt x="15" y="54"/>
                    <a:pt x="14" y="50"/>
                  </a:cubicBezTo>
                  <a:cubicBezTo>
                    <a:pt x="14" y="49"/>
                    <a:pt x="14" y="49"/>
                    <a:pt x="14" y="48"/>
                  </a:cubicBezTo>
                  <a:cubicBezTo>
                    <a:pt x="13" y="45"/>
                    <a:pt x="11" y="43"/>
                    <a:pt x="9" y="42"/>
                  </a:cubicBezTo>
                  <a:cubicBezTo>
                    <a:pt x="7" y="41"/>
                    <a:pt x="7" y="41"/>
                    <a:pt x="7" y="40"/>
                  </a:cubicBezTo>
                  <a:cubicBezTo>
                    <a:pt x="7" y="39"/>
                    <a:pt x="7" y="39"/>
                    <a:pt x="8" y="37"/>
                  </a:cubicBezTo>
                  <a:cubicBezTo>
                    <a:pt x="8" y="35"/>
                    <a:pt x="10" y="33"/>
                    <a:pt x="9" y="29"/>
                  </a:cubicBezTo>
                  <a:cubicBezTo>
                    <a:pt x="9" y="28"/>
                    <a:pt x="9" y="26"/>
                    <a:pt x="9" y="25"/>
                  </a:cubicBezTo>
                  <a:cubicBezTo>
                    <a:pt x="8" y="21"/>
                    <a:pt x="8" y="19"/>
                    <a:pt x="9" y="17"/>
                  </a:cubicBezTo>
                  <a:cubicBezTo>
                    <a:pt x="10" y="13"/>
                    <a:pt x="13" y="9"/>
                    <a:pt x="17" y="7"/>
                  </a:cubicBezTo>
                  <a:cubicBezTo>
                    <a:pt x="20" y="6"/>
                    <a:pt x="22" y="6"/>
                    <a:pt x="25" y="6"/>
                  </a:cubicBezTo>
                  <a:moveTo>
                    <a:pt x="25" y="0"/>
                  </a:moveTo>
                  <a:cubicBezTo>
                    <a:pt x="21" y="0"/>
                    <a:pt x="18" y="0"/>
                    <a:pt x="14" y="2"/>
                  </a:cubicBezTo>
                  <a:cubicBezTo>
                    <a:pt x="9" y="5"/>
                    <a:pt x="5" y="9"/>
                    <a:pt x="3" y="15"/>
                  </a:cubicBezTo>
                  <a:cubicBezTo>
                    <a:pt x="1" y="20"/>
                    <a:pt x="3" y="24"/>
                    <a:pt x="3" y="30"/>
                  </a:cubicBezTo>
                  <a:cubicBezTo>
                    <a:pt x="4" y="34"/>
                    <a:pt x="0" y="36"/>
                    <a:pt x="1" y="41"/>
                  </a:cubicBezTo>
                  <a:cubicBezTo>
                    <a:pt x="2" y="47"/>
                    <a:pt x="7" y="47"/>
                    <a:pt x="8" y="49"/>
                  </a:cubicBezTo>
                  <a:cubicBezTo>
                    <a:pt x="8" y="52"/>
                    <a:pt x="10" y="60"/>
                    <a:pt x="10" y="66"/>
                  </a:cubicBezTo>
                  <a:cubicBezTo>
                    <a:pt x="9" y="71"/>
                    <a:pt x="6" y="75"/>
                    <a:pt x="1" y="78"/>
                  </a:cubicBezTo>
                  <a:cubicBezTo>
                    <a:pt x="0" y="80"/>
                    <a:pt x="0" y="81"/>
                    <a:pt x="2" y="82"/>
                  </a:cubicBezTo>
                  <a:cubicBezTo>
                    <a:pt x="5" y="84"/>
                    <a:pt x="9" y="86"/>
                    <a:pt x="11" y="87"/>
                  </a:cubicBezTo>
                  <a:cubicBezTo>
                    <a:pt x="27" y="98"/>
                    <a:pt x="26" y="117"/>
                    <a:pt x="25" y="124"/>
                  </a:cubicBezTo>
                  <a:cubicBezTo>
                    <a:pt x="25" y="124"/>
                    <a:pt x="25" y="124"/>
                    <a:pt x="25" y="124"/>
                  </a:cubicBezTo>
                  <a:cubicBezTo>
                    <a:pt x="25" y="126"/>
                    <a:pt x="25" y="128"/>
                    <a:pt x="25" y="130"/>
                  </a:cubicBezTo>
                  <a:cubicBezTo>
                    <a:pt x="25" y="131"/>
                    <a:pt x="25" y="131"/>
                    <a:pt x="26" y="131"/>
                  </a:cubicBezTo>
                  <a:cubicBezTo>
                    <a:pt x="28" y="131"/>
                    <a:pt x="28" y="131"/>
                    <a:pt x="28" y="131"/>
                  </a:cubicBezTo>
                  <a:cubicBezTo>
                    <a:pt x="83" y="131"/>
                    <a:pt x="83" y="131"/>
                    <a:pt x="83" y="131"/>
                  </a:cubicBezTo>
                  <a:cubicBezTo>
                    <a:pt x="85" y="131"/>
                    <a:pt x="87" y="101"/>
                    <a:pt x="74" y="92"/>
                  </a:cubicBezTo>
                  <a:cubicBezTo>
                    <a:pt x="67" y="88"/>
                    <a:pt x="59" y="83"/>
                    <a:pt x="52" y="80"/>
                  </a:cubicBezTo>
                  <a:cubicBezTo>
                    <a:pt x="45" y="77"/>
                    <a:pt x="42" y="71"/>
                    <a:pt x="41" y="66"/>
                  </a:cubicBezTo>
                  <a:cubicBezTo>
                    <a:pt x="40" y="60"/>
                    <a:pt x="42" y="52"/>
                    <a:pt x="43" y="49"/>
                  </a:cubicBezTo>
                  <a:cubicBezTo>
                    <a:pt x="43" y="47"/>
                    <a:pt x="49" y="47"/>
                    <a:pt x="50" y="41"/>
                  </a:cubicBezTo>
                  <a:cubicBezTo>
                    <a:pt x="50" y="39"/>
                    <a:pt x="50" y="34"/>
                    <a:pt x="47" y="33"/>
                  </a:cubicBezTo>
                  <a:cubicBezTo>
                    <a:pt x="46" y="25"/>
                    <a:pt x="50" y="20"/>
                    <a:pt x="46" y="12"/>
                  </a:cubicBezTo>
                  <a:cubicBezTo>
                    <a:pt x="42" y="4"/>
                    <a:pt x="34" y="0"/>
                    <a:pt x="2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84" name="Google Shape;84;p1"/>
            <p:cNvSpPr/>
            <p:nvPr/>
          </p:nvSpPr>
          <p:spPr>
            <a:xfrm>
              <a:off x="1828540" y="4572633"/>
              <a:ext cx="464702" cy="470516"/>
            </a:xfrm>
            <a:custGeom>
              <a:avLst/>
              <a:gdLst/>
              <a:ahLst/>
              <a:cxnLst/>
              <a:rect l="l" t="t" r="r" b="b"/>
              <a:pathLst>
                <a:path w="122" h="120" extrusionOk="0">
                  <a:moveTo>
                    <a:pt x="61" y="6"/>
                  </a:moveTo>
                  <a:cubicBezTo>
                    <a:pt x="69" y="6"/>
                    <a:pt x="75" y="7"/>
                    <a:pt x="82" y="9"/>
                  </a:cubicBezTo>
                  <a:cubicBezTo>
                    <a:pt x="89" y="12"/>
                    <a:pt x="94" y="15"/>
                    <a:pt x="99" y="20"/>
                  </a:cubicBezTo>
                  <a:cubicBezTo>
                    <a:pt x="104" y="24"/>
                    <a:pt x="109" y="30"/>
                    <a:pt x="112" y="37"/>
                  </a:cubicBezTo>
                  <a:cubicBezTo>
                    <a:pt x="115" y="44"/>
                    <a:pt x="116" y="52"/>
                    <a:pt x="116" y="61"/>
                  </a:cubicBezTo>
                  <a:cubicBezTo>
                    <a:pt x="116" y="63"/>
                    <a:pt x="116" y="64"/>
                    <a:pt x="116" y="67"/>
                  </a:cubicBezTo>
                  <a:cubicBezTo>
                    <a:pt x="116" y="69"/>
                    <a:pt x="115" y="71"/>
                    <a:pt x="115" y="74"/>
                  </a:cubicBezTo>
                  <a:cubicBezTo>
                    <a:pt x="114" y="76"/>
                    <a:pt x="114" y="79"/>
                    <a:pt x="113" y="81"/>
                  </a:cubicBezTo>
                  <a:cubicBezTo>
                    <a:pt x="112" y="84"/>
                    <a:pt x="110" y="86"/>
                    <a:pt x="109" y="89"/>
                  </a:cubicBezTo>
                  <a:cubicBezTo>
                    <a:pt x="107" y="91"/>
                    <a:pt x="105" y="92"/>
                    <a:pt x="102" y="94"/>
                  </a:cubicBezTo>
                  <a:cubicBezTo>
                    <a:pt x="100" y="95"/>
                    <a:pt x="97" y="96"/>
                    <a:pt x="93" y="96"/>
                  </a:cubicBezTo>
                  <a:cubicBezTo>
                    <a:pt x="91" y="96"/>
                    <a:pt x="88" y="95"/>
                    <a:pt x="87" y="95"/>
                  </a:cubicBezTo>
                  <a:cubicBezTo>
                    <a:pt x="85" y="94"/>
                    <a:pt x="83" y="93"/>
                    <a:pt x="82" y="92"/>
                  </a:cubicBezTo>
                  <a:cubicBezTo>
                    <a:pt x="81" y="91"/>
                    <a:pt x="81" y="90"/>
                    <a:pt x="80" y="88"/>
                  </a:cubicBezTo>
                  <a:cubicBezTo>
                    <a:pt x="79" y="87"/>
                    <a:pt x="79" y="86"/>
                    <a:pt x="79" y="84"/>
                  </a:cubicBezTo>
                  <a:cubicBezTo>
                    <a:pt x="76" y="87"/>
                    <a:pt x="72" y="90"/>
                    <a:pt x="68" y="91"/>
                  </a:cubicBezTo>
                  <a:cubicBezTo>
                    <a:pt x="64" y="93"/>
                    <a:pt x="59" y="94"/>
                    <a:pt x="54" y="94"/>
                  </a:cubicBezTo>
                  <a:cubicBezTo>
                    <a:pt x="47" y="94"/>
                    <a:pt x="42" y="92"/>
                    <a:pt x="38" y="88"/>
                  </a:cubicBezTo>
                  <a:cubicBezTo>
                    <a:pt x="34" y="84"/>
                    <a:pt x="32" y="79"/>
                    <a:pt x="32" y="73"/>
                  </a:cubicBezTo>
                  <a:cubicBezTo>
                    <a:pt x="32" y="69"/>
                    <a:pt x="33" y="66"/>
                    <a:pt x="34" y="63"/>
                  </a:cubicBezTo>
                  <a:cubicBezTo>
                    <a:pt x="36" y="60"/>
                    <a:pt x="38" y="58"/>
                    <a:pt x="41" y="56"/>
                  </a:cubicBezTo>
                  <a:cubicBezTo>
                    <a:pt x="43" y="55"/>
                    <a:pt x="46" y="53"/>
                    <a:pt x="49" y="53"/>
                  </a:cubicBezTo>
                  <a:cubicBezTo>
                    <a:pt x="52" y="52"/>
                    <a:pt x="56" y="52"/>
                    <a:pt x="59" y="52"/>
                  </a:cubicBezTo>
                  <a:cubicBezTo>
                    <a:pt x="63" y="52"/>
                    <a:pt x="66" y="52"/>
                    <a:pt x="69" y="53"/>
                  </a:cubicBezTo>
                  <a:cubicBezTo>
                    <a:pt x="71" y="53"/>
                    <a:pt x="73" y="54"/>
                    <a:pt x="75" y="55"/>
                  </a:cubicBezTo>
                  <a:cubicBezTo>
                    <a:pt x="75" y="52"/>
                    <a:pt x="74" y="50"/>
                    <a:pt x="74" y="48"/>
                  </a:cubicBezTo>
                  <a:cubicBezTo>
                    <a:pt x="73" y="46"/>
                    <a:pt x="73" y="45"/>
                    <a:pt x="71" y="43"/>
                  </a:cubicBezTo>
                  <a:cubicBezTo>
                    <a:pt x="70" y="42"/>
                    <a:pt x="69" y="41"/>
                    <a:pt x="67" y="40"/>
                  </a:cubicBezTo>
                  <a:cubicBezTo>
                    <a:pt x="64" y="39"/>
                    <a:pt x="62" y="39"/>
                    <a:pt x="59" y="39"/>
                  </a:cubicBezTo>
                  <a:cubicBezTo>
                    <a:pt x="55" y="39"/>
                    <a:pt x="51" y="40"/>
                    <a:pt x="48" y="41"/>
                  </a:cubicBezTo>
                  <a:cubicBezTo>
                    <a:pt x="47" y="41"/>
                    <a:pt x="46" y="41"/>
                    <a:pt x="46" y="42"/>
                  </a:cubicBezTo>
                  <a:cubicBezTo>
                    <a:pt x="45" y="42"/>
                    <a:pt x="44" y="42"/>
                    <a:pt x="43" y="42"/>
                  </a:cubicBezTo>
                  <a:cubicBezTo>
                    <a:pt x="41" y="42"/>
                    <a:pt x="38" y="41"/>
                    <a:pt x="37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6" y="35"/>
                    <a:pt x="38" y="32"/>
                    <a:pt x="40" y="31"/>
                  </a:cubicBezTo>
                  <a:cubicBezTo>
                    <a:pt x="46" y="28"/>
                    <a:pt x="53" y="26"/>
                    <a:pt x="61" y="26"/>
                  </a:cubicBezTo>
                  <a:cubicBezTo>
                    <a:pt x="68" y="26"/>
                    <a:pt x="73" y="27"/>
                    <a:pt x="76" y="29"/>
                  </a:cubicBezTo>
                  <a:cubicBezTo>
                    <a:pt x="80" y="31"/>
                    <a:pt x="83" y="33"/>
                    <a:pt x="84" y="36"/>
                  </a:cubicBezTo>
                  <a:cubicBezTo>
                    <a:pt x="86" y="39"/>
                    <a:pt x="87" y="43"/>
                    <a:pt x="88" y="46"/>
                  </a:cubicBezTo>
                  <a:cubicBezTo>
                    <a:pt x="88" y="50"/>
                    <a:pt x="88" y="53"/>
                    <a:pt x="88" y="57"/>
                  </a:cubicBezTo>
                  <a:cubicBezTo>
                    <a:pt x="88" y="68"/>
                    <a:pt x="88" y="68"/>
                    <a:pt x="88" y="68"/>
                  </a:cubicBezTo>
                  <a:cubicBezTo>
                    <a:pt x="88" y="71"/>
                    <a:pt x="88" y="73"/>
                    <a:pt x="88" y="75"/>
                  </a:cubicBezTo>
                  <a:cubicBezTo>
                    <a:pt x="89" y="77"/>
                    <a:pt x="89" y="79"/>
                    <a:pt x="89" y="80"/>
                  </a:cubicBezTo>
                  <a:cubicBezTo>
                    <a:pt x="90" y="82"/>
                    <a:pt x="91" y="83"/>
                    <a:pt x="92" y="84"/>
                  </a:cubicBezTo>
                  <a:cubicBezTo>
                    <a:pt x="92" y="85"/>
                    <a:pt x="94" y="86"/>
                    <a:pt x="95" y="86"/>
                  </a:cubicBezTo>
                  <a:cubicBezTo>
                    <a:pt x="96" y="86"/>
                    <a:pt x="96" y="86"/>
                    <a:pt x="96" y="86"/>
                  </a:cubicBezTo>
                  <a:cubicBezTo>
                    <a:pt x="98" y="85"/>
                    <a:pt x="100" y="84"/>
                    <a:pt x="102" y="82"/>
                  </a:cubicBezTo>
                  <a:cubicBezTo>
                    <a:pt x="103" y="81"/>
                    <a:pt x="104" y="78"/>
                    <a:pt x="105" y="76"/>
                  </a:cubicBezTo>
                  <a:cubicBezTo>
                    <a:pt x="106" y="73"/>
                    <a:pt x="106" y="71"/>
                    <a:pt x="106" y="68"/>
                  </a:cubicBezTo>
                  <a:cubicBezTo>
                    <a:pt x="107" y="65"/>
                    <a:pt x="107" y="63"/>
                    <a:pt x="107" y="61"/>
                  </a:cubicBezTo>
                  <a:cubicBezTo>
                    <a:pt x="107" y="54"/>
                    <a:pt x="106" y="48"/>
                    <a:pt x="104" y="42"/>
                  </a:cubicBezTo>
                  <a:cubicBezTo>
                    <a:pt x="101" y="37"/>
                    <a:pt x="98" y="32"/>
                    <a:pt x="94" y="28"/>
                  </a:cubicBezTo>
                  <a:cubicBezTo>
                    <a:pt x="90" y="24"/>
                    <a:pt x="85" y="21"/>
                    <a:pt x="80" y="18"/>
                  </a:cubicBezTo>
                  <a:cubicBezTo>
                    <a:pt x="74" y="16"/>
                    <a:pt x="68" y="15"/>
                    <a:pt x="61" y="15"/>
                  </a:cubicBezTo>
                  <a:cubicBezTo>
                    <a:pt x="54" y="15"/>
                    <a:pt x="48" y="16"/>
                    <a:pt x="42" y="18"/>
                  </a:cubicBezTo>
                  <a:cubicBezTo>
                    <a:pt x="36" y="20"/>
                    <a:pt x="32" y="24"/>
                    <a:pt x="28" y="28"/>
                  </a:cubicBezTo>
                  <a:cubicBezTo>
                    <a:pt x="24" y="32"/>
                    <a:pt x="21" y="36"/>
                    <a:pt x="18" y="42"/>
                  </a:cubicBezTo>
                  <a:cubicBezTo>
                    <a:pt x="16" y="48"/>
                    <a:pt x="15" y="54"/>
                    <a:pt x="15" y="60"/>
                  </a:cubicBezTo>
                  <a:cubicBezTo>
                    <a:pt x="15" y="66"/>
                    <a:pt x="16" y="72"/>
                    <a:pt x="18" y="78"/>
                  </a:cubicBezTo>
                  <a:cubicBezTo>
                    <a:pt x="20" y="83"/>
                    <a:pt x="23" y="88"/>
                    <a:pt x="27" y="92"/>
                  </a:cubicBezTo>
                  <a:cubicBezTo>
                    <a:pt x="31" y="96"/>
                    <a:pt x="35" y="100"/>
                    <a:pt x="41" y="102"/>
                  </a:cubicBezTo>
                  <a:cubicBezTo>
                    <a:pt x="46" y="104"/>
                    <a:pt x="52" y="106"/>
                    <a:pt x="59" y="106"/>
                  </a:cubicBezTo>
                  <a:cubicBezTo>
                    <a:pt x="64" y="106"/>
                    <a:pt x="68" y="105"/>
                    <a:pt x="71" y="104"/>
                  </a:cubicBezTo>
                  <a:cubicBezTo>
                    <a:pt x="73" y="103"/>
                    <a:pt x="75" y="103"/>
                    <a:pt x="77" y="102"/>
                  </a:cubicBezTo>
                  <a:cubicBezTo>
                    <a:pt x="78" y="102"/>
                    <a:pt x="78" y="102"/>
                    <a:pt x="79" y="102"/>
                  </a:cubicBezTo>
                  <a:cubicBezTo>
                    <a:pt x="81" y="102"/>
                    <a:pt x="82" y="103"/>
                    <a:pt x="83" y="105"/>
                  </a:cubicBezTo>
                  <a:cubicBezTo>
                    <a:pt x="84" y="107"/>
                    <a:pt x="82" y="109"/>
                    <a:pt x="80" y="110"/>
                  </a:cubicBezTo>
                  <a:cubicBezTo>
                    <a:pt x="77" y="111"/>
                    <a:pt x="74" y="112"/>
                    <a:pt x="72" y="113"/>
                  </a:cubicBezTo>
                  <a:cubicBezTo>
                    <a:pt x="67" y="114"/>
                    <a:pt x="63" y="114"/>
                    <a:pt x="58" y="114"/>
                  </a:cubicBezTo>
                  <a:cubicBezTo>
                    <a:pt x="51" y="114"/>
                    <a:pt x="44" y="113"/>
                    <a:pt x="38" y="111"/>
                  </a:cubicBezTo>
                  <a:cubicBezTo>
                    <a:pt x="32" y="108"/>
                    <a:pt x="26" y="104"/>
                    <a:pt x="21" y="100"/>
                  </a:cubicBezTo>
                  <a:cubicBezTo>
                    <a:pt x="17" y="95"/>
                    <a:pt x="13" y="89"/>
                    <a:pt x="10" y="82"/>
                  </a:cubicBezTo>
                  <a:cubicBezTo>
                    <a:pt x="7" y="76"/>
                    <a:pt x="6" y="68"/>
                    <a:pt x="6" y="60"/>
                  </a:cubicBezTo>
                  <a:cubicBezTo>
                    <a:pt x="6" y="51"/>
                    <a:pt x="7" y="43"/>
                    <a:pt x="10" y="37"/>
                  </a:cubicBezTo>
                  <a:cubicBezTo>
                    <a:pt x="14" y="30"/>
                    <a:pt x="18" y="24"/>
                    <a:pt x="23" y="20"/>
                  </a:cubicBezTo>
                  <a:cubicBezTo>
                    <a:pt x="28" y="15"/>
                    <a:pt x="34" y="12"/>
                    <a:pt x="40" y="10"/>
                  </a:cubicBezTo>
                  <a:cubicBezTo>
                    <a:pt x="47" y="7"/>
                    <a:pt x="54" y="6"/>
                    <a:pt x="61" y="6"/>
                  </a:cubicBezTo>
                  <a:moveTo>
                    <a:pt x="56" y="83"/>
                  </a:moveTo>
                  <a:cubicBezTo>
                    <a:pt x="58" y="83"/>
                    <a:pt x="59" y="82"/>
                    <a:pt x="62" y="82"/>
                  </a:cubicBezTo>
                  <a:cubicBezTo>
                    <a:pt x="64" y="82"/>
                    <a:pt x="66" y="81"/>
                    <a:pt x="68" y="80"/>
                  </a:cubicBezTo>
                  <a:cubicBezTo>
                    <a:pt x="70" y="79"/>
                    <a:pt x="72" y="78"/>
                    <a:pt x="73" y="76"/>
                  </a:cubicBezTo>
                  <a:cubicBezTo>
                    <a:pt x="74" y="75"/>
                    <a:pt x="75" y="73"/>
                    <a:pt x="75" y="71"/>
                  </a:cubicBezTo>
                  <a:cubicBezTo>
                    <a:pt x="75" y="65"/>
                    <a:pt x="75" y="65"/>
                    <a:pt x="75" y="65"/>
                  </a:cubicBezTo>
                  <a:cubicBezTo>
                    <a:pt x="73" y="65"/>
                    <a:pt x="71" y="64"/>
                    <a:pt x="68" y="63"/>
                  </a:cubicBezTo>
                  <a:cubicBezTo>
                    <a:pt x="65" y="63"/>
                    <a:pt x="62" y="62"/>
                    <a:pt x="59" y="62"/>
                  </a:cubicBezTo>
                  <a:cubicBezTo>
                    <a:pt x="55" y="62"/>
                    <a:pt x="52" y="63"/>
                    <a:pt x="49" y="65"/>
                  </a:cubicBezTo>
                  <a:cubicBezTo>
                    <a:pt x="47" y="67"/>
                    <a:pt x="46" y="69"/>
                    <a:pt x="46" y="73"/>
                  </a:cubicBezTo>
                  <a:cubicBezTo>
                    <a:pt x="46" y="76"/>
                    <a:pt x="46" y="78"/>
                    <a:pt x="48" y="80"/>
                  </a:cubicBezTo>
                  <a:cubicBezTo>
                    <a:pt x="50" y="82"/>
                    <a:pt x="52" y="83"/>
                    <a:pt x="56" y="83"/>
                  </a:cubicBezTo>
                  <a:moveTo>
                    <a:pt x="61" y="0"/>
                  </a:moveTo>
                  <a:cubicBezTo>
                    <a:pt x="53" y="0"/>
                    <a:pt x="46" y="1"/>
                    <a:pt x="38" y="4"/>
                  </a:cubicBezTo>
                  <a:cubicBezTo>
                    <a:pt x="31" y="6"/>
                    <a:pt x="24" y="10"/>
                    <a:pt x="19" y="15"/>
                  </a:cubicBezTo>
                  <a:cubicBezTo>
                    <a:pt x="13" y="20"/>
                    <a:pt x="8" y="27"/>
                    <a:pt x="5" y="34"/>
                  </a:cubicBezTo>
                  <a:cubicBezTo>
                    <a:pt x="2" y="42"/>
                    <a:pt x="0" y="50"/>
                    <a:pt x="0" y="60"/>
                  </a:cubicBezTo>
                  <a:cubicBezTo>
                    <a:pt x="0" y="69"/>
                    <a:pt x="1" y="77"/>
                    <a:pt x="4" y="85"/>
                  </a:cubicBezTo>
                  <a:cubicBezTo>
                    <a:pt x="8" y="92"/>
                    <a:pt x="12" y="99"/>
                    <a:pt x="17" y="104"/>
                  </a:cubicBezTo>
                  <a:cubicBezTo>
                    <a:pt x="22" y="109"/>
                    <a:pt x="29" y="113"/>
                    <a:pt x="36" y="116"/>
                  </a:cubicBezTo>
                  <a:cubicBezTo>
                    <a:pt x="43" y="119"/>
                    <a:pt x="50" y="120"/>
                    <a:pt x="58" y="120"/>
                  </a:cubicBezTo>
                  <a:cubicBezTo>
                    <a:pt x="63" y="120"/>
                    <a:pt x="68" y="120"/>
                    <a:pt x="73" y="119"/>
                  </a:cubicBezTo>
                  <a:cubicBezTo>
                    <a:pt x="76" y="118"/>
                    <a:pt x="79" y="117"/>
                    <a:pt x="82" y="116"/>
                  </a:cubicBezTo>
                  <a:cubicBezTo>
                    <a:pt x="88" y="114"/>
                    <a:pt x="90" y="108"/>
                    <a:pt x="89" y="103"/>
                  </a:cubicBezTo>
                  <a:cubicBezTo>
                    <a:pt x="88" y="102"/>
                    <a:pt x="88" y="102"/>
                    <a:pt x="88" y="101"/>
                  </a:cubicBezTo>
                  <a:cubicBezTo>
                    <a:pt x="90" y="101"/>
                    <a:pt x="91" y="102"/>
                    <a:pt x="93" y="102"/>
                  </a:cubicBezTo>
                  <a:cubicBezTo>
                    <a:pt x="98" y="102"/>
                    <a:pt x="102" y="101"/>
                    <a:pt x="105" y="99"/>
                  </a:cubicBezTo>
                  <a:cubicBezTo>
                    <a:pt x="108" y="97"/>
                    <a:pt x="111" y="95"/>
                    <a:pt x="114" y="92"/>
                  </a:cubicBezTo>
                  <a:cubicBezTo>
                    <a:pt x="116" y="90"/>
                    <a:pt x="117" y="87"/>
                    <a:pt x="118" y="84"/>
                  </a:cubicBezTo>
                  <a:cubicBezTo>
                    <a:pt x="119" y="81"/>
                    <a:pt x="120" y="78"/>
                    <a:pt x="121" y="75"/>
                  </a:cubicBezTo>
                  <a:cubicBezTo>
                    <a:pt x="121" y="72"/>
                    <a:pt x="122" y="70"/>
                    <a:pt x="122" y="67"/>
                  </a:cubicBezTo>
                  <a:cubicBezTo>
                    <a:pt x="122" y="65"/>
                    <a:pt x="122" y="63"/>
                    <a:pt x="122" y="61"/>
                  </a:cubicBezTo>
                  <a:cubicBezTo>
                    <a:pt x="122" y="51"/>
                    <a:pt x="120" y="42"/>
                    <a:pt x="117" y="35"/>
                  </a:cubicBezTo>
                  <a:cubicBezTo>
                    <a:pt x="114" y="27"/>
                    <a:pt x="109" y="20"/>
                    <a:pt x="103" y="15"/>
                  </a:cubicBezTo>
                  <a:cubicBezTo>
                    <a:pt x="98" y="10"/>
                    <a:pt x="91" y="6"/>
                    <a:pt x="84" y="4"/>
                  </a:cubicBezTo>
                  <a:cubicBezTo>
                    <a:pt x="77" y="1"/>
                    <a:pt x="69" y="0"/>
                    <a:pt x="61" y="0"/>
                  </a:cubicBezTo>
                  <a:close/>
                  <a:moveTo>
                    <a:pt x="96" y="80"/>
                  </a:moveTo>
                  <a:cubicBezTo>
                    <a:pt x="95" y="79"/>
                    <a:pt x="95" y="79"/>
                    <a:pt x="95" y="78"/>
                  </a:cubicBezTo>
                  <a:cubicBezTo>
                    <a:pt x="95" y="77"/>
                    <a:pt x="95" y="76"/>
                    <a:pt x="94" y="74"/>
                  </a:cubicBezTo>
                  <a:cubicBezTo>
                    <a:pt x="94" y="72"/>
                    <a:pt x="94" y="70"/>
                    <a:pt x="94" y="68"/>
                  </a:cubicBezTo>
                  <a:cubicBezTo>
                    <a:pt x="94" y="57"/>
                    <a:pt x="94" y="57"/>
                    <a:pt x="94" y="57"/>
                  </a:cubicBezTo>
                  <a:cubicBezTo>
                    <a:pt x="94" y="53"/>
                    <a:pt x="94" y="50"/>
                    <a:pt x="94" y="46"/>
                  </a:cubicBezTo>
                  <a:cubicBezTo>
                    <a:pt x="93" y="41"/>
                    <a:pt x="92" y="37"/>
                    <a:pt x="90" y="33"/>
                  </a:cubicBezTo>
                  <a:cubicBezTo>
                    <a:pt x="89" y="32"/>
                    <a:pt x="87" y="30"/>
                    <a:pt x="86" y="29"/>
                  </a:cubicBezTo>
                  <a:cubicBezTo>
                    <a:pt x="87" y="30"/>
                    <a:pt x="89" y="31"/>
                    <a:pt x="90" y="32"/>
                  </a:cubicBezTo>
                  <a:cubicBezTo>
                    <a:pt x="93" y="36"/>
                    <a:pt x="96" y="40"/>
                    <a:pt x="98" y="45"/>
                  </a:cubicBezTo>
                  <a:cubicBezTo>
                    <a:pt x="100" y="50"/>
                    <a:pt x="101" y="55"/>
                    <a:pt x="101" y="61"/>
                  </a:cubicBezTo>
                  <a:cubicBezTo>
                    <a:pt x="101" y="62"/>
                    <a:pt x="101" y="65"/>
                    <a:pt x="100" y="67"/>
                  </a:cubicBezTo>
                  <a:cubicBezTo>
                    <a:pt x="100" y="70"/>
                    <a:pt x="100" y="72"/>
                    <a:pt x="99" y="74"/>
                  </a:cubicBezTo>
                  <a:cubicBezTo>
                    <a:pt x="99" y="76"/>
                    <a:pt x="98" y="78"/>
                    <a:pt x="97" y="79"/>
                  </a:cubicBezTo>
                  <a:cubicBezTo>
                    <a:pt x="96" y="79"/>
                    <a:pt x="96" y="80"/>
                    <a:pt x="96" y="80"/>
                  </a:cubicBezTo>
                  <a:cubicBezTo>
                    <a:pt x="96" y="80"/>
                    <a:pt x="96" y="80"/>
                    <a:pt x="96" y="80"/>
                  </a:cubicBezTo>
                  <a:close/>
                  <a:moveTo>
                    <a:pt x="28" y="84"/>
                  </a:moveTo>
                  <a:cubicBezTo>
                    <a:pt x="26" y="81"/>
                    <a:pt x="25" y="79"/>
                    <a:pt x="24" y="76"/>
                  </a:cubicBezTo>
                  <a:cubicBezTo>
                    <a:pt x="22" y="71"/>
                    <a:pt x="21" y="66"/>
                    <a:pt x="21" y="60"/>
                  </a:cubicBezTo>
                  <a:cubicBezTo>
                    <a:pt x="21" y="54"/>
                    <a:pt x="22" y="49"/>
                    <a:pt x="24" y="44"/>
                  </a:cubicBezTo>
                  <a:cubicBezTo>
                    <a:pt x="26" y="40"/>
                    <a:pt x="28" y="36"/>
                    <a:pt x="32" y="32"/>
                  </a:cubicBezTo>
                  <a:cubicBezTo>
                    <a:pt x="31" y="35"/>
                    <a:pt x="31" y="37"/>
                    <a:pt x="32" y="40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3" y="45"/>
                    <a:pt x="38" y="48"/>
                    <a:pt x="43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1" y="49"/>
                    <a:pt x="39" y="50"/>
                    <a:pt x="37" y="51"/>
                  </a:cubicBezTo>
                  <a:cubicBezTo>
                    <a:pt x="34" y="54"/>
                    <a:pt x="31" y="56"/>
                    <a:pt x="29" y="60"/>
                  </a:cubicBezTo>
                  <a:cubicBezTo>
                    <a:pt x="27" y="64"/>
                    <a:pt x="26" y="68"/>
                    <a:pt x="26" y="73"/>
                  </a:cubicBezTo>
                  <a:cubicBezTo>
                    <a:pt x="26" y="77"/>
                    <a:pt x="27" y="80"/>
                    <a:pt x="28" y="84"/>
                  </a:cubicBezTo>
                  <a:close/>
                  <a:moveTo>
                    <a:pt x="49" y="47"/>
                  </a:moveTo>
                  <a:cubicBezTo>
                    <a:pt x="49" y="46"/>
                    <a:pt x="50" y="46"/>
                    <a:pt x="50" y="46"/>
                  </a:cubicBezTo>
                  <a:cubicBezTo>
                    <a:pt x="52" y="45"/>
                    <a:pt x="55" y="45"/>
                    <a:pt x="59" y="45"/>
                  </a:cubicBezTo>
                  <a:cubicBezTo>
                    <a:pt x="62" y="45"/>
                    <a:pt x="63" y="45"/>
                    <a:pt x="64" y="46"/>
                  </a:cubicBezTo>
                  <a:cubicBezTo>
                    <a:pt x="65" y="46"/>
                    <a:pt x="65" y="46"/>
                    <a:pt x="65" y="46"/>
                  </a:cubicBezTo>
                  <a:cubicBezTo>
                    <a:pt x="63" y="46"/>
                    <a:pt x="61" y="46"/>
                    <a:pt x="59" y="46"/>
                  </a:cubicBezTo>
                  <a:cubicBezTo>
                    <a:pt x="56" y="46"/>
                    <a:pt x="52" y="46"/>
                    <a:pt x="49" y="47"/>
                  </a:cubicBezTo>
                  <a:close/>
                  <a:moveTo>
                    <a:pt x="56" y="77"/>
                  </a:moveTo>
                  <a:cubicBezTo>
                    <a:pt x="54" y="77"/>
                    <a:pt x="53" y="76"/>
                    <a:pt x="52" y="76"/>
                  </a:cubicBezTo>
                  <a:cubicBezTo>
                    <a:pt x="52" y="75"/>
                    <a:pt x="52" y="74"/>
                    <a:pt x="52" y="73"/>
                  </a:cubicBezTo>
                  <a:cubicBezTo>
                    <a:pt x="52" y="70"/>
                    <a:pt x="52" y="70"/>
                    <a:pt x="53" y="70"/>
                  </a:cubicBezTo>
                  <a:cubicBezTo>
                    <a:pt x="54" y="69"/>
                    <a:pt x="55" y="68"/>
                    <a:pt x="59" y="68"/>
                  </a:cubicBezTo>
                  <a:cubicBezTo>
                    <a:pt x="62" y="68"/>
                    <a:pt x="64" y="69"/>
                    <a:pt x="67" y="69"/>
                  </a:cubicBezTo>
                  <a:cubicBezTo>
                    <a:pt x="67" y="69"/>
                    <a:pt x="68" y="69"/>
                    <a:pt x="69" y="70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69" y="71"/>
                    <a:pt x="68" y="72"/>
                    <a:pt x="68" y="72"/>
                  </a:cubicBezTo>
                  <a:cubicBezTo>
                    <a:pt x="67" y="73"/>
                    <a:pt x="67" y="74"/>
                    <a:pt x="65" y="74"/>
                  </a:cubicBezTo>
                  <a:cubicBezTo>
                    <a:pt x="65" y="74"/>
                    <a:pt x="65" y="74"/>
                    <a:pt x="65" y="75"/>
                  </a:cubicBezTo>
                  <a:cubicBezTo>
                    <a:pt x="64" y="75"/>
                    <a:pt x="62" y="76"/>
                    <a:pt x="61" y="76"/>
                  </a:cubicBezTo>
                  <a:cubicBezTo>
                    <a:pt x="59" y="76"/>
                    <a:pt x="57" y="77"/>
                    <a:pt x="56" y="77"/>
                  </a:cubicBezTo>
                  <a:close/>
                  <a:moveTo>
                    <a:pt x="59" y="100"/>
                  </a:moveTo>
                  <a:cubicBezTo>
                    <a:pt x="63" y="99"/>
                    <a:pt x="67" y="98"/>
                    <a:pt x="70" y="97"/>
                  </a:cubicBezTo>
                  <a:cubicBezTo>
                    <a:pt x="72" y="96"/>
                    <a:pt x="74" y="95"/>
                    <a:pt x="76" y="94"/>
                  </a:cubicBezTo>
                  <a:cubicBezTo>
                    <a:pt x="77" y="95"/>
                    <a:pt x="77" y="95"/>
                    <a:pt x="78" y="96"/>
                  </a:cubicBezTo>
                  <a:cubicBezTo>
                    <a:pt x="77" y="96"/>
                    <a:pt x="76" y="96"/>
                    <a:pt x="75" y="96"/>
                  </a:cubicBezTo>
                  <a:cubicBezTo>
                    <a:pt x="73" y="97"/>
                    <a:pt x="71" y="98"/>
                    <a:pt x="69" y="98"/>
                  </a:cubicBezTo>
                  <a:cubicBezTo>
                    <a:pt x="67" y="99"/>
                    <a:pt x="63" y="100"/>
                    <a:pt x="59" y="10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85" name="Google Shape;85;p1"/>
            <p:cNvSpPr/>
            <p:nvPr/>
          </p:nvSpPr>
          <p:spPr>
            <a:xfrm>
              <a:off x="1425362" y="4956617"/>
              <a:ext cx="345582" cy="381280"/>
            </a:xfrm>
            <a:custGeom>
              <a:avLst/>
              <a:gdLst/>
              <a:ahLst/>
              <a:cxnLst/>
              <a:rect l="l" t="t" r="r" b="b"/>
              <a:pathLst>
                <a:path w="91" h="97" extrusionOk="0">
                  <a:moveTo>
                    <a:pt x="86" y="40"/>
                  </a:moveTo>
                  <a:cubicBezTo>
                    <a:pt x="71" y="40"/>
                    <a:pt x="71" y="40"/>
                    <a:pt x="71" y="40"/>
                  </a:cubicBezTo>
                  <a:cubicBezTo>
                    <a:pt x="67" y="56"/>
                    <a:pt x="67" y="56"/>
                    <a:pt x="67" y="56"/>
                  </a:cubicBezTo>
                  <a:cubicBezTo>
                    <a:pt x="79" y="56"/>
                    <a:pt x="79" y="56"/>
                    <a:pt x="79" y="56"/>
                  </a:cubicBezTo>
                  <a:cubicBezTo>
                    <a:pt x="82" y="56"/>
                    <a:pt x="85" y="59"/>
                    <a:pt x="85" y="62"/>
                  </a:cubicBezTo>
                  <a:cubicBezTo>
                    <a:pt x="85" y="66"/>
                    <a:pt x="85" y="66"/>
                    <a:pt x="85" y="66"/>
                  </a:cubicBezTo>
                  <a:cubicBezTo>
                    <a:pt x="85" y="69"/>
                    <a:pt x="82" y="72"/>
                    <a:pt x="79" y="72"/>
                  </a:cubicBezTo>
                  <a:cubicBezTo>
                    <a:pt x="63" y="72"/>
                    <a:pt x="63" y="72"/>
                    <a:pt x="63" y="72"/>
                  </a:cubicBezTo>
                  <a:cubicBezTo>
                    <a:pt x="58" y="91"/>
                    <a:pt x="58" y="91"/>
                    <a:pt x="58" y="91"/>
                  </a:cubicBezTo>
                  <a:cubicBezTo>
                    <a:pt x="58" y="94"/>
                    <a:pt x="55" y="97"/>
                    <a:pt x="52" y="97"/>
                  </a:cubicBezTo>
                  <a:cubicBezTo>
                    <a:pt x="48" y="97"/>
                    <a:pt x="48" y="97"/>
                    <a:pt x="48" y="97"/>
                  </a:cubicBezTo>
                  <a:cubicBezTo>
                    <a:pt x="44" y="97"/>
                    <a:pt x="41" y="92"/>
                    <a:pt x="42" y="88"/>
                  </a:cubicBezTo>
                  <a:cubicBezTo>
                    <a:pt x="46" y="72"/>
                    <a:pt x="46" y="72"/>
                    <a:pt x="46" y="72"/>
                  </a:cubicBezTo>
                  <a:cubicBezTo>
                    <a:pt x="33" y="72"/>
                    <a:pt x="33" y="72"/>
                    <a:pt x="33" y="72"/>
                  </a:cubicBezTo>
                  <a:cubicBezTo>
                    <a:pt x="29" y="91"/>
                    <a:pt x="29" y="91"/>
                    <a:pt x="29" y="91"/>
                  </a:cubicBezTo>
                  <a:cubicBezTo>
                    <a:pt x="28" y="94"/>
                    <a:pt x="25" y="97"/>
                    <a:pt x="22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4" y="97"/>
                    <a:pt x="11" y="92"/>
                    <a:pt x="12" y="88"/>
                  </a:cubicBezTo>
                  <a:cubicBezTo>
                    <a:pt x="16" y="72"/>
                    <a:pt x="16" y="72"/>
                    <a:pt x="16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3" y="72"/>
                    <a:pt x="0" y="70"/>
                    <a:pt x="0" y="67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58"/>
                    <a:pt x="3" y="56"/>
                    <a:pt x="6" y="56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0" y="40"/>
                    <a:pt x="7" y="38"/>
                    <a:pt x="7" y="35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7" y="28"/>
                    <a:pt x="10" y="25"/>
                    <a:pt x="13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6" y="25"/>
                    <a:pt x="27" y="24"/>
                    <a:pt x="28" y="22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3" y="2"/>
                    <a:pt x="35" y="0"/>
                    <a:pt x="38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7" y="0"/>
                    <a:pt x="50" y="4"/>
                    <a:pt x="49" y="8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5" y="23"/>
                    <a:pt x="47" y="25"/>
                    <a:pt x="50" y="25"/>
                  </a:cubicBezTo>
                  <a:cubicBezTo>
                    <a:pt x="54" y="25"/>
                    <a:pt x="54" y="25"/>
                    <a:pt x="54" y="25"/>
                  </a:cubicBezTo>
                  <a:cubicBezTo>
                    <a:pt x="56" y="25"/>
                    <a:pt x="57" y="24"/>
                    <a:pt x="58" y="22"/>
                  </a:cubicBezTo>
                  <a:cubicBezTo>
                    <a:pt x="62" y="5"/>
                    <a:pt x="62" y="5"/>
                    <a:pt x="62" y="5"/>
                  </a:cubicBezTo>
                  <a:cubicBezTo>
                    <a:pt x="63" y="2"/>
                    <a:pt x="65" y="0"/>
                    <a:pt x="68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77" y="0"/>
                    <a:pt x="80" y="4"/>
                    <a:pt x="79" y="8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5" y="23"/>
                    <a:pt x="77" y="25"/>
                    <a:pt x="80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9" y="25"/>
                    <a:pt x="91" y="28"/>
                    <a:pt x="91" y="31"/>
                  </a:cubicBezTo>
                  <a:cubicBezTo>
                    <a:pt x="91" y="35"/>
                    <a:pt x="91" y="35"/>
                    <a:pt x="91" y="35"/>
                  </a:cubicBezTo>
                  <a:cubicBezTo>
                    <a:pt x="91" y="38"/>
                    <a:pt x="89" y="40"/>
                    <a:pt x="86" y="40"/>
                  </a:cubicBezTo>
                  <a:close/>
                  <a:moveTo>
                    <a:pt x="50" y="53"/>
                  </a:moveTo>
                  <a:cubicBezTo>
                    <a:pt x="52" y="45"/>
                    <a:pt x="52" y="45"/>
                    <a:pt x="52" y="45"/>
                  </a:cubicBezTo>
                  <a:cubicBezTo>
                    <a:pt x="53" y="42"/>
                    <a:pt x="51" y="40"/>
                    <a:pt x="49" y="40"/>
                  </a:cubicBezTo>
                  <a:cubicBezTo>
                    <a:pt x="44" y="40"/>
                    <a:pt x="44" y="40"/>
                    <a:pt x="44" y="40"/>
                  </a:cubicBezTo>
                  <a:cubicBezTo>
                    <a:pt x="42" y="40"/>
                    <a:pt x="40" y="41"/>
                    <a:pt x="40" y="43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4"/>
                    <a:pt x="39" y="56"/>
                    <a:pt x="42" y="56"/>
                  </a:cubicBezTo>
                  <a:cubicBezTo>
                    <a:pt x="47" y="56"/>
                    <a:pt x="47" y="56"/>
                    <a:pt x="47" y="56"/>
                  </a:cubicBezTo>
                  <a:cubicBezTo>
                    <a:pt x="48" y="56"/>
                    <a:pt x="50" y="55"/>
                    <a:pt x="50" y="53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86" name="Google Shape;86;p1"/>
            <p:cNvSpPr/>
            <p:nvPr/>
          </p:nvSpPr>
          <p:spPr>
            <a:xfrm>
              <a:off x="3361404" y="1664359"/>
              <a:ext cx="536699" cy="164951"/>
            </a:xfrm>
            <a:custGeom>
              <a:avLst/>
              <a:gdLst/>
              <a:ahLst/>
              <a:cxnLst/>
              <a:rect l="l" t="t" r="r" b="b"/>
              <a:pathLst>
                <a:path w="141" h="42" extrusionOk="0">
                  <a:moveTo>
                    <a:pt x="80" y="2"/>
                  </a:moveTo>
                  <a:cubicBezTo>
                    <a:pt x="86" y="3"/>
                    <a:pt x="92" y="4"/>
                    <a:pt x="98" y="5"/>
                  </a:cubicBezTo>
                  <a:cubicBezTo>
                    <a:pt x="107" y="8"/>
                    <a:pt x="117" y="12"/>
                    <a:pt x="125" y="17"/>
                  </a:cubicBezTo>
                  <a:cubicBezTo>
                    <a:pt x="130" y="20"/>
                    <a:pt x="132" y="22"/>
                    <a:pt x="136" y="25"/>
                  </a:cubicBezTo>
                  <a:cubicBezTo>
                    <a:pt x="141" y="30"/>
                    <a:pt x="139" y="33"/>
                    <a:pt x="134" y="37"/>
                  </a:cubicBezTo>
                  <a:cubicBezTo>
                    <a:pt x="131" y="40"/>
                    <a:pt x="126" y="41"/>
                    <a:pt x="122" y="38"/>
                  </a:cubicBezTo>
                  <a:cubicBezTo>
                    <a:pt x="102" y="22"/>
                    <a:pt x="75" y="16"/>
                    <a:pt x="50" y="23"/>
                  </a:cubicBezTo>
                  <a:cubicBezTo>
                    <a:pt x="43" y="24"/>
                    <a:pt x="35" y="27"/>
                    <a:pt x="29" y="31"/>
                  </a:cubicBezTo>
                  <a:cubicBezTo>
                    <a:pt x="24" y="34"/>
                    <a:pt x="21" y="37"/>
                    <a:pt x="17" y="40"/>
                  </a:cubicBezTo>
                  <a:cubicBezTo>
                    <a:pt x="14" y="42"/>
                    <a:pt x="9" y="42"/>
                    <a:pt x="6" y="39"/>
                  </a:cubicBezTo>
                  <a:cubicBezTo>
                    <a:pt x="5" y="38"/>
                    <a:pt x="4" y="36"/>
                    <a:pt x="2" y="35"/>
                  </a:cubicBezTo>
                  <a:cubicBezTo>
                    <a:pt x="0" y="32"/>
                    <a:pt x="1" y="28"/>
                    <a:pt x="3" y="26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24" y="7"/>
                    <a:pt x="52" y="0"/>
                    <a:pt x="80" y="2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87" name="Google Shape;87;p1"/>
            <p:cNvSpPr/>
            <p:nvPr/>
          </p:nvSpPr>
          <p:spPr>
            <a:xfrm>
              <a:off x="3551212" y="1923954"/>
              <a:ext cx="157083" cy="152782"/>
            </a:xfrm>
            <a:custGeom>
              <a:avLst/>
              <a:gdLst/>
              <a:ahLst/>
              <a:cxnLst/>
              <a:rect l="l" t="t" r="r" b="b"/>
              <a:pathLst>
                <a:path w="41" h="39" extrusionOk="0">
                  <a:moveTo>
                    <a:pt x="18" y="39"/>
                  </a:moveTo>
                  <a:cubicBezTo>
                    <a:pt x="12" y="38"/>
                    <a:pt x="7" y="35"/>
                    <a:pt x="4" y="29"/>
                  </a:cubicBezTo>
                  <a:cubicBezTo>
                    <a:pt x="0" y="19"/>
                    <a:pt x="4" y="8"/>
                    <a:pt x="14" y="4"/>
                  </a:cubicBezTo>
                  <a:cubicBezTo>
                    <a:pt x="24" y="0"/>
                    <a:pt x="35" y="6"/>
                    <a:pt x="38" y="16"/>
                  </a:cubicBezTo>
                  <a:cubicBezTo>
                    <a:pt x="41" y="24"/>
                    <a:pt x="36" y="33"/>
                    <a:pt x="29" y="37"/>
                  </a:cubicBezTo>
                  <a:cubicBezTo>
                    <a:pt x="25" y="39"/>
                    <a:pt x="22" y="39"/>
                    <a:pt x="18" y="3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88" name="Google Shape;88;p1"/>
            <p:cNvSpPr/>
            <p:nvPr/>
          </p:nvSpPr>
          <p:spPr>
            <a:xfrm>
              <a:off x="3433400" y="1790100"/>
              <a:ext cx="392706" cy="133853"/>
            </a:xfrm>
            <a:custGeom>
              <a:avLst/>
              <a:gdLst/>
              <a:ahLst/>
              <a:cxnLst/>
              <a:rect l="l" t="t" r="r" b="b"/>
              <a:pathLst>
                <a:path w="103" h="34" extrusionOk="0">
                  <a:moveTo>
                    <a:pt x="52" y="0"/>
                  </a:moveTo>
                  <a:cubicBezTo>
                    <a:pt x="70" y="1"/>
                    <a:pt x="85" y="5"/>
                    <a:pt x="99" y="17"/>
                  </a:cubicBezTo>
                  <a:cubicBezTo>
                    <a:pt x="101" y="19"/>
                    <a:pt x="103" y="21"/>
                    <a:pt x="101" y="23"/>
                  </a:cubicBezTo>
                  <a:cubicBezTo>
                    <a:pt x="97" y="28"/>
                    <a:pt x="96" y="29"/>
                    <a:pt x="93" y="32"/>
                  </a:cubicBezTo>
                  <a:cubicBezTo>
                    <a:pt x="89" y="34"/>
                    <a:pt x="85" y="31"/>
                    <a:pt x="84" y="30"/>
                  </a:cubicBezTo>
                  <a:cubicBezTo>
                    <a:pt x="72" y="20"/>
                    <a:pt x="62" y="17"/>
                    <a:pt x="46" y="19"/>
                  </a:cubicBezTo>
                  <a:cubicBezTo>
                    <a:pt x="35" y="20"/>
                    <a:pt x="25" y="24"/>
                    <a:pt x="16" y="31"/>
                  </a:cubicBezTo>
                  <a:cubicBezTo>
                    <a:pt x="14" y="33"/>
                    <a:pt x="11" y="33"/>
                    <a:pt x="9" y="31"/>
                  </a:cubicBezTo>
                  <a:cubicBezTo>
                    <a:pt x="7" y="28"/>
                    <a:pt x="5" y="27"/>
                    <a:pt x="3" y="25"/>
                  </a:cubicBezTo>
                  <a:cubicBezTo>
                    <a:pt x="1" y="23"/>
                    <a:pt x="0" y="21"/>
                    <a:pt x="3" y="19"/>
                  </a:cubicBezTo>
                  <a:cubicBezTo>
                    <a:pt x="17" y="6"/>
                    <a:pt x="32" y="1"/>
                    <a:pt x="5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89" name="Google Shape;89;p1"/>
            <p:cNvSpPr/>
            <p:nvPr/>
          </p:nvSpPr>
          <p:spPr>
            <a:xfrm>
              <a:off x="3932137" y="3336853"/>
              <a:ext cx="155773" cy="156839"/>
            </a:xfrm>
            <a:custGeom>
              <a:avLst/>
              <a:gdLst/>
              <a:ahLst/>
              <a:cxnLst/>
              <a:rect l="l" t="t" r="r" b="b"/>
              <a:pathLst>
                <a:path w="41" h="40" extrusionOk="0">
                  <a:moveTo>
                    <a:pt x="0" y="20"/>
                  </a:moveTo>
                  <a:cubicBezTo>
                    <a:pt x="0" y="9"/>
                    <a:pt x="12" y="0"/>
                    <a:pt x="22" y="0"/>
                  </a:cubicBezTo>
                  <a:cubicBezTo>
                    <a:pt x="32" y="0"/>
                    <a:pt x="41" y="9"/>
                    <a:pt x="41" y="19"/>
                  </a:cubicBezTo>
                  <a:cubicBezTo>
                    <a:pt x="41" y="29"/>
                    <a:pt x="31" y="40"/>
                    <a:pt x="21" y="40"/>
                  </a:cubicBezTo>
                  <a:cubicBezTo>
                    <a:pt x="11" y="40"/>
                    <a:pt x="0" y="30"/>
                    <a:pt x="0" y="2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4141580" y="3143509"/>
              <a:ext cx="151846" cy="158190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1" y="18"/>
                  </a:moveTo>
                  <a:cubicBezTo>
                    <a:pt x="3" y="8"/>
                    <a:pt x="12" y="0"/>
                    <a:pt x="22" y="1"/>
                  </a:cubicBezTo>
                  <a:cubicBezTo>
                    <a:pt x="33" y="2"/>
                    <a:pt x="40" y="11"/>
                    <a:pt x="39" y="22"/>
                  </a:cubicBezTo>
                  <a:cubicBezTo>
                    <a:pt x="38" y="32"/>
                    <a:pt x="29" y="40"/>
                    <a:pt x="19" y="39"/>
                  </a:cubicBezTo>
                  <a:cubicBezTo>
                    <a:pt x="8" y="38"/>
                    <a:pt x="0" y="29"/>
                    <a:pt x="1" y="1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cxnSp>
          <p:nvCxnSpPr>
            <p:cNvPr id="91" name="Google Shape;91;p1"/>
            <p:cNvCxnSpPr/>
            <p:nvPr/>
          </p:nvCxnSpPr>
          <p:spPr>
            <a:xfrm flipH="1">
              <a:off x="4080057" y="3293587"/>
              <a:ext cx="107340" cy="89236"/>
            </a:xfrm>
            <a:prstGeom prst="straightConnector1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2" name="Google Shape;92;p1"/>
            <p:cNvCxnSpPr/>
            <p:nvPr/>
          </p:nvCxnSpPr>
          <p:spPr>
            <a:xfrm rot="10800000" flipH="1">
              <a:off x="4034241" y="3242209"/>
              <a:ext cx="115194" cy="94644"/>
            </a:xfrm>
            <a:prstGeom prst="straightConnector1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93" name="Google Shape;93;p1"/>
            <p:cNvSpPr/>
            <p:nvPr/>
          </p:nvSpPr>
          <p:spPr>
            <a:xfrm>
              <a:off x="4141580" y="3512620"/>
              <a:ext cx="163627" cy="164951"/>
            </a:xfrm>
            <a:custGeom>
              <a:avLst/>
              <a:gdLst/>
              <a:ahLst/>
              <a:cxnLst/>
              <a:rect l="l" t="t" r="r" b="b"/>
              <a:pathLst>
                <a:path w="43" h="42" extrusionOk="0">
                  <a:moveTo>
                    <a:pt x="1" y="22"/>
                  </a:moveTo>
                  <a:cubicBezTo>
                    <a:pt x="3" y="32"/>
                    <a:pt x="13" y="42"/>
                    <a:pt x="24" y="41"/>
                  </a:cubicBezTo>
                  <a:cubicBezTo>
                    <a:pt x="34" y="40"/>
                    <a:pt x="43" y="29"/>
                    <a:pt x="42" y="19"/>
                  </a:cubicBezTo>
                  <a:cubicBezTo>
                    <a:pt x="41" y="8"/>
                    <a:pt x="29" y="0"/>
                    <a:pt x="19" y="1"/>
                  </a:cubicBezTo>
                  <a:cubicBezTo>
                    <a:pt x="8" y="2"/>
                    <a:pt x="0" y="11"/>
                    <a:pt x="1" y="2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cxnSp>
          <p:nvCxnSpPr>
            <p:cNvPr id="94" name="Google Shape;94;p1"/>
            <p:cNvCxnSpPr/>
            <p:nvPr/>
          </p:nvCxnSpPr>
          <p:spPr>
            <a:xfrm rot="10800000">
              <a:off x="4083983" y="3430145"/>
              <a:ext cx="107340" cy="90587"/>
            </a:xfrm>
            <a:prstGeom prst="straightConnector1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5" name="Google Shape;95;p1"/>
            <p:cNvCxnSpPr/>
            <p:nvPr/>
          </p:nvCxnSpPr>
          <p:spPr>
            <a:xfrm>
              <a:off x="4042095" y="3481523"/>
              <a:ext cx="99486" cy="86532"/>
            </a:xfrm>
            <a:prstGeom prst="straightConnector1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96" name="Google Shape;96;p1"/>
            <p:cNvSpPr/>
            <p:nvPr/>
          </p:nvSpPr>
          <p:spPr>
            <a:xfrm>
              <a:off x="2041911" y="1546729"/>
              <a:ext cx="277512" cy="459699"/>
            </a:xfrm>
            <a:custGeom>
              <a:avLst/>
              <a:gdLst/>
              <a:ahLst/>
              <a:cxnLst/>
              <a:rect l="l" t="t" r="r" b="b"/>
              <a:pathLst>
                <a:path w="73" h="117" extrusionOk="0">
                  <a:moveTo>
                    <a:pt x="49" y="45"/>
                  </a:moveTo>
                  <a:cubicBezTo>
                    <a:pt x="52" y="42"/>
                    <a:pt x="55" y="40"/>
                    <a:pt x="57" y="36"/>
                  </a:cubicBezTo>
                  <a:cubicBezTo>
                    <a:pt x="59" y="33"/>
                    <a:pt x="61" y="28"/>
                    <a:pt x="61" y="24"/>
                  </a:cubicBezTo>
                  <a:cubicBezTo>
                    <a:pt x="61" y="11"/>
                    <a:pt x="50" y="0"/>
                    <a:pt x="37" y="0"/>
                  </a:cubicBezTo>
                  <a:cubicBezTo>
                    <a:pt x="24" y="0"/>
                    <a:pt x="13" y="11"/>
                    <a:pt x="13" y="24"/>
                  </a:cubicBezTo>
                  <a:cubicBezTo>
                    <a:pt x="13" y="29"/>
                    <a:pt x="15" y="35"/>
                    <a:pt x="18" y="39"/>
                  </a:cubicBezTo>
                  <a:cubicBezTo>
                    <a:pt x="20" y="41"/>
                    <a:pt x="22" y="43"/>
                    <a:pt x="24" y="44"/>
                  </a:cubicBezTo>
                  <a:cubicBezTo>
                    <a:pt x="27" y="46"/>
                    <a:pt x="29" y="46"/>
                    <a:pt x="30" y="49"/>
                  </a:cubicBezTo>
                  <a:cubicBezTo>
                    <a:pt x="31" y="51"/>
                    <a:pt x="31" y="52"/>
                    <a:pt x="30" y="54"/>
                  </a:cubicBezTo>
                  <a:cubicBezTo>
                    <a:pt x="30" y="56"/>
                    <a:pt x="30" y="57"/>
                    <a:pt x="28" y="58"/>
                  </a:cubicBezTo>
                  <a:cubicBezTo>
                    <a:pt x="27" y="59"/>
                    <a:pt x="26" y="60"/>
                    <a:pt x="25" y="60"/>
                  </a:cubicBezTo>
                  <a:cubicBezTo>
                    <a:pt x="22" y="60"/>
                    <a:pt x="12" y="59"/>
                    <a:pt x="10" y="60"/>
                  </a:cubicBezTo>
                  <a:cubicBezTo>
                    <a:pt x="8" y="61"/>
                    <a:pt x="6" y="62"/>
                    <a:pt x="5" y="63"/>
                  </a:cubicBezTo>
                  <a:cubicBezTo>
                    <a:pt x="2" y="66"/>
                    <a:pt x="0" y="70"/>
                    <a:pt x="0" y="74"/>
                  </a:cubicBezTo>
                  <a:cubicBezTo>
                    <a:pt x="0" y="74"/>
                    <a:pt x="0" y="107"/>
                    <a:pt x="0" y="107"/>
                  </a:cubicBezTo>
                  <a:cubicBezTo>
                    <a:pt x="0" y="113"/>
                    <a:pt x="4" y="117"/>
                    <a:pt x="9" y="117"/>
                  </a:cubicBezTo>
                  <a:cubicBezTo>
                    <a:pt x="56" y="117"/>
                    <a:pt x="56" y="117"/>
                    <a:pt x="56" y="117"/>
                  </a:cubicBezTo>
                  <a:cubicBezTo>
                    <a:pt x="71" y="117"/>
                    <a:pt x="73" y="110"/>
                    <a:pt x="73" y="105"/>
                  </a:cubicBezTo>
                  <a:cubicBezTo>
                    <a:pt x="73" y="105"/>
                    <a:pt x="73" y="74"/>
                    <a:pt x="73" y="74"/>
                  </a:cubicBezTo>
                  <a:cubicBezTo>
                    <a:pt x="73" y="70"/>
                    <a:pt x="71" y="66"/>
                    <a:pt x="68" y="63"/>
                  </a:cubicBezTo>
                  <a:cubicBezTo>
                    <a:pt x="66" y="61"/>
                    <a:pt x="64" y="60"/>
                    <a:pt x="62" y="60"/>
                  </a:cubicBezTo>
                  <a:cubicBezTo>
                    <a:pt x="57" y="59"/>
                    <a:pt x="53" y="60"/>
                    <a:pt x="48" y="60"/>
                  </a:cubicBezTo>
                  <a:cubicBezTo>
                    <a:pt x="47" y="60"/>
                    <a:pt x="45" y="59"/>
                    <a:pt x="45" y="58"/>
                  </a:cubicBezTo>
                  <a:cubicBezTo>
                    <a:pt x="44" y="57"/>
                    <a:pt x="44" y="56"/>
                    <a:pt x="43" y="55"/>
                  </a:cubicBezTo>
                  <a:cubicBezTo>
                    <a:pt x="43" y="50"/>
                    <a:pt x="46" y="47"/>
                    <a:pt x="49" y="45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2319424" y="1617036"/>
              <a:ext cx="201589" cy="381280"/>
            </a:xfrm>
            <a:custGeom>
              <a:avLst/>
              <a:gdLst/>
              <a:ahLst/>
              <a:cxnLst/>
              <a:rect l="l" t="t" r="r" b="b"/>
              <a:pathLst>
                <a:path w="53" h="97" extrusionOk="0">
                  <a:moveTo>
                    <a:pt x="0" y="96"/>
                  </a:moveTo>
                  <a:cubicBezTo>
                    <a:pt x="38" y="96"/>
                    <a:pt x="38" y="96"/>
                    <a:pt x="38" y="96"/>
                  </a:cubicBezTo>
                  <a:cubicBezTo>
                    <a:pt x="51" y="97"/>
                    <a:pt x="53" y="91"/>
                    <a:pt x="53" y="87"/>
                  </a:cubicBezTo>
                  <a:cubicBezTo>
                    <a:pt x="53" y="87"/>
                    <a:pt x="53" y="61"/>
                    <a:pt x="53" y="61"/>
                  </a:cubicBezTo>
                  <a:cubicBezTo>
                    <a:pt x="53" y="57"/>
                    <a:pt x="51" y="54"/>
                    <a:pt x="49" y="52"/>
                  </a:cubicBezTo>
                  <a:cubicBezTo>
                    <a:pt x="47" y="51"/>
                    <a:pt x="45" y="50"/>
                    <a:pt x="43" y="49"/>
                  </a:cubicBezTo>
                  <a:cubicBezTo>
                    <a:pt x="40" y="49"/>
                    <a:pt x="36" y="50"/>
                    <a:pt x="32" y="49"/>
                  </a:cubicBezTo>
                  <a:cubicBezTo>
                    <a:pt x="31" y="49"/>
                    <a:pt x="30" y="49"/>
                    <a:pt x="29" y="48"/>
                  </a:cubicBezTo>
                  <a:cubicBezTo>
                    <a:pt x="29" y="47"/>
                    <a:pt x="28" y="46"/>
                    <a:pt x="28" y="45"/>
                  </a:cubicBezTo>
                  <a:cubicBezTo>
                    <a:pt x="28" y="41"/>
                    <a:pt x="30" y="39"/>
                    <a:pt x="33" y="37"/>
                  </a:cubicBezTo>
                  <a:cubicBezTo>
                    <a:pt x="36" y="35"/>
                    <a:pt x="38" y="32"/>
                    <a:pt x="40" y="30"/>
                  </a:cubicBezTo>
                  <a:cubicBezTo>
                    <a:pt x="42" y="27"/>
                    <a:pt x="43" y="23"/>
                    <a:pt x="43" y="19"/>
                  </a:cubicBezTo>
                  <a:cubicBezTo>
                    <a:pt x="43" y="8"/>
                    <a:pt x="34" y="0"/>
                    <a:pt x="23" y="0"/>
                  </a:cubicBezTo>
                  <a:cubicBezTo>
                    <a:pt x="12" y="0"/>
                    <a:pt x="3" y="8"/>
                    <a:pt x="3" y="19"/>
                  </a:cubicBezTo>
                  <a:cubicBezTo>
                    <a:pt x="3" y="24"/>
                    <a:pt x="5" y="29"/>
                    <a:pt x="7" y="32"/>
                  </a:cubicBezTo>
                  <a:cubicBezTo>
                    <a:pt x="9" y="34"/>
                    <a:pt x="11" y="35"/>
                    <a:pt x="12" y="36"/>
                  </a:cubicBezTo>
                  <a:cubicBezTo>
                    <a:pt x="14" y="38"/>
                    <a:pt x="16" y="38"/>
                    <a:pt x="17" y="40"/>
                  </a:cubicBezTo>
                  <a:cubicBezTo>
                    <a:pt x="18" y="42"/>
                    <a:pt x="18" y="43"/>
                    <a:pt x="18" y="44"/>
                  </a:cubicBezTo>
                  <a:cubicBezTo>
                    <a:pt x="17" y="46"/>
                    <a:pt x="17" y="47"/>
                    <a:pt x="16" y="48"/>
                  </a:cubicBezTo>
                  <a:cubicBezTo>
                    <a:pt x="15" y="49"/>
                    <a:pt x="14" y="49"/>
                    <a:pt x="13" y="49"/>
                  </a:cubicBezTo>
                  <a:cubicBezTo>
                    <a:pt x="11" y="49"/>
                    <a:pt x="2" y="49"/>
                    <a:pt x="0" y="5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98" name="Google Shape;98;p1"/>
            <p:cNvSpPr/>
            <p:nvPr/>
          </p:nvSpPr>
          <p:spPr>
            <a:xfrm>
              <a:off x="3437327" y="2276840"/>
              <a:ext cx="270967" cy="259595"/>
            </a:xfrm>
            <a:custGeom>
              <a:avLst/>
              <a:gdLst/>
              <a:ahLst/>
              <a:cxnLst/>
              <a:rect l="l" t="t" r="r" b="b"/>
              <a:pathLst>
                <a:path w="71" h="66" extrusionOk="0">
                  <a:moveTo>
                    <a:pt x="39" y="2"/>
                  </a:moveTo>
                  <a:cubicBezTo>
                    <a:pt x="64" y="25"/>
                    <a:pt x="64" y="25"/>
                    <a:pt x="64" y="25"/>
                  </a:cubicBezTo>
                  <a:cubicBezTo>
                    <a:pt x="69" y="29"/>
                    <a:pt x="71" y="35"/>
                    <a:pt x="71" y="42"/>
                  </a:cubicBezTo>
                  <a:cubicBezTo>
                    <a:pt x="71" y="55"/>
                    <a:pt x="60" y="66"/>
                    <a:pt x="47" y="66"/>
                  </a:cubicBezTo>
                  <a:cubicBezTo>
                    <a:pt x="40" y="66"/>
                    <a:pt x="34" y="64"/>
                    <a:pt x="30" y="59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3" y="32"/>
                    <a:pt x="0" y="26"/>
                    <a:pt x="0" y="20"/>
                  </a:cubicBezTo>
                  <a:cubicBezTo>
                    <a:pt x="0" y="15"/>
                    <a:pt x="2" y="11"/>
                    <a:pt x="4" y="7"/>
                  </a:cubicBezTo>
                  <a:cubicBezTo>
                    <a:pt x="5" y="5"/>
                    <a:pt x="6" y="4"/>
                    <a:pt x="8" y="3"/>
                  </a:cubicBezTo>
                  <a:cubicBezTo>
                    <a:pt x="9" y="1"/>
                    <a:pt x="11" y="0"/>
                    <a:pt x="13" y="0"/>
                  </a:cubicBezTo>
                  <a:cubicBezTo>
                    <a:pt x="15" y="1"/>
                    <a:pt x="16" y="1"/>
                    <a:pt x="17" y="3"/>
                  </a:cubicBezTo>
                  <a:cubicBezTo>
                    <a:pt x="20" y="5"/>
                    <a:pt x="20" y="10"/>
                    <a:pt x="17" y="12"/>
                  </a:cubicBezTo>
                  <a:cubicBezTo>
                    <a:pt x="13" y="16"/>
                    <a:pt x="13" y="23"/>
                    <a:pt x="17" y="27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4" y="53"/>
                    <a:pt x="50" y="53"/>
                    <a:pt x="54" y="49"/>
                  </a:cubicBezTo>
                  <a:cubicBezTo>
                    <a:pt x="58" y="45"/>
                    <a:pt x="58" y="39"/>
                    <a:pt x="54" y="35"/>
                  </a:cubicBezTo>
                  <a:cubicBezTo>
                    <a:pt x="54" y="35"/>
                    <a:pt x="54" y="35"/>
                    <a:pt x="54" y="35"/>
                  </a:cubicBezTo>
                  <a:cubicBezTo>
                    <a:pt x="36" y="17"/>
                    <a:pt x="36" y="17"/>
                    <a:pt x="36" y="17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99" name="Google Shape;99;p1"/>
            <p:cNvSpPr/>
            <p:nvPr/>
          </p:nvSpPr>
          <p:spPr>
            <a:xfrm>
              <a:off x="3301189" y="2115946"/>
              <a:ext cx="281439" cy="274467"/>
            </a:xfrm>
            <a:custGeom>
              <a:avLst/>
              <a:gdLst/>
              <a:ahLst/>
              <a:cxnLst/>
              <a:rect l="l" t="t" r="r" b="b"/>
              <a:pathLst>
                <a:path w="74" h="70" extrusionOk="0">
                  <a:moveTo>
                    <a:pt x="38" y="70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0" y="35"/>
                    <a:pt x="0" y="19"/>
                    <a:pt x="10" y="10"/>
                  </a:cubicBezTo>
                  <a:cubicBezTo>
                    <a:pt x="19" y="0"/>
                    <a:pt x="35" y="0"/>
                    <a:pt x="44" y="10"/>
                  </a:cubicBezTo>
                  <a:cubicBezTo>
                    <a:pt x="49" y="15"/>
                    <a:pt x="54" y="20"/>
                    <a:pt x="60" y="25"/>
                  </a:cubicBezTo>
                  <a:cubicBezTo>
                    <a:pt x="66" y="32"/>
                    <a:pt x="73" y="38"/>
                    <a:pt x="74" y="48"/>
                  </a:cubicBezTo>
                  <a:cubicBezTo>
                    <a:pt x="74" y="55"/>
                    <a:pt x="71" y="62"/>
                    <a:pt x="67" y="67"/>
                  </a:cubicBezTo>
                  <a:cubicBezTo>
                    <a:pt x="65" y="68"/>
                    <a:pt x="63" y="69"/>
                    <a:pt x="61" y="69"/>
                  </a:cubicBezTo>
                  <a:cubicBezTo>
                    <a:pt x="60" y="68"/>
                    <a:pt x="58" y="68"/>
                    <a:pt x="57" y="67"/>
                  </a:cubicBezTo>
                  <a:cubicBezTo>
                    <a:pt x="54" y="64"/>
                    <a:pt x="54" y="60"/>
                    <a:pt x="57" y="57"/>
                  </a:cubicBezTo>
                  <a:cubicBezTo>
                    <a:pt x="61" y="53"/>
                    <a:pt x="61" y="46"/>
                    <a:pt x="57" y="42"/>
                  </a:cubicBezTo>
                  <a:cubicBezTo>
                    <a:pt x="51" y="36"/>
                    <a:pt x="51" y="36"/>
                    <a:pt x="51" y="36"/>
                  </a:cubicBezTo>
                  <a:cubicBezTo>
                    <a:pt x="51" y="36"/>
                    <a:pt x="51" y="36"/>
                    <a:pt x="51" y="36"/>
                  </a:cubicBezTo>
                  <a:cubicBezTo>
                    <a:pt x="35" y="20"/>
                    <a:pt x="35" y="20"/>
                    <a:pt x="35" y="20"/>
                  </a:cubicBezTo>
                  <a:cubicBezTo>
                    <a:pt x="31" y="16"/>
                    <a:pt x="24" y="16"/>
                    <a:pt x="20" y="20"/>
                  </a:cubicBezTo>
                  <a:cubicBezTo>
                    <a:pt x="16" y="24"/>
                    <a:pt x="16" y="31"/>
                    <a:pt x="20" y="35"/>
                  </a:cubicBezTo>
                  <a:cubicBezTo>
                    <a:pt x="37" y="51"/>
                    <a:pt x="37" y="51"/>
                    <a:pt x="37" y="5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00" name="Google Shape;100;p1"/>
            <p:cNvSpPr/>
            <p:nvPr/>
          </p:nvSpPr>
          <p:spPr>
            <a:xfrm>
              <a:off x="3387584" y="4102117"/>
              <a:ext cx="233006" cy="250130"/>
            </a:xfrm>
            <a:custGeom>
              <a:avLst/>
              <a:gdLst/>
              <a:ahLst/>
              <a:cxnLst/>
              <a:rect l="l" t="t" r="r" b="b"/>
              <a:pathLst>
                <a:path w="61" h="64" extrusionOk="0">
                  <a:moveTo>
                    <a:pt x="0" y="56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5" y="0"/>
                    <a:pt x="9" y="2"/>
                  </a:cubicBezTo>
                  <a:cubicBezTo>
                    <a:pt x="16" y="5"/>
                    <a:pt x="23" y="9"/>
                    <a:pt x="30" y="13"/>
                  </a:cubicBezTo>
                  <a:cubicBezTo>
                    <a:pt x="39" y="17"/>
                    <a:pt x="48" y="22"/>
                    <a:pt x="58" y="26"/>
                  </a:cubicBezTo>
                  <a:cubicBezTo>
                    <a:pt x="60" y="27"/>
                    <a:pt x="61" y="29"/>
                    <a:pt x="61" y="32"/>
                  </a:cubicBezTo>
                  <a:cubicBezTo>
                    <a:pt x="61" y="34"/>
                    <a:pt x="60" y="36"/>
                    <a:pt x="58" y="37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5" y="64"/>
                    <a:pt x="0" y="60"/>
                    <a:pt x="0" y="5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01" name="Google Shape;101;p1"/>
            <p:cNvSpPr/>
            <p:nvPr/>
          </p:nvSpPr>
          <p:spPr>
            <a:xfrm>
              <a:off x="3259300" y="3999361"/>
              <a:ext cx="441140" cy="447530"/>
            </a:xfrm>
            <a:custGeom>
              <a:avLst/>
              <a:gdLst/>
              <a:ahLst/>
              <a:cxnLst/>
              <a:rect l="l" t="t" r="r" b="b"/>
              <a:pathLst>
                <a:path w="116" h="114" extrusionOk="0">
                  <a:moveTo>
                    <a:pt x="59" y="0"/>
                  </a:moveTo>
                  <a:cubicBezTo>
                    <a:pt x="59" y="0"/>
                    <a:pt x="60" y="0"/>
                    <a:pt x="62" y="0"/>
                  </a:cubicBezTo>
                  <a:cubicBezTo>
                    <a:pt x="64" y="0"/>
                    <a:pt x="65" y="0"/>
                    <a:pt x="67" y="1"/>
                  </a:cubicBezTo>
                  <a:cubicBezTo>
                    <a:pt x="69" y="1"/>
                    <a:pt x="71" y="1"/>
                    <a:pt x="74" y="2"/>
                  </a:cubicBezTo>
                  <a:cubicBezTo>
                    <a:pt x="78" y="3"/>
                    <a:pt x="84" y="5"/>
                    <a:pt x="90" y="9"/>
                  </a:cubicBezTo>
                  <a:cubicBezTo>
                    <a:pt x="95" y="13"/>
                    <a:pt x="101" y="18"/>
                    <a:pt x="106" y="25"/>
                  </a:cubicBezTo>
                  <a:cubicBezTo>
                    <a:pt x="111" y="32"/>
                    <a:pt x="114" y="40"/>
                    <a:pt x="115" y="50"/>
                  </a:cubicBezTo>
                  <a:cubicBezTo>
                    <a:pt x="116" y="52"/>
                    <a:pt x="116" y="55"/>
                    <a:pt x="116" y="57"/>
                  </a:cubicBezTo>
                  <a:cubicBezTo>
                    <a:pt x="116" y="60"/>
                    <a:pt x="116" y="62"/>
                    <a:pt x="115" y="65"/>
                  </a:cubicBezTo>
                  <a:cubicBezTo>
                    <a:pt x="115" y="70"/>
                    <a:pt x="113" y="75"/>
                    <a:pt x="111" y="80"/>
                  </a:cubicBezTo>
                  <a:cubicBezTo>
                    <a:pt x="109" y="84"/>
                    <a:pt x="106" y="89"/>
                    <a:pt x="103" y="93"/>
                  </a:cubicBezTo>
                  <a:cubicBezTo>
                    <a:pt x="99" y="97"/>
                    <a:pt x="95" y="101"/>
                    <a:pt x="91" y="104"/>
                  </a:cubicBezTo>
                  <a:cubicBezTo>
                    <a:pt x="86" y="107"/>
                    <a:pt x="81" y="110"/>
                    <a:pt x="76" y="112"/>
                  </a:cubicBezTo>
                  <a:cubicBezTo>
                    <a:pt x="70" y="113"/>
                    <a:pt x="65" y="114"/>
                    <a:pt x="59" y="114"/>
                  </a:cubicBezTo>
                  <a:cubicBezTo>
                    <a:pt x="57" y="114"/>
                    <a:pt x="56" y="114"/>
                    <a:pt x="55" y="114"/>
                  </a:cubicBezTo>
                  <a:cubicBezTo>
                    <a:pt x="53" y="114"/>
                    <a:pt x="52" y="114"/>
                    <a:pt x="51" y="114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5" y="112"/>
                    <a:pt x="44" y="112"/>
                    <a:pt x="42" y="112"/>
                  </a:cubicBezTo>
                  <a:cubicBezTo>
                    <a:pt x="37" y="110"/>
                    <a:pt x="32" y="108"/>
                    <a:pt x="27" y="104"/>
                  </a:cubicBezTo>
                  <a:cubicBezTo>
                    <a:pt x="25" y="103"/>
                    <a:pt x="23" y="101"/>
                    <a:pt x="21" y="99"/>
                  </a:cubicBezTo>
                  <a:cubicBezTo>
                    <a:pt x="19" y="97"/>
                    <a:pt x="17" y="95"/>
                    <a:pt x="15" y="93"/>
                  </a:cubicBezTo>
                  <a:cubicBezTo>
                    <a:pt x="12" y="89"/>
                    <a:pt x="9" y="85"/>
                    <a:pt x="7" y="80"/>
                  </a:cubicBezTo>
                  <a:cubicBezTo>
                    <a:pt x="2" y="70"/>
                    <a:pt x="0" y="60"/>
                    <a:pt x="2" y="50"/>
                  </a:cubicBezTo>
                  <a:cubicBezTo>
                    <a:pt x="3" y="41"/>
                    <a:pt x="6" y="32"/>
                    <a:pt x="11" y="25"/>
                  </a:cubicBezTo>
                  <a:cubicBezTo>
                    <a:pt x="12" y="23"/>
                    <a:pt x="14" y="22"/>
                    <a:pt x="15" y="20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7" y="18"/>
                    <a:pt x="17" y="18"/>
                  </a:cubicBezTo>
                  <a:cubicBezTo>
                    <a:pt x="18" y="17"/>
                    <a:pt x="18" y="17"/>
                    <a:pt x="19" y="16"/>
                  </a:cubicBezTo>
                  <a:cubicBezTo>
                    <a:pt x="20" y="15"/>
                    <a:pt x="21" y="14"/>
                    <a:pt x="23" y="13"/>
                  </a:cubicBezTo>
                  <a:cubicBezTo>
                    <a:pt x="24" y="12"/>
                    <a:pt x="26" y="10"/>
                    <a:pt x="27" y="9"/>
                  </a:cubicBezTo>
                  <a:cubicBezTo>
                    <a:pt x="29" y="8"/>
                    <a:pt x="30" y="8"/>
                    <a:pt x="32" y="7"/>
                  </a:cubicBezTo>
                  <a:cubicBezTo>
                    <a:pt x="33" y="6"/>
                    <a:pt x="34" y="6"/>
                    <a:pt x="36" y="5"/>
                  </a:cubicBezTo>
                  <a:cubicBezTo>
                    <a:pt x="39" y="4"/>
                    <a:pt x="41" y="3"/>
                    <a:pt x="43" y="2"/>
                  </a:cubicBezTo>
                  <a:cubicBezTo>
                    <a:pt x="48" y="1"/>
                    <a:pt x="52" y="0"/>
                    <a:pt x="54" y="0"/>
                  </a:cubicBezTo>
                  <a:cubicBezTo>
                    <a:pt x="56" y="0"/>
                    <a:pt x="57" y="0"/>
                    <a:pt x="57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60" y="0"/>
                    <a:pt x="60" y="1"/>
                    <a:pt x="61" y="2"/>
                  </a:cubicBezTo>
                  <a:cubicBezTo>
                    <a:pt x="61" y="3"/>
                    <a:pt x="60" y="4"/>
                    <a:pt x="59" y="4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7" y="4"/>
                    <a:pt x="56" y="4"/>
                    <a:pt x="55" y="4"/>
                  </a:cubicBezTo>
                  <a:cubicBezTo>
                    <a:pt x="52" y="5"/>
                    <a:pt x="49" y="5"/>
                    <a:pt x="45" y="7"/>
                  </a:cubicBezTo>
                  <a:cubicBezTo>
                    <a:pt x="42" y="7"/>
                    <a:pt x="40" y="8"/>
                    <a:pt x="38" y="9"/>
                  </a:cubicBezTo>
                  <a:cubicBezTo>
                    <a:pt x="36" y="10"/>
                    <a:pt x="35" y="10"/>
                    <a:pt x="34" y="11"/>
                  </a:cubicBezTo>
                  <a:cubicBezTo>
                    <a:pt x="33" y="12"/>
                    <a:pt x="31" y="12"/>
                    <a:pt x="30" y="13"/>
                  </a:cubicBezTo>
                  <a:cubicBezTo>
                    <a:pt x="29" y="14"/>
                    <a:pt x="28" y="15"/>
                    <a:pt x="26" y="16"/>
                  </a:cubicBezTo>
                  <a:cubicBezTo>
                    <a:pt x="25" y="17"/>
                    <a:pt x="24" y="18"/>
                    <a:pt x="22" y="20"/>
                  </a:cubicBezTo>
                  <a:cubicBezTo>
                    <a:pt x="22" y="20"/>
                    <a:pt x="21" y="21"/>
                    <a:pt x="20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8" y="25"/>
                    <a:pt x="16" y="26"/>
                    <a:pt x="15" y="28"/>
                  </a:cubicBezTo>
                  <a:cubicBezTo>
                    <a:pt x="11" y="34"/>
                    <a:pt x="8" y="42"/>
                    <a:pt x="7" y="51"/>
                  </a:cubicBezTo>
                  <a:cubicBezTo>
                    <a:pt x="6" y="60"/>
                    <a:pt x="8" y="69"/>
                    <a:pt x="12" y="77"/>
                  </a:cubicBezTo>
                  <a:cubicBezTo>
                    <a:pt x="14" y="82"/>
                    <a:pt x="16" y="86"/>
                    <a:pt x="20" y="90"/>
                  </a:cubicBezTo>
                  <a:cubicBezTo>
                    <a:pt x="21" y="92"/>
                    <a:pt x="23" y="93"/>
                    <a:pt x="25" y="95"/>
                  </a:cubicBezTo>
                  <a:cubicBezTo>
                    <a:pt x="27" y="97"/>
                    <a:pt x="28" y="98"/>
                    <a:pt x="31" y="100"/>
                  </a:cubicBezTo>
                  <a:cubicBezTo>
                    <a:pt x="35" y="103"/>
                    <a:pt x="39" y="105"/>
                    <a:pt x="44" y="106"/>
                  </a:cubicBezTo>
                  <a:cubicBezTo>
                    <a:pt x="45" y="106"/>
                    <a:pt x="46" y="107"/>
                    <a:pt x="48" y="107"/>
                  </a:cubicBezTo>
                  <a:cubicBezTo>
                    <a:pt x="51" y="108"/>
                    <a:pt x="51" y="108"/>
                    <a:pt x="51" y="108"/>
                  </a:cubicBezTo>
                  <a:cubicBezTo>
                    <a:pt x="54" y="108"/>
                    <a:pt x="57" y="108"/>
                    <a:pt x="59" y="108"/>
                  </a:cubicBezTo>
                  <a:cubicBezTo>
                    <a:pt x="64" y="108"/>
                    <a:pt x="69" y="107"/>
                    <a:pt x="74" y="106"/>
                  </a:cubicBezTo>
                  <a:cubicBezTo>
                    <a:pt x="79" y="104"/>
                    <a:pt x="83" y="102"/>
                    <a:pt x="87" y="99"/>
                  </a:cubicBezTo>
                  <a:cubicBezTo>
                    <a:pt x="91" y="97"/>
                    <a:pt x="95" y="93"/>
                    <a:pt x="98" y="90"/>
                  </a:cubicBezTo>
                  <a:cubicBezTo>
                    <a:pt x="101" y="86"/>
                    <a:pt x="104" y="82"/>
                    <a:pt x="106" y="77"/>
                  </a:cubicBezTo>
                  <a:cubicBezTo>
                    <a:pt x="108" y="73"/>
                    <a:pt x="109" y="68"/>
                    <a:pt x="110" y="64"/>
                  </a:cubicBezTo>
                  <a:cubicBezTo>
                    <a:pt x="110" y="62"/>
                    <a:pt x="110" y="59"/>
                    <a:pt x="110" y="57"/>
                  </a:cubicBezTo>
                  <a:cubicBezTo>
                    <a:pt x="110" y="55"/>
                    <a:pt x="110" y="53"/>
                    <a:pt x="110" y="51"/>
                  </a:cubicBezTo>
                  <a:cubicBezTo>
                    <a:pt x="109" y="42"/>
                    <a:pt x="106" y="34"/>
                    <a:pt x="102" y="28"/>
                  </a:cubicBezTo>
                  <a:cubicBezTo>
                    <a:pt x="97" y="21"/>
                    <a:pt x="92" y="17"/>
                    <a:pt x="87" y="13"/>
                  </a:cubicBezTo>
                  <a:cubicBezTo>
                    <a:pt x="82" y="9"/>
                    <a:pt x="77" y="8"/>
                    <a:pt x="72" y="6"/>
                  </a:cubicBezTo>
                  <a:cubicBezTo>
                    <a:pt x="70" y="6"/>
                    <a:pt x="68" y="5"/>
                    <a:pt x="67" y="5"/>
                  </a:cubicBezTo>
                  <a:cubicBezTo>
                    <a:pt x="65" y="5"/>
                    <a:pt x="63" y="4"/>
                    <a:pt x="62" y="4"/>
                  </a:cubicBezTo>
                  <a:cubicBezTo>
                    <a:pt x="60" y="4"/>
                    <a:pt x="58" y="4"/>
                    <a:pt x="58" y="4"/>
                  </a:cubicBezTo>
                  <a:cubicBezTo>
                    <a:pt x="57" y="4"/>
                    <a:pt x="56" y="3"/>
                    <a:pt x="56" y="2"/>
                  </a:cubicBezTo>
                  <a:cubicBezTo>
                    <a:pt x="56" y="1"/>
                    <a:pt x="57" y="0"/>
                    <a:pt x="5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02" name="Google Shape;102;p1"/>
            <p:cNvSpPr/>
            <p:nvPr/>
          </p:nvSpPr>
          <p:spPr>
            <a:xfrm>
              <a:off x="3456963" y="4011530"/>
              <a:ext cx="295839" cy="443475"/>
            </a:xfrm>
            <a:custGeom>
              <a:avLst/>
              <a:gdLst/>
              <a:ahLst/>
              <a:cxnLst/>
              <a:rect l="l" t="t" r="r" b="b"/>
              <a:pathLst>
                <a:path w="78" h="113" extrusionOk="0">
                  <a:moveTo>
                    <a:pt x="25" y="0"/>
                  </a:moveTo>
                  <a:cubicBezTo>
                    <a:pt x="25" y="0"/>
                    <a:pt x="25" y="0"/>
                    <a:pt x="27" y="0"/>
                  </a:cubicBezTo>
                  <a:cubicBezTo>
                    <a:pt x="28" y="0"/>
                    <a:pt x="30" y="0"/>
                    <a:pt x="33" y="1"/>
                  </a:cubicBezTo>
                  <a:cubicBezTo>
                    <a:pt x="38" y="2"/>
                    <a:pt x="45" y="5"/>
                    <a:pt x="53" y="10"/>
                  </a:cubicBezTo>
                  <a:cubicBezTo>
                    <a:pt x="56" y="12"/>
                    <a:pt x="60" y="15"/>
                    <a:pt x="64" y="19"/>
                  </a:cubicBezTo>
                  <a:cubicBezTo>
                    <a:pt x="67" y="23"/>
                    <a:pt x="70" y="28"/>
                    <a:pt x="73" y="33"/>
                  </a:cubicBezTo>
                  <a:cubicBezTo>
                    <a:pt x="75" y="38"/>
                    <a:pt x="77" y="44"/>
                    <a:pt x="77" y="50"/>
                  </a:cubicBezTo>
                  <a:cubicBezTo>
                    <a:pt x="77" y="51"/>
                    <a:pt x="78" y="53"/>
                    <a:pt x="78" y="54"/>
                  </a:cubicBezTo>
                  <a:cubicBezTo>
                    <a:pt x="78" y="55"/>
                    <a:pt x="78" y="56"/>
                    <a:pt x="78" y="57"/>
                  </a:cubicBezTo>
                  <a:cubicBezTo>
                    <a:pt x="78" y="59"/>
                    <a:pt x="78" y="59"/>
                    <a:pt x="78" y="59"/>
                  </a:cubicBezTo>
                  <a:cubicBezTo>
                    <a:pt x="77" y="62"/>
                    <a:pt x="77" y="65"/>
                    <a:pt x="76" y="68"/>
                  </a:cubicBezTo>
                  <a:cubicBezTo>
                    <a:pt x="74" y="80"/>
                    <a:pt x="67" y="91"/>
                    <a:pt x="58" y="98"/>
                  </a:cubicBezTo>
                  <a:cubicBezTo>
                    <a:pt x="50" y="105"/>
                    <a:pt x="40" y="110"/>
                    <a:pt x="31" y="112"/>
                  </a:cubicBezTo>
                  <a:cubicBezTo>
                    <a:pt x="27" y="113"/>
                    <a:pt x="23" y="113"/>
                    <a:pt x="19" y="113"/>
                  </a:cubicBezTo>
                  <a:cubicBezTo>
                    <a:pt x="17" y="113"/>
                    <a:pt x="15" y="113"/>
                    <a:pt x="14" y="113"/>
                  </a:cubicBezTo>
                  <a:cubicBezTo>
                    <a:pt x="12" y="112"/>
                    <a:pt x="11" y="112"/>
                    <a:pt x="9" y="112"/>
                  </a:cubicBezTo>
                  <a:cubicBezTo>
                    <a:pt x="4" y="111"/>
                    <a:pt x="2" y="111"/>
                    <a:pt x="2" y="111"/>
                  </a:cubicBezTo>
                  <a:cubicBezTo>
                    <a:pt x="0" y="110"/>
                    <a:pt x="0" y="109"/>
                    <a:pt x="0" y="108"/>
                  </a:cubicBezTo>
                  <a:cubicBezTo>
                    <a:pt x="0" y="107"/>
                    <a:pt x="1" y="106"/>
                    <a:pt x="2" y="106"/>
                  </a:cubicBezTo>
                  <a:cubicBezTo>
                    <a:pt x="2" y="106"/>
                    <a:pt x="5" y="107"/>
                    <a:pt x="10" y="108"/>
                  </a:cubicBezTo>
                  <a:cubicBezTo>
                    <a:pt x="11" y="108"/>
                    <a:pt x="13" y="108"/>
                    <a:pt x="14" y="108"/>
                  </a:cubicBezTo>
                  <a:cubicBezTo>
                    <a:pt x="16" y="108"/>
                    <a:pt x="17" y="108"/>
                    <a:pt x="19" y="108"/>
                  </a:cubicBezTo>
                  <a:cubicBezTo>
                    <a:pt x="22" y="108"/>
                    <a:pt x="26" y="108"/>
                    <a:pt x="30" y="107"/>
                  </a:cubicBezTo>
                  <a:cubicBezTo>
                    <a:pt x="38" y="105"/>
                    <a:pt x="47" y="101"/>
                    <a:pt x="55" y="94"/>
                  </a:cubicBezTo>
                  <a:cubicBezTo>
                    <a:pt x="62" y="87"/>
                    <a:pt x="68" y="77"/>
                    <a:pt x="71" y="67"/>
                  </a:cubicBezTo>
                  <a:cubicBezTo>
                    <a:pt x="71" y="64"/>
                    <a:pt x="71" y="61"/>
                    <a:pt x="72" y="59"/>
                  </a:cubicBezTo>
                  <a:cubicBezTo>
                    <a:pt x="72" y="56"/>
                    <a:pt x="72" y="56"/>
                    <a:pt x="72" y="56"/>
                  </a:cubicBezTo>
                  <a:cubicBezTo>
                    <a:pt x="72" y="56"/>
                    <a:pt x="72" y="55"/>
                    <a:pt x="72" y="54"/>
                  </a:cubicBezTo>
                  <a:cubicBezTo>
                    <a:pt x="72" y="53"/>
                    <a:pt x="71" y="52"/>
                    <a:pt x="71" y="50"/>
                  </a:cubicBezTo>
                  <a:cubicBezTo>
                    <a:pt x="71" y="45"/>
                    <a:pt x="69" y="40"/>
                    <a:pt x="67" y="35"/>
                  </a:cubicBezTo>
                  <a:cubicBezTo>
                    <a:pt x="63" y="26"/>
                    <a:pt x="56" y="19"/>
                    <a:pt x="50" y="14"/>
                  </a:cubicBezTo>
                  <a:cubicBezTo>
                    <a:pt x="43" y="9"/>
                    <a:pt x="36" y="7"/>
                    <a:pt x="32" y="5"/>
                  </a:cubicBezTo>
                  <a:cubicBezTo>
                    <a:pt x="29" y="5"/>
                    <a:pt x="28" y="4"/>
                    <a:pt x="26" y="4"/>
                  </a:cubicBezTo>
                  <a:cubicBezTo>
                    <a:pt x="25" y="4"/>
                    <a:pt x="24" y="4"/>
                    <a:pt x="24" y="4"/>
                  </a:cubicBezTo>
                  <a:cubicBezTo>
                    <a:pt x="23" y="4"/>
                    <a:pt x="22" y="3"/>
                    <a:pt x="22" y="1"/>
                  </a:cubicBezTo>
                  <a:cubicBezTo>
                    <a:pt x="23" y="0"/>
                    <a:pt x="24" y="0"/>
                    <a:pt x="2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03" name="Google Shape;103;p1"/>
            <p:cNvSpPr/>
            <p:nvPr/>
          </p:nvSpPr>
          <p:spPr>
            <a:xfrm>
              <a:off x="3996279" y="1880688"/>
              <a:ext cx="354744" cy="373168"/>
            </a:xfrm>
            <a:custGeom>
              <a:avLst/>
              <a:gdLst/>
              <a:ahLst/>
              <a:cxnLst/>
              <a:rect l="l" t="t" r="r" b="b"/>
              <a:pathLst>
                <a:path w="93" h="95" extrusionOk="0">
                  <a:moveTo>
                    <a:pt x="60" y="2"/>
                  </a:moveTo>
                  <a:cubicBezTo>
                    <a:pt x="60" y="2"/>
                    <a:pt x="60" y="2"/>
                    <a:pt x="59" y="2"/>
                  </a:cubicBezTo>
                  <a:cubicBezTo>
                    <a:pt x="45" y="0"/>
                    <a:pt x="31" y="9"/>
                    <a:pt x="26" y="22"/>
                  </a:cubicBezTo>
                  <a:cubicBezTo>
                    <a:pt x="24" y="28"/>
                    <a:pt x="24" y="34"/>
                    <a:pt x="22" y="40"/>
                  </a:cubicBezTo>
                  <a:cubicBezTo>
                    <a:pt x="20" y="46"/>
                    <a:pt x="16" y="51"/>
                    <a:pt x="11" y="55"/>
                  </a:cubicBezTo>
                  <a:cubicBezTo>
                    <a:pt x="8" y="57"/>
                    <a:pt x="6" y="58"/>
                    <a:pt x="3" y="60"/>
                  </a:cubicBezTo>
                  <a:cubicBezTo>
                    <a:pt x="1" y="62"/>
                    <a:pt x="0" y="65"/>
                    <a:pt x="0" y="68"/>
                  </a:cubicBezTo>
                  <a:cubicBezTo>
                    <a:pt x="1" y="74"/>
                    <a:pt x="10" y="74"/>
                    <a:pt x="15" y="75"/>
                  </a:cubicBezTo>
                  <a:cubicBezTo>
                    <a:pt x="22" y="77"/>
                    <a:pt x="57" y="86"/>
                    <a:pt x="67" y="89"/>
                  </a:cubicBezTo>
                  <a:cubicBezTo>
                    <a:pt x="72" y="90"/>
                    <a:pt x="77" y="91"/>
                    <a:pt x="81" y="92"/>
                  </a:cubicBezTo>
                  <a:cubicBezTo>
                    <a:pt x="84" y="94"/>
                    <a:pt x="88" y="95"/>
                    <a:pt x="91" y="92"/>
                  </a:cubicBezTo>
                  <a:cubicBezTo>
                    <a:pt x="93" y="90"/>
                    <a:pt x="93" y="86"/>
                    <a:pt x="92" y="83"/>
                  </a:cubicBezTo>
                  <a:cubicBezTo>
                    <a:pt x="91" y="80"/>
                    <a:pt x="89" y="78"/>
                    <a:pt x="88" y="75"/>
                  </a:cubicBezTo>
                  <a:cubicBezTo>
                    <a:pt x="85" y="69"/>
                    <a:pt x="84" y="63"/>
                    <a:pt x="85" y="56"/>
                  </a:cubicBezTo>
                  <a:cubicBezTo>
                    <a:pt x="86" y="51"/>
                    <a:pt x="89" y="45"/>
                    <a:pt x="90" y="39"/>
                  </a:cubicBezTo>
                  <a:cubicBezTo>
                    <a:pt x="93" y="25"/>
                    <a:pt x="84" y="10"/>
                    <a:pt x="71" y="5"/>
                  </a:cubicBezTo>
                  <a:lnTo>
                    <a:pt x="60" y="2"/>
                  </a:ln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04" name="Google Shape;104;p1"/>
            <p:cNvSpPr/>
            <p:nvPr/>
          </p:nvSpPr>
          <p:spPr>
            <a:xfrm>
              <a:off x="4103619" y="2190308"/>
              <a:ext cx="121739" cy="82475"/>
            </a:xfrm>
            <a:custGeom>
              <a:avLst/>
              <a:gdLst/>
              <a:ahLst/>
              <a:cxnLst/>
              <a:rect l="l" t="t" r="r" b="b"/>
              <a:pathLst>
                <a:path w="32" h="21" extrusionOk="0">
                  <a:moveTo>
                    <a:pt x="2" y="0"/>
                  </a:moveTo>
                  <a:cubicBezTo>
                    <a:pt x="0" y="5"/>
                    <a:pt x="2" y="11"/>
                    <a:pt x="6" y="15"/>
                  </a:cubicBezTo>
                  <a:cubicBezTo>
                    <a:pt x="10" y="19"/>
                    <a:pt x="16" y="21"/>
                    <a:pt x="21" y="19"/>
                  </a:cubicBezTo>
                  <a:cubicBezTo>
                    <a:pt x="26" y="18"/>
                    <a:pt x="31" y="13"/>
                    <a:pt x="32" y="8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05" name="Google Shape;105;p1"/>
            <p:cNvSpPr/>
            <p:nvPr/>
          </p:nvSpPr>
          <p:spPr>
            <a:xfrm>
              <a:off x="4233212" y="1767115"/>
              <a:ext cx="60215" cy="128445"/>
            </a:xfrm>
            <a:custGeom>
              <a:avLst/>
              <a:gdLst/>
              <a:ahLst/>
              <a:cxnLst/>
              <a:rect l="l" t="t" r="r" b="b"/>
              <a:pathLst>
                <a:path w="16" h="33" extrusionOk="0">
                  <a:moveTo>
                    <a:pt x="0" y="31"/>
                  </a:moveTo>
                  <a:cubicBezTo>
                    <a:pt x="1" y="22"/>
                    <a:pt x="3" y="15"/>
                    <a:pt x="6" y="7"/>
                  </a:cubicBezTo>
                  <a:cubicBezTo>
                    <a:pt x="6" y="5"/>
                    <a:pt x="7" y="3"/>
                    <a:pt x="8" y="2"/>
                  </a:cubicBezTo>
                  <a:cubicBezTo>
                    <a:pt x="9" y="1"/>
                    <a:pt x="11" y="0"/>
                    <a:pt x="13" y="1"/>
                  </a:cubicBezTo>
                  <a:cubicBezTo>
                    <a:pt x="14" y="1"/>
                    <a:pt x="15" y="3"/>
                    <a:pt x="15" y="4"/>
                  </a:cubicBezTo>
                  <a:cubicBezTo>
                    <a:pt x="15" y="6"/>
                    <a:pt x="16" y="8"/>
                    <a:pt x="16" y="9"/>
                  </a:cubicBezTo>
                  <a:cubicBezTo>
                    <a:pt x="16" y="18"/>
                    <a:pt x="13" y="27"/>
                    <a:pt x="8" y="33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06" name="Google Shape;106;p1"/>
            <p:cNvSpPr/>
            <p:nvPr/>
          </p:nvSpPr>
          <p:spPr>
            <a:xfrm>
              <a:off x="4004134" y="2241687"/>
              <a:ext cx="53669" cy="47322"/>
            </a:xfrm>
            <a:custGeom>
              <a:avLst/>
              <a:gdLst/>
              <a:ahLst/>
              <a:cxnLst/>
              <a:rect l="l" t="t" r="r" b="b"/>
              <a:pathLst>
                <a:path w="14" h="12" extrusionOk="0">
                  <a:moveTo>
                    <a:pt x="14" y="0"/>
                  </a:moveTo>
                  <a:cubicBezTo>
                    <a:pt x="9" y="4"/>
                    <a:pt x="5" y="8"/>
                    <a:pt x="0" y="12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07" name="Google Shape;107;p1"/>
            <p:cNvSpPr/>
            <p:nvPr/>
          </p:nvSpPr>
          <p:spPr>
            <a:xfrm>
              <a:off x="4247611" y="1950995"/>
              <a:ext cx="34035" cy="223089"/>
            </a:xfrm>
            <a:custGeom>
              <a:avLst/>
              <a:gdLst/>
              <a:ahLst/>
              <a:cxnLst/>
              <a:rect l="l" t="t" r="r" b="b"/>
              <a:pathLst>
                <a:path w="9" h="57" extrusionOk="0">
                  <a:moveTo>
                    <a:pt x="0" y="0"/>
                  </a:moveTo>
                  <a:cubicBezTo>
                    <a:pt x="6" y="3"/>
                    <a:pt x="9" y="11"/>
                    <a:pt x="9" y="17"/>
                  </a:cubicBezTo>
                  <a:cubicBezTo>
                    <a:pt x="8" y="24"/>
                    <a:pt x="6" y="30"/>
                    <a:pt x="4" y="37"/>
                  </a:cubicBezTo>
                  <a:cubicBezTo>
                    <a:pt x="2" y="43"/>
                    <a:pt x="1" y="51"/>
                    <a:pt x="5" y="57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08" name="Google Shape;108;p1"/>
            <p:cNvSpPr/>
            <p:nvPr/>
          </p:nvSpPr>
          <p:spPr>
            <a:xfrm>
              <a:off x="4129800" y="2311994"/>
              <a:ext cx="19635" cy="90587"/>
            </a:xfrm>
            <a:custGeom>
              <a:avLst/>
              <a:gdLst/>
              <a:ahLst/>
              <a:cxnLst/>
              <a:rect l="l" t="t" r="r" b="b"/>
              <a:pathLst>
                <a:path w="5" h="23" extrusionOk="0">
                  <a:moveTo>
                    <a:pt x="5" y="0"/>
                  </a:moveTo>
                  <a:cubicBezTo>
                    <a:pt x="3" y="7"/>
                    <a:pt x="1" y="15"/>
                    <a:pt x="0" y="23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09" name="Google Shape;109;p1"/>
            <p:cNvSpPr/>
            <p:nvPr/>
          </p:nvSpPr>
          <p:spPr>
            <a:xfrm>
              <a:off x="4235830" y="2295769"/>
              <a:ext cx="61524" cy="63546"/>
            </a:xfrm>
            <a:custGeom>
              <a:avLst/>
              <a:gdLst/>
              <a:ahLst/>
              <a:cxnLst/>
              <a:rect l="l" t="t" r="r" b="b"/>
              <a:pathLst>
                <a:path w="16" h="16" extrusionOk="0">
                  <a:moveTo>
                    <a:pt x="0" y="0"/>
                  </a:moveTo>
                  <a:cubicBezTo>
                    <a:pt x="5" y="5"/>
                    <a:pt x="10" y="11"/>
                    <a:pt x="16" y="16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10" name="Google Shape;110;p1"/>
            <p:cNvSpPr/>
            <p:nvPr/>
          </p:nvSpPr>
          <p:spPr>
            <a:xfrm>
              <a:off x="3947845" y="2539139"/>
              <a:ext cx="307620" cy="443475"/>
            </a:xfrm>
            <a:custGeom>
              <a:avLst/>
              <a:gdLst/>
              <a:ahLst/>
              <a:cxnLst/>
              <a:rect l="l" t="t" r="r" b="b"/>
              <a:pathLst>
                <a:path w="81" h="113" extrusionOk="0">
                  <a:moveTo>
                    <a:pt x="6" y="59"/>
                  </a:moveTo>
                  <a:cubicBezTo>
                    <a:pt x="3" y="51"/>
                    <a:pt x="0" y="42"/>
                    <a:pt x="2" y="33"/>
                  </a:cubicBezTo>
                  <a:cubicBezTo>
                    <a:pt x="3" y="21"/>
                    <a:pt x="12" y="11"/>
                    <a:pt x="22" y="6"/>
                  </a:cubicBezTo>
                  <a:cubicBezTo>
                    <a:pt x="35" y="0"/>
                    <a:pt x="52" y="1"/>
                    <a:pt x="64" y="10"/>
                  </a:cubicBezTo>
                  <a:cubicBezTo>
                    <a:pt x="76" y="20"/>
                    <a:pt x="81" y="36"/>
                    <a:pt x="78" y="50"/>
                  </a:cubicBezTo>
                  <a:cubicBezTo>
                    <a:pt x="76" y="59"/>
                    <a:pt x="71" y="68"/>
                    <a:pt x="66" y="76"/>
                  </a:cubicBezTo>
                  <a:cubicBezTo>
                    <a:pt x="61" y="84"/>
                    <a:pt x="55" y="92"/>
                    <a:pt x="49" y="100"/>
                  </a:cubicBezTo>
                  <a:cubicBezTo>
                    <a:pt x="47" y="103"/>
                    <a:pt x="44" y="111"/>
                    <a:pt x="41" y="112"/>
                  </a:cubicBezTo>
                  <a:cubicBezTo>
                    <a:pt x="37" y="113"/>
                    <a:pt x="34" y="108"/>
                    <a:pt x="32" y="106"/>
                  </a:cubicBezTo>
                  <a:cubicBezTo>
                    <a:pt x="21" y="92"/>
                    <a:pt x="13" y="76"/>
                    <a:pt x="6" y="59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11" name="Google Shape;111;p1"/>
            <p:cNvSpPr/>
            <p:nvPr/>
          </p:nvSpPr>
          <p:spPr>
            <a:xfrm>
              <a:off x="4000206" y="2606742"/>
              <a:ext cx="195044" cy="160894"/>
            </a:xfrm>
            <a:custGeom>
              <a:avLst/>
              <a:gdLst/>
              <a:ahLst/>
              <a:cxnLst/>
              <a:rect l="l" t="t" r="r" b="b"/>
              <a:pathLst>
                <a:path w="51" h="41" extrusionOk="0">
                  <a:moveTo>
                    <a:pt x="17" y="38"/>
                  </a:moveTo>
                  <a:cubicBezTo>
                    <a:pt x="24" y="41"/>
                    <a:pt x="32" y="40"/>
                    <a:pt x="38" y="36"/>
                  </a:cubicBezTo>
                  <a:cubicBezTo>
                    <a:pt x="51" y="26"/>
                    <a:pt x="42" y="0"/>
                    <a:pt x="22" y="5"/>
                  </a:cubicBezTo>
                  <a:cubicBezTo>
                    <a:pt x="5" y="9"/>
                    <a:pt x="0" y="31"/>
                    <a:pt x="17" y="38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12" name="Google Shape;112;p1"/>
            <p:cNvSpPr/>
            <p:nvPr/>
          </p:nvSpPr>
          <p:spPr>
            <a:xfrm>
              <a:off x="4008060" y="2955573"/>
              <a:ext cx="163627" cy="66250"/>
            </a:xfrm>
            <a:custGeom>
              <a:avLst/>
              <a:gdLst/>
              <a:ahLst/>
              <a:cxnLst/>
              <a:rect l="l" t="t" r="r" b="b"/>
              <a:pathLst>
                <a:path w="43" h="17" extrusionOk="0">
                  <a:moveTo>
                    <a:pt x="16" y="0"/>
                  </a:moveTo>
                  <a:cubicBezTo>
                    <a:pt x="12" y="1"/>
                    <a:pt x="8" y="2"/>
                    <a:pt x="5" y="4"/>
                  </a:cubicBezTo>
                  <a:cubicBezTo>
                    <a:pt x="2" y="6"/>
                    <a:pt x="0" y="11"/>
                    <a:pt x="3" y="14"/>
                  </a:cubicBezTo>
                  <a:cubicBezTo>
                    <a:pt x="5" y="17"/>
                    <a:pt x="9" y="17"/>
                    <a:pt x="12" y="17"/>
                  </a:cubicBezTo>
                  <a:cubicBezTo>
                    <a:pt x="20" y="17"/>
                    <a:pt x="27" y="16"/>
                    <a:pt x="34" y="14"/>
                  </a:cubicBezTo>
                  <a:cubicBezTo>
                    <a:pt x="36" y="13"/>
                    <a:pt x="38" y="13"/>
                    <a:pt x="40" y="11"/>
                  </a:cubicBezTo>
                  <a:cubicBezTo>
                    <a:pt x="42" y="10"/>
                    <a:pt x="43" y="8"/>
                    <a:pt x="42" y="5"/>
                  </a:cubicBezTo>
                  <a:cubicBezTo>
                    <a:pt x="42" y="3"/>
                    <a:pt x="40" y="2"/>
                    <a:pt x="38" y="1"/>
                  </a:cubicBezTo>
                  <a:cubicBezTo>
                    <a:pt x="35" y="1"/>
                    <a:pt x="33" y="1"/>
                    <a:pt x="31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13" name="Google Shape;113;p1"/>
            <p:cNvSpPr/>
            <p:nvPr/>
          </p:nvSpPr>
          <p:spPr>
            <a:xfrm>
              <a:off x="3905957" y="4290053"/>
              <a:ext cx="45815" cy="160894"/>
            </a:xfrm>
            <a:custGeom>
              <a:avLst/>
              <a:gdLst/>
              <a:ahLst/>
              <a:cxnLst/>
              <a:rect l="l" t="t" r="r" b="b"/>
              <a:pathLst>
                <a:path w="12" h="41" extrusionOk="0">
                  <a:moveTo>
                    <a:pt x="12" y="41"/>
                  </a:moveTo>
                  <a:cubicBezTo>
                    <a:pt x="3" y="31"/>
                    <a:pt x="0" y="14"/>
                    <a:pt x="3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14" name="Google Shape;114;p1"/>
            <p:cNvSpPr/>
            <p:nvPr/>
          </p:nvSpPr>
          <p:spPr>
            <a:xfrm>
              <a:off x="3916429" y="4290053"/>
              <a:ext cx="247405" cy="129797"/>
            </a:xfrm>
            <a:custGeom>
              <a:avLst/>
              <a:gdLst/>
              <a:ahLst/>
              <a:cxnLst/>
              <a:rect l="l" t="t" r="r" b="b"/>
              <a:pathLst>
                <a:path w="65" h="33" extrusionOk="0">
                  <a:moveTo>
                    <a:pt x="0" y="0"/>
                  </a:moveTo>
                  <a:cubicBezTo>
                    <a:pt x="15" y="20"/>
                    <a:pt x="40" y="33"/>
                    <a:pt x="65" y="33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15" name="Google Shape;115;p1"/>
            <p:cNvSpPr/>
            <p:nvPr/>
          </p:nvSpPr>
          <p:spPr>
            <a:xfrm>
              <a:off x="4155980" y="4267068"/>
              <a:ext cx="179335" cy="148726"/>
            </a:xfrm>
            <a:custGeom>
              <a:avLst/>
              <a:gdLst/>
              <a:ahLst/>
              <a:cxnLst/>
              <a:rect l="l" t="t" r="r" b="b"/>
              <a:pathLst>
                <a:path w="47" h="38" extrusionOk="0">
                  <a:moveTo>
                    <a:pt x="2" y="38"/>
                  </a:moveTo>
                  <a:cubicBezTo>
                    <a:pt x="0" y="30"/>
                    <a:pt x="1" y="21"/>
                    <a:pt x="6" y="14"/>
                  </a:cubicBezTo>
                  <a:cubicBezTo>
                    <a:pt x="11" y="6"/>
                    <a:pt x="19" y="1"/>
                    <a:pt x="28" y="1"/>
                  </a:cubicBezTo>
                  <a:cubicBezTo>
                    <a:pt x="35" y="0"/>
                    <a:pt x="42" y="4"/>
                    <a:pt x="47" y="9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16" name="Google Shape;116;p1"/>
            <p:cNvSpPr/>
            <p:nvPr/>
          </p:nvSpPr>
          <p:spPr>
            <a:xfrm>
              <a:off x="4339243" y="4273829"/>
              <a:ext cx="113884" cy="154134"/>
            </a:xfrm>
            <a:custGeom>
              <a:avLst/>
              <a:gdLst/>
              <a:ahLst/>
              <a:cxnLst/>
              <a:rect l="l" t="t" r="r" b="b"/>
              <a:pathLst>
                <a:path w="30" h="39" extrusionOk="0">
                  <a:moveTo>
                    <a:pt x="0" y="8"/>
                  </a:moveTo>
                  <a:cubicBezTo>
                    <a:pt x="7" y="5"/>
                    <a:pt x="16" y="2"/>
                    <a:pt x="22" y="0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23" y="25"/>
                    <a:pt x="17" y="32"/>
                    <a:pt x="10" y="39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17" name="Google Shape;117;p1"/>
            <p:cNvSpPr/>
            <p:nvPr/>
          </p:nvSpPr>
          <p:spPr>
            <a:xfrm>
              <a:off x="3871922" y="4427963"/>
              <a:ext cx="509209" cy="317733"/>
            </a:xfrm>
            <a:custGeom>
              <a:avLst/>
              <a:gdLst/>
              <a:ahLst/>
              <a:cxnLst/>
              <a:rect l="l" t="t" r="r" b="b"/>
              <a:pathLst>
                <a:path w="134" h="81" extrusionOk="0">
                  <a:moveTo>
                    <a:pt x="0" y="67"/>
                  </a:moveTo>
                  <a:cubicBezTo>
                    <a:pt x="27" y="78"/>
                    <a:pt x="59" y="81"/>
                    <a:pt x="86" y="69"/>
                  </a:cubicBezTo>
                  <a:cubicBezTo>
                    <a:pt x="113" y="57"/>
                    <a:pt x="134" y="30"/>
                    <a:pt x="133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18" name="Google Shape;118;p1"/>
            <p:cNvSpPr/>
            <p:nvPr/>
          </p:nvSpPr>
          <p:spPr>
            <a:xfrm>
              <a:off x="3867995" y="4632123"/>
              <a:ext cx="189808" cy="54082"/>
            </a:xfrm>
            <a:custGeom>
              <a:avLst/>
              <a:gdLst/>
              <a:ahLst/>
              <a:cxnLst/>
              <a:rect l="l" t="t" r="r" b="b"/>
              <a:pathLst>
                <a:path w="50" h="14" extrusionOk="0">
                  <a:moveTo>
                    <a:pt x="0" y="14"/>
                  </a:moveTo>
                  <a:cubicBezTo>
                    <a:pt x="17" y="13"/>
                    <a:pt x="34" y="8"/>
                    <a:pt x="50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19" name="Google Shape;119;p1"/>
            <p:cNvSpPr/>
            <p:nvPr/>
          </p:nvSpPr>
          <p:spPr>
            <a:xfrm>
              <a:off x="3928210" y="4560465"/>
              <a:ext cx="129593" cy="71659"/>
            </a:xfrm>
            <a:custGeom>
              <a:avLst/>
              <a:gdLst/>
              <a:ahLst/>
              <a:cxnLst/>
              <a:rect l="l" t="t" r="r" b="b"/>
              <a:pathLst>
                <a:path w="34" h="18" extrusionOk="0">
                  <a:moveTo>
                    <a:pt x="0" y="0"/>
                  </a:moveTo>
                  <a:cubicBezTo>
                    <a:pt x="8" y="10"/>
                    <a:pt x="22" y="16"/>
                    <a:pt x="34" y="18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0" name="Google Shape;120;p1"/>
            <p:cNvSpPr/>
            <p:nvPr/>
          </p:nvSpPr>
          <p:spPr>
            <a:xfrm>
              <a:off x="3928210" y="4552352"/>
              <a:ext cx="65451" cy="8112"/>
            </a:xfrm>
            <a:custGeom>
              <a:avLst/>
              <a:gdLst/>
              <a:ahLst/>
              <a:cxnLst/>
              <a:rect l="l" t="t" r="r" b="b"/>
              <a:pathLst>
                <a:path w="17" h="2" extrusionOk="0">
                  <a:moveTo>
                    <a:pt x="0" y="2"/>
                  </a:moveTo>
                  <a:cubicBezTo>
                    <a:pt x="5" y="2"/>
                    <a:pt x="12" y="0"/>
                    <a:pt x="17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1" name="Google Shape;121;p1"/>
            <p:cNvSpPr/>
            <p:nvPr/>
          </p:nvSpPr>
          <p:spPr>
            <a:xfrm>
              <a:off x="3902030" y="4450948"/>
              <a:ext cx="98176" cy="98700"/>
            </a:xfrm>
            <a:custGeom>
              <a:avLst/>
              <a:gdLst/>
              <a:ahLst/>
              <a:cxnLst/>
              <a:rect l="l" t="t" r="r" b="b"/>
              <a:pathLst>
                <a:path w="26" h="25" extrusionOk="0">
                  <a:moveTo>
                    <a:pt x="26" y="25"/>
                  </a:moveTo>
                  <a:cubicBezTo>
                    <a:pt x="13" y="23"/>
                    <a:pt x="3" y="12"/>
                    <a:pt x="0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2" name="Google Shape;122;p1"/>
            <p:cNvSpPr/>
            <p:nvPr/>
          </p:nvSpPr>
          <p:spPr>
            <a:xfrm>
              <a:off x="3902030" y="4450948"/>
              <a:ext cx="41889" cy="0"/>
            </a:xfrm>
            <a:custGeom>
              <a:avLst/>
              <a:gdLst/>
              <a:ahLst/>
              <a:cxnLst/>
              <a:rect l="l" t="t" r="r" b="b"/>
              <a:pathLst>
                <a:path w="11" h="120000" extrusionOk="0">
                  <a:moveTo>
                    <a:pt x="0" y="0"/>
                  </a:moveTo>
                  <a:cubicBezTo>
                    <a:pt x="3" y="0"/>
                    <a:pt x="8" y="0"/>
                    <a:pt x="11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3" name="Google Shape;123;p1"/>
            <p:cNvSpPr/>
            <p:nvPr/>
          </p:nvSpPr>
          <p:spPr>
            <a:xfrm>
              <a:off x="4121945" y="4463117"/>
              <a:ext cx="121739" cy="156839"/>
            </a:xfrm>
            <a:custGeom>
              <a:avLst/>
              <a:gdLst/>
              <a:ahLst/>
              <a:cxnLst/>
              <a:rect l="l" t="t" r="r" b="b"/>
              <a:pathLst>
                <a:path w="32" h="40" extrusionOk="0">
                  <a:moveTo>
                    <a:pt x="0" y="40"/>
                  </a:moveTo>
                  <a:cubicBezTo>
                    <a:pt x="8" y="38"/>
                    <a:pt x="16" y="34"/>
                    <a:pt x="21" y="28"/>
                  </a:cubicBezTo>
                  <a:cubicBezTo>
                    <a:pt x="28" y="21"/>
                    <a:pt x="32" y="9"/>
                    <a:pt x="28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4" name="Google Shape;124;p1"/>
            <p:cNvSpPr/>
            <p:nvPr/>
          </p:nvSpPr>
          <p:spPr>
            <a:xfrm>
              <a:off x="4434801" y="4145383"/>
              <a:ext cx="10472" cy="70307"/>
            </a:xfrm>
            <a:custGeom>
              <a:avLst/>
              <a:gdLst/>
              <a:ahLst/>
              <a:cxnLst/>
              <a:rect l="l" t="t" r="r" b="b"/>
              <a:pathLst>
                <a:path w="3" h="18" extrusionOk="0">
                  <a:moveTo>
                    <a:pt x="0" y="18"/>
                  </a:moveTo>
                  <a:cubicBezTo>
                    <a:pt x="1" y="12"/>
                    <a:pt x="2" y="6"/>
                    <a:pt x="3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5" name="Google Shape;125;p1"/>
            <p:cNvSpPr/>
            <p:nvPr/>
          </p:nvSpPr>
          <p:spPr>
            <a:xfrm>
              <a:off x="4476690" y="4230563"/>
              <a:ext cx="68069" cy="55434"/>
            </a:xfrm>
            <a:custGeom>
              <a:avLst/>
              <a:gdLst/>
              <a:ahLst/>
              <a:cxnLst/>
              <a:rect l="l" t="t" r="r" b="b"/>
              <a:pathLst>
                <a:path w="18" h="14" extrusionOk="0">
                  <a:moveTo>
                    <a:pt x="0" y="14"/>
                  </a:moveTo>
                  <a:cubicBezTo>
                    <a:pt x="6" y="9"/>
                    <a:pt x="12" y="4"/>
                    <a:pt x="18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6" name="Google Shape;126;p1"/>
            <p:cNvSpPr/>
            <p:nvPr/>
          </p:nvSpPr>
          <p:spPr>
            <a:xfrm>
              <a:off x="4495016" y="4345487"/>
              <a:ext cx="103412" cy="22985"/>
            </a:xfrm>
            <a:custGeom>
              <a:avLst/>
              <a:gdLst/>
              <a:ahLst/>
              <a:cxnLst/>
              <a:rect l="l" t="t" r="r" b="b"/>
              <a:pathLst>
                <a:path w="27" h="6" extrusionOk="0">
                  <a:moveTo>
                    <a:pt x="0" y="0"/>
                  </a:moveTo>
                  <a:cubicBezTo>
                    <a:pt x="9" y="2"/>
                    <a:pt x="18" y="4"/>
                    <a:pt x="27" y="6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7" name="Google Shape;127;p1"/>
            <p:cNvSpPr/>
            <p:nvPr/>
          </p:nvSpPr>
          <p:spPr>
            <a:xfrm>
              <a:off x="4335315" y="4302221"/>
              <a:ext cx="37961" cy="121685"/>
            </a:xfrm>
            <a:custGeom>
              <a:avLst/>
              <a:gdLst/>
              <a:ahLst/>
              <a:cxnLst/>
              <a:rect l="l" t="t" r="r" b="b"/>
              <a:pathLst>
                <a:path w="10" h="31" extrusionOk="0">
                  <a:moveTo>
                    <a:pt x="0" y="0"/>
                  </a:moveTo>
                  <a:cubicBezTo>
                    <a:pt x="0" y="11"/>
                    <a:pt x="3" y="22"/>
                    <a:pt x="10" y="3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8" name="Google Shape;128;p1"/>
            <p:cNvSpPr/>
            <p:nvPr/>
          </p:nvSpPr>
          <p:spPr>
            <a:xfrm>
              <a:off x="4476690" y="4411738"/>
              <a:ext cx="48433" cy="59491"/>
            </a:xfrm>
            <a:custGeom>
              <a:avLst/>
              <a:gdLst/>
              <a:ahLst/>
              <a:cxnLst/>
              <a:rect l="l" t="t" r="r" b="b"/>
              <a:pathLst>
                <a:path w="13" h="15" extrusionOk="0">
                  <a:moveTo>
                    <a:pt x="0" y="0"/>
                  </a:moveTo>
                  <a:cubicBezTo>
                    <a:pt x="4" y="5"/>
                    <a:pt x="9" y="10"/>
                    <a:pt x="13" y="15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9" name="Google Shape;129;p1"/>
            <p:cNvSpPr/>
            <p:nvPr/>
          </p:nvSpPr>
          <p:spPr>
            <a:xfrm>
              <a:off x="3939991" y="3776272"/>
              <a:ext cx="289293" cy="297453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30" name="Google Shape;130;p1"/>
            <p:cNvSpPr/>
            <p:nvPr/>
          </p:nvSpPr>
          <p:spPr>
            <a:xfrm>
              <a:off x="4038168" y="3842522"/>
              <a:ext cx="87704" cy="94644"/>
            </a:xfrm>
            <a:prstGeom prst="ellipse">
              <a:avLst/>
            </a:pr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31" name="Google Shape;131;p1"/>
            <p:cNvSpPr/>
            <p:nvPr/>
          </p:nvSpPr>
          <p:spPr>
            <a:xfrm>
              <a:off x="4053876" y="3889844"/>
              <a:ext cx="75923" cy="121685"/>
            </a:xfrm>
            <a:custGeom>
              <a:avLst/>
              <a:gdLst/>
              <a:ahLst/>
              <a:cxnLst/>
              <a:rect l="l" t="t" r="r" b="b"/>
              <a:pathLst>
                <a:path w="20" h="31" extrusionOk="0">
                  <a:moveTo>
                    <a:pt x="19" y="0"/>
                  </a:moveTo>
                  <a:cubicBezTo>
                    <a:pt x="20" y="8"/>
                    <a:pt x="17" y="24"/>
                    <a:pt x="0" y="3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32" name="Google Shape;132;p1"/>
            <p:cNvSpPr/>
            <p:nvPr/>
          </p:nvSpPr>
          <p:spPr>
            <a:xfrm>
              <a:off x="3387584" y="4564520"/>
              <a:ext cx="342964" cy="352886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74" y="90"/>
                  </a:moveTo>
                  <a:cubicBezTo>
                    <a:pt x="15" y="90"/>
                    <a:pt x="15" y="90"/>
                    <a:pt x="15" y="90"/>
                  </a:cubicBezTo>
                  <a:cubicBezTo>
                    <a:pt x="7" y="90"/>
                    <a:pt x="0" y="83"/>
                    <a:pt x="0" y="74"/>
                  </a:cubicBezTo>
                  <a:cubicBezTo>
                    <a:pt x="1" y="65"/>
                    <a:pt x="1" y="54"/>
                    <a:pt x="1" y="42"/>
                  </a:cubicBezTo>
                  <a:cubicBezTo>
                    <a:pt x="1" y="33"/>
                    <a:pt x="1" y="24"/>
                    <a:pt x="0" y="15"/>
                  </a:cubicBezTo>
                  <a:cubicBezTo>
                    <a:pt x="0" y="14"/>
                    <a:pt x="0" y="9"/>
                    <a:pt x="4" y="4"/>
                  </a:cubicBezTo>
                  <a:cubicBezTo>
                    <a:pt x="7" y="2"/>
                    <a:pt x="11" y="0"/>
                    <a:pt x="15" y="0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83" y="0"/>
                    <a:pt x="90" y="7"/>
                    <a:pt x="90" y="15"/>
                  </a:cubicBezTo>
                  <a:cubicBezTo>
                    <a:pt x="90" y="25"/>
                    <a:pt x="90" y="34"/>
                    <a:pt x="90" y="44"/>
                  </a:cubicBezTo>
                  <a:cubicBezTo>
                    <a:pt x="90" y="55"/>
                    <a:pt x="90" y="65"/>
                    <a:pt x="90" y="74"/>
                  </a:cubicBezTo>
                  <a:cubicBezTo>
                    <a:pt x="90" y="75"/>
                    <a:pt x="90" y="81"/>
                    <a:pt x="85" y="85"/>
                  </a:cubicBezTo>
                  <a:cubicBezTo>
                    <a:pt x="82" y="88"/>
                    <a:pt x="79" y="90"/>
                    <a:pt x="74" y="9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33" name="Google Shape;133;p1"/>
            <p:cNvSpPr/>
            <p:nvPr/>
          </p:nvSpPr>
          <p:spPr>
            <a:xfrm>
              <a:off x="3327369" y="4611843"/>
              <a:ext cx="342964" cy="352886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78"/>
                  </a:moveTo>
                  <a:cubicBezTo>
                    <a:pt x="90" y="79"/>
                    <a:pt x="90" y="81"/>
                    <a:pt x="86" y="85"/>
                  </a:cubicBezTo>
                  <a:cubicBezTo>
                    <a:pt x="83" y="88"/>
                    <a:pt x="79" y="90"/>
                    <a:pt x="75" y="90"/>
                  </a:cubicBezTo>
                  <a:cubicBezTo>
                    <a:pt x="16" y="90"/>
                    <a:pt x="16" y="90"/>
                    <a:pt x="16" y="90"/>
                  </a:cubicBezTo>
                  <a:cubicBezTo>
                    <a:pt x="7" y="90"/>
                    <a:pt x="0" y="83"/>
                    <a:pt x="0" y="74"/>
                  </a:cubicBezTo>
                  <a:cubicBezTo>
                    <a:pt x="1" y="65"/>
                    <a:pt x="2" y="54"/>
                    <a:pt x="2" y="42"/>
                  </a:cubicBezTo>
                  <a:cubicBezTo>
                    <a:pt x="2" y="33"/>
                    <a:pt x="1" y="24"/>
                    <a:pt x="0" y="15"/>
                  </a:cubicBezTo>
                  <a:cubicBezTo>
                    <a:pt x="0" y="14"/>
                    <a:pt x="0" y="9"/>
                    <a:pt x="5" y="4"/>
                  </a:cubicBezTo>
                  <a:cubicBezTo>
                    <a:pt x="8" y="2"/>
                    <a:pt x="11" y="0"/>
                    <a:pt x="16" y="0"/>
                  </a:cubicBez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34" name="Google Shape;134;p1"/>
            <p:cNvSpPr/>
            <p:nvPr/>
          </p:nvSpPr>
          <p:spPr>
            <a:xfrm>
              <a:off x="3555139" y="4678093"/>
              <a:ext cx="3927" cy="121685"/>
            </a:xfrm>
            <a:custGeom>
              <a:avLst/>
              <a:gdLst/>
              <a:ahLst/>
              <a:cxnLst/>
              <a:rect l="l" t="t" r="r" b="b"/>
              <a:pathLst>
                <a:path w="1" h="31" extrusionOk="0">
                  <a:moveTo>
                    <a:pt x="0" y="0"/>
                  </a:moveTo>
                  <a:cubicBezTo>
                    <a:pt x="0" y="10"/>
                    <a:pt x="1" y="22"/>
                    <a:pt x="1" y="3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35" name="Google Shape;135;p1"/>
            <p:cNvSpPr/>
            <p:nvPr/>
          </p:nvSpPr>
          <p:spPr>
            <a:xfrm>
              <a:off x="3494924" y="4741640"/>
              <a:ext cx="117812" cy="4056"/>
            </a:xfrm>
            <a:custGeom>
              <a:avLst/>
              <a:gdLst/>
              <a:ahLst/>
              <a:cxnLst/>
              <a:rect l="l" t="t" r="r" b="b"/>
              <a:pathLst>
                <a:path w="31" h="1" extrusionOk="0">
                  <a:moveTo>
                    <a:pt x="0" y="0"/>
                  </a:moveTo>
                  <a:cubicBezTo>
                    <a:pt x="10" y="0"/>
                    <a:pt x="21" y="1"/>
                    <a:pt x="31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36" name="Google Shape;136;p1"/>
            <p:cNvSpPr/>
            <p:nvPr/>
          </p:nvSpPr>
          <p:spPr>
            <a:xfrm>
              <a:off x="4365423" y="2445848"/>
              <a:ext cx="498737" cy="191992"/>
            </a:xfrm>
            <a:custGeom>
              <a:avLst/>
              <a:gdLst/>
              <a:ahLst/>
              <a:cxnLst/>
              <a:rect l="l" t="t" r="r" b="b"/>
              <a:pathLst>
                <a:path w="131" h="49" extrusionOk="0">
                  <a:moveTo>
                    <a:pt x="51" y="49"/>
                  </a:moveTo>
                  <a:cubicBezTo>
                    <a:pt x="78" y="33"/>
                    <a:pt x="104" y="16"/>
                    <a:pt x="131" y="0"/>
                  </a:cubicBezTo>
                  <a:cubicBezTo>
                    <a:pt x="86" y="5"/>
                    <a:pt x="43" y="15"/>
                    <a:pt x="0" y="26"/>
                  </a:cubicBezTo>
                  <a:cubicBezTo>
                    <a:pt x="17" y="33"/>
                    <a:pt x="34" y="41"/>
                    <a:pt x="51" y="49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37" name="Google Shape;137;p1"/>
            <p:cNvSpPr/>
            <p:nvPr/>
          </p:nvSpPr>
          <p:spPr>
            <a:xfrm>
              <a:off x="4608901" y="2449903"/>
              <a:ext cx="251332" cy="443475"/>
            </a:xfrm>
            <a:custGeom>
              <a:avLst/>
              <a:gdLst/>
              <a:ahLst/>
              <a:cxnLst/>
              <a:rect l="l" t="t" r="r" b="b"/>
              <a:pathLst>
                <a:path w="66" h="113" extrusionOk="0">
                  <a:moveTo>
                    <a:pt x="66" y="0"/>
                  </a:moveTo>
                  <a:cubicBezTo>
                    <a:pt x="46" y="22"/>
                    <a:pt x="24" y="42"/>
                    <a:pt x="0" y="59"/>
                  </a:cubicBezTo>
                  <a:cubicBezTo>
                    <a:pt x="6" y="77"/>
                    <a:pt x="11" y="95"/>
                    <a:pt x="17" y="113"/>
                  </a:cubicBezTo>
                  <a:cubicBezTo>
                    <a:pt x="35" y="75"/>
                    <a:pt x="54" y="34"/>
                    <a:pt x="66" y="0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38" name="Google Shape;138;p1"/>
            <p:cNvSpPr/>
            <p:nvPr/>
          </p:nvSpPr>
          <p:spPr>
            <a:xfrm>
              <a:off x="4491089" y="2637840"/>
              <a:ext cx="117812" cy="113573"/>
            </a:xfrm>
            <a:custGeom>
              <a:avLst/>
              <a:gdLst/>
              <a:ahLst/>
              <a:cxnLst/>
              <a:rect l="l" t="t" r="r" b="b"/>
              <a:pathLst>
                <a:path w="31" h="29" extrusionOk="0">
                  <a:moveTo>
                    <a:pt x="18" y="0"/>
                  </a:moveTo>
                  <a:cubicBezTo>
                    <a:pt x="12" y="10"/>
                    <a:pt x="5" y="19"/>
                    <a:pt x="0" y="29"/>
                  </a:cubicBezTo>
                  <a:cubicBezTo>
                    <a:pt x="10" y="24"/>
                    <a:pt x="22" y="19"/>
                    <a:pt x="31" y="1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39" name="Google Shape;139;p1"/>
            <p:cNvSpPr/>
            <p:nvPr/>
          </p:nvSpPr>
          <p:spPr>
            <a:xfrm>
              <a:off x="4476690" y="2359316"/>
              <a:ext cx="337727" cy="22985"/>
            </a:xfrm>
            <a:custGeom>
              <a:avLst/>
              <a:gdLst/>
              <a:ahLst/>
              <a:cxnLst/>
              <a:rect l="l" t="t" r="r" b="b"/>
              <a:pathLst>
                <a:path w="89" h="6" extrusionOk="0">
                  <a:moveTo>
                    <a:pt x="0" y="0"/>
                  </a:moveTo>
                  <a:cubicBezTo>
                    <a:pt x="30" y="2"/>
                    <a:pt x="59" y="4"/>
                    <a:pt x="89" y="6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0" name="Google Shape;140;p1"/>
            <p:cNvSpPr/>
            <p:nvPr/>
          </p:nvSpPr>
          <p:spPr>
            <a:xfrm>
              <a:off x="3315588" y="2689218"/>
              <a:ext cx="490883" cy="505669"/>
            </a:xfrm>
            <a:custGeom>
              <a:avLst/>
              <a:gdLst/>
              <a:ahLst/>
              <a:cxnLst/>
              <a:rect l="l" t="t" r="r" b="b"/>
              <a:pathLst>
                <a:path w="129" h="129" extrusionOk="0">
                  <a:moveTo>
                    <a:pt x="129" y="64"/>
                  </a:moveTo>
                  <a:cubicBezTo>
                    <a:pt x="129" y="100"/>
                    <a:pt x="100" y="129"/>
                    <a:pt x="64" y="129"/>
                  </a:cubicBezTo>
                  <a:cubicBezTo>
                    <a:pt x="28" y="129"/>
                    <a:pt x="0" y="100"/>
                    <a:pt x="0" y="64"/>
                  </a:cubicBezTo>
                  <a:cubicBezTo>
                    <a:pt x="0" y="29"/>
                    <a:pt x="28" y="0"/>
                    <a:pt x="64" y="0"/>
                  </a:cubicBezTo>
                  <a:cubicBezTo>
                    <a:pt x="100" y="0"/>
                    <a:pt x="129" y="29"/>
                    <a:pt x="129" y="64"/>
                  </a:cubicBezTo>
                  <a:close/>
                  <a:moveTo>
                    <a:pt x="129" y="64"/>
                  </a:moveTo>
                  <a:cubicBezTo>
                    <a:pt x="129" y="64"/>
                    <a:pt x="129" y="64"/>
                    <a:pt x="129" y="64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1" name="Google Shape;141;p1"/>
            <p:cNvSpPr/>
            <p:nvPr/>
          </p:nvSpPr>
          <p:spPr>
            <a:xfrm>
              <a:off x="3422928" y="2759525"/>
              <a:ext cx="287985" cy="360999"/>
            </a:xfrm>
            <a:custGeom>
              <a:avLst/>
              <a:gdLst/>
              <a:ahLst/>
              <a:cxnLst/>
              <a:rect l="l" t="t" r="r" b="b"/>
              <a:pathLst>
                <a:path w="76" h="92" extrusionOk="0">
                  <a:moveTo>
                    <a:pt x="39" y="6"/>
                  </a:moveTo>
                  <a:cubicBezTo>
                    <a:pt x="54" y="6"/>
                    <a:pt x="67" y="14"/>
                    <a:pt x="69" y="28"/>
                  </a:cubicBezTo>
                  <a:cubicBezTo>
                    <a:pt x="71" y="46"/>
                    <a:pt x="62" y="64"/>
                    <a:pt x="45" y="64"/>
                  </a:cubicBezTo>
                  <a:cubicBezTo>
                    <a:pt x="44" y="64"/>
                    <a:pt x="44" y="64"/>
                    <a:pt x="43" y="64"/>
                  </a:cubicBezTo>
                  <a:cubicBezTo>
                    <a:pt x="38" y="64"/>
                    <a:pt x="36" y="61"/>
                    <a:pt x="32" y="59"/>
                  </a:cubicBezTo>
                  <a:cubicBezTo>
                    <a:pt x="30" y="69"/>
                    <a:pt x="29" y="86"/>
                    <a:pt x="22" y="86"/>
                  </a:cubicBezTo>
                  <a:cubicBezTo>
                    <a:pt x="21" y="86"/>
                    <a:pt x="21" y="86"/>
                    <a:pt x="20" y="86"/>
                  </a:cubicBezTo>
                  <a:cubicBezTo>
                    <a:pt x="13" y="81"/>
                    <a:pt x="24" y="57"/>
                    <a:pt x="26" y="44"/>
                  </a:cubicBezTo>
                  <a:cubicBezTo>
                    <a:pt x="22" y="37"/>
                    <a:pt x="26" y="24"/>
                    <a:pt x="34" y="24"/>
                  </a:cubicBezTo>
                  <a:cubicBezTo>
                    <a:pt x="34" y="24"/>
                    <a:pt x="35" y="24"/>
                    <a:pt x="37" y="24"/>
                  </a:cubicBezTo>
                  <a:cubicBezTo>
                    <a:pt x="48" y="29"/>
                    <a:pt x="26" y="53"/>
                    <a:pt x="41" y="56"/>
                  </a:cubicBezTo>
                  <a:cubicBezTo>
                    <a:pt x="42" y="56"/>
                    <a:pt x="43" y="56"/>
                    <a:pt x="43" y="56"/>
                  </a:cubicBezTo>
                  <a:cubicBezTo>
                    <a:pt x="57" y="56"/>
                    <a:pt x="63" y="28"/>
                    <a:pt x="53" y="19"/>
                  </a:cubicBezTo>
                  <a:cubicBezTo>
                    <a:pt x="49" y="15"/>
                    <a:pt x="44" y="13"/>
                    <a:pt x="39" y="13"/>
                  </a:cubicBezTo>
                  <a:cubicBezTo>
                    <a:pt x="27" y="13"/>
                    <a:pt x="14" y="25"/>
                    <a:pt x="16" y="39"/>
                  </a:cubicBezTo>
                  <a:cubicBezTo>
                    <a:pt x="17" y="44"/>
                    <a:pt x="22" y="45"/>
                    <a:pt x="18" y="52"/>
                  </a:cubicBezTo>
                  <a:cubicBezTo>
                    <a:pt x="9" y="50"/>
                    <a:pt x="7" y="43"/>
                    <a:pt x="7" y="34"/>
                  </a:cubicBezTo>
                  <a:cubicBezTo>
                    <a:pt x="7" y="19"/>
                    <a:pt x="21" y="8"/>
                    <a:pt x="34" y="6"/>
                  </a:cubicBezTo>
                  <a:cubicBezTo>
                    <a:pt x="36" y="6"/>
                    <a:pt x="37" y="6"/>
                    <a:pt x="39" y="6"/>
                  </a:cubicBezTo>
                  <a:moveTo>
                    <a:pt x="39" y="0"/>
                  </a:moveTo>
                  <a:cubicBezTo>
                    <a:pt x="37" y="0"/>
                    <a:pt x="35" y="0"/>
                    <a:pt x="33" y="0"/>
                  </a:cubicBezTo>
                  <a:cubicBezTo>
                    <a:pt x="18" y="2"/>
                    <a:pt x="2" y="14"/>
                    <a:pt x="1" y="34"/>
                  </a:cubicBezTo>
                  <a:cubicBezTo>
                    <a:pt x="0" y="50"/>
                    <a:pt x="9" y="56"/>
                    <a:pt x="16" y="58"/>
                  </a:cubicBezTo>
                  <a:cubicBezTo>
                    <a:pt x="12" y="73"/>
                    <a:pt x="8" y="86"/>
                    <a:pt x="17" y="91"/>
                  </a:cubicBezTo>
                  <a:cubicBezTo>
                    <a:pt x="17" y="91"/>
                    <a:pt x="18" y="91"/>
                    <a:pt x="18" y="92"/>
                  </a:cubicBezTo>
                  <a:cubicBezTo>
                    <a:pt x="19" y="92"/>
                    <a:pt x="21" y="92"/>
                    <a:pt x="22" y="92"/>
                  </a:cubicBezTo>
                  <a:cubicBezTo>
                    <a:pt x="32" y="92"/>
                    <a:pt x="35" y="81"/>
                    <a:pt x="37" y="69"/>
                  </a:cubicBezTo>
                  <a:cubicBezTo>
                    <a:pt x="38" y="69"/>
                    <a:pt x="40" y="70"/>
                    <a:pt x="43" y="70"/>
                  </a:cubicBezTo>
                  <a:cubicBezTo>
                    <a:pt x="43" y="70"/>
                    <a:pt x="44" y="70"/>
                    <a:pt x="45" y="70"/>
                  </a:cubicBezTo>
                  <a:cubicBezTo>
                    <a:pt x="53" y="70"/>
                    <a:pt x="60" y="67"/>
                    <a:pt x="66" y="61"/>
                  </a:cubicBezTo>
                  <a:cubicBezTo>
                    <a:pt x="73" y="52"/>
                    <a:pt x="76" y="40"/>
                    <a:pt x="75" y="27"/>
                  </a:cubicBezTo>
                  <a:cubicBezTo>
                    <a:pt x="72" y="11"/>
                    <a:pt x="58" y="0"/>
                    <a:pt x="39" y="0"/>
                  </a:cubicBezTo>
                  <a:close/>
                  <a:moveTo>
                    <a:pt x="42" y="50"/>
                  </a:moveTo>
                  <a:cubicBezTo>
                    <a:pt x="42" y="48"/>
                    <a:pt x="43" y="44"/>
                    <a:pt x="44" y="42"/>
                  </a:cubicBezTo>
                  <a:cubicBezTo>
                    <a:pt x="46" y="35"/>
                    <a:pt x="49" y="24"/>
                    <a:pt x="40" y="19"/>
                  </a:cubicBezTo>
                  <a:cubicBezTo>
                    <a:pt x="43" y="20"/>
                    <a:pt x="46" y="20"/>
                    <a:pt x="49" y="23"/>
                  </a:cubicBezTo>
                  <a:cubicBezTo>
                    <a:pt x="53" y="27"/>
                    <a:pt x="53" y="36"/>
                    <a:pt x="50" y="44"/>
                  </a:cubicBezTo>
                  <a:cubicBezTo>
                    <a:pt x="49" y="46"/>
                    <a:pt x="47" y="50"/>
                    <a:pt x="43" y="50"/>
                  </a:cubicBezTo>
                  <a:cubicBezTo>
                    <a:pt x="43" y="50"/>
                    <a:pt x="43" y="50"/>
                    <a:pt x="42" y="50"/>
                  </a:cubicBezTo>
                  <a:cubicBezTo>
                    <a:pt x="42" y="50"/>
                    <a:pt x="42" y="50"/>
                    <a:pt x="42" y="5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2" name="Google Shape;142;p1"/>
            <p:cNvSpPr/>
            <p:nvPr/>
          </p:nvSpPr>
          <p:spPr>
            <a:xfrm>
              <a:off x="2714748" y="2256560"/>
              <a:ext cx="418887" cy="455643"/>
            </a:xfrm>
            <a:custGeom>
              <a:avLst/>
              <a:gdLst/>
              <a:ahLst/>
              <a:cxnLst/>
              <a:rect l="l" t="t" r="r" b="b"/>
              <a:pathLst>
                <a:path w="110" h="116" extrusionOk="0">
                  <a:moveTo>
                    <a:pt x="102" y="45"/>
                  </a:moveTo>
                  <a:cubicBezTo>
                    <a:pt x="57" y="1"/>
                    <a:pt x="57" y="1"/>
                    <a:pt x="57" y="1"/>
                  </a:cubicBezTo>
                  <a:cubicBezTo>
                    <a:pt x="56" y="0"/>
                    <a:pt x="54" y="0"/>
                    <a:pt x="52" y="1"/>
                  </a:cubicBezTo>
                  <a:cubicBezTo>
                    <a:pt x="6" y="47"/>
                    <a:pt x="6" y="47"/>
                    <a:pt x="6" y="47"/>
                  </a:cubicBezTo>
                  <a:cubicBezTo>
                    <a:pt x="2" y="51"/>
                    <a:pt x="0" y="56"/>
                    <a:pt x="0" y="61"/>
                  </a:cubicBezTo>
                  <a:cubicBezTo>
                    <a:pt x="0" y="113"/>
                    <a:pt x="0" y="113"/>
                    <a:pt x="0" y="113"/>
                  </a:cubicBezTo>
                  <a:cubicBezTo>
                    <a:pt x="0" y="115"/>
                    <a:pt x="1" y="116"/>
                    <a:pt x="3" y="116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5" y="116"/>
                    <a:pt x="41" y="110"/>
                    <a:pt x="41" y="103"/>
                  </a:cubicBezTo>
                  <a:cubicBezTo>
                    <a:pt x="41" y="73"/>
                    <a:pt x="41" y="73"/>
                    <a:pt x="41" y="73"/>
                  </a:cubicBezTo>
                  <a:cubicBezTo>
                    <a:pt x="41" y="67"/>
                    <a:pt x="46" y="62"/>
                    <a:pt x="52" y="62"/>
                  </a:cubicBezTo>
                  <a:cubicBezTo>
                    <a:pt x="58" y="62"/>
                    <a:pt x="58" y="62"/>
                    <a:pt x="58" y="62"/>
                  </a:cubicBezTo>
                  <a:cubicBezTo>
                    <a:pt x="64" y="62"/>
                    <a:pt x="69" y="67"/>
                    <a:pt x="69" y="73"/>
                  </a:cubicBezTo>
                  <a:cubicBezTo>
                    <a:pt x="69" y="104"/>
                    <a:pt x="69" y="104"/>
                    <a:pt x="69" y="104"/>
                  </a:cubicBezTo>
                  <a:cubicBezTo>
                    <a:pt x="69" y="111"/>
                    <a:pt x="74" y="116"/>
                    <a:pt x="80" y="116"/>
                  </a:cubicBezTo>
                  <a:cubicBezTo>
                    <a:pt x="106" y="116"/>
                    <a:pt x="106" y="116"/>
                    <a:pt x="106" y="116"/>
                  </a:cubicBezTo>
                  <a:cubicBezTo>
                    <a:pt x="108" y="116"/>
                    <a:pt x="110" y="115"/>
                    <a:pt x="110" y="113"/>
                  </a:cubicBezTo>
                  <a:cubicBezTo>
                    <a:pt x="110" y="63"/>
                    <a:pt x="110" y="63"/>
                    <a:pt x="110" y="63"/>
                  </a:cubicBezTo>
                  <a:cubicBezTo>
                    <a:pt x="110" y="57"/>
                    <a:pt x="107" y="50"/>
                    <a:pt x="102" y="45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2627043" y="2099721"/>
              <a:ext cx="590368" cy="310973"/>
            </a:xfrm>
            <a:custGeom>
              <a:avLst/>
              <a:gdLst/>
              <a:ahLst/>
              <a:cxnLst/>
              <a:rect l="l" t="t" r="r" b="b"/>
              <a:pathLst>
                <a:path w="155" h="79" extrusionOk="0">
                  <a:moveTo>
                    <a:pt x="0" y="67"/>
                  </a:moveTo>
                  <a:cubicBezTo>
                    <a:pt x="78" y="0"/>
                    <a:pt x="78" y="0"/>
                    <a:pt x="78" y="0"/>
                  </a:cubicBezTo>
                  <a:cubicBezTo>
                    <a:pt x="155" y="67"/>
                    <a:pt x="155" y="67"/>
                    <a:pt x="155" y="67"/>
                  </a:cubicBezTo>
                  <a:cubicBezTo>
                    <a:pt x="140" y="78"/>
                    <a:pt x="140" y="78"/>
                    <a:pt x="140" y="78"/>
                  </a:cubicBezTo>
                  <a:cubicBezTo>
                    <a:pt x="122" y="59"/>
                    <a:pt x="100" y="38"/>
                    <a:pt x="78" y="21"/>
                  </a:cubicBezTo>
                  <a:cubicBezTo>
                    <a:pt x="56" y="38"/>
                    <a:pt x="34" y="59"/>
                    <a:pt x="14" y="79"/>
                  </a:cubicBezTo>
                  <a:lnTo>
                    <a:pt x="0" y="67"/>
                  </a:ln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4" name="Google Shape;144;p1"/>
            <p:cNvSpPr/>
            <p:nvPr/>
          </p:nvSpPr>
          <p:spPr>
            <a:xfrm>
              <a:off x="2638825" y="3902012"/>
              <a:ext cx="448994" cy="375872"/>
            </a:xfrm>
            <a:custGeom>
              <a:avLst/>
              <a:gdLst/>
              <a:ahLst/>
              <a:cxnLst/>
              <a:rect l="l" t="t" r="r" b="b"/>
              <a:pathLst>
                <a:path w="118" h="96" extrusionOk="0">
                  <a:moveTo>
                    <a:pt x="81" y="11"/>
                  </a:moveTo>
                  <a:cubicBezTo>
                    <a:pt x="79" y="6"/>
                    <a:pt x="79" y="6"/>
                    <a:pt x="79" y="6"/>
                  </a:cubicBezTo>
                  <a:cubicBezTo>
                    <a:pt x="77" y="2"/>
                    <a:pt x="73" y="0"/>
                    <a:pt x="69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44" y="0"/>
                    <a:pt x="40" y="2"/>
                    <a:pt x="39" y="6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5" y="14"/>
                    <a:pt x="32" y="16"/>
                    <a:pt x="28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4" y="16"/>
                    <a:pt x="0" y="21"/>
                    <a:pt x="0" y="27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91"/>
                    <a:pt x="4" y="96"/>
                    <a:pt x="10" y="96"/>
                  </a:cubicBezTo>
                  <a:cubicBezTo>
                    <a:pt x="108" y="96"/>
                    <a:pt x="108" y="96"/>
                    <a:pt x="108" y="96"/>
                  </a:cubicBezTo>
                  <a:cubicBezTo>
                    <a:pt x="113" y="96"/>
                    <a:pt x="118" y="91"/>
                    <a:pt x="118" y="85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1"/>
                    <a:pt x="113" y="16"/>
                    <a:pt x="108" y="16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6" y="16"/>
                    <a:pt x="83" y="14"/>
                    <a:pt x="81" y="11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5" name="Google Shape;145;p1"/>
            <p:cNvSpPr/>
            <p:nvPr/>
          </p:nvSpPr>
          <p:spPr>
            <a:xfrm>
              <a:off x="2756637" y="4019642"/>
              <a:ext cx="209443" cy="214977"/>
            </a:xfrm>
            <a:prstGeom prst="ellipse">
              <a:avLst/>
            </a:pr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6" name="Google Shape;146;p1"/>
            <p:cNvSpPr/>
            <p:nvPr/>
          </p:nvSpPr>
          <p:spPr>
            <a:xfrm>
              <a:off x="2706894" y="3960151"/>
              <a:ext cx="289293" cy="8112"/>
            </a:xfrm>
            <a:custGeom>
              <a:avLst/>
              <a:gdLst/>
              <a:ahLst/>
              <a:cxnLst/>
              <a:rect l="l" t="t" r="r" b="b"/>
              <a:pathLst>
                <a:path w="76" h="2" extrusionOk="0">
                  <a:moveTo>
                    <a:pt x="0" y="1"/>
                  </a:moveTo>
                  <a:cubicBezTo>
                    <a:pt x="25" y="0"/>
                    <a:pt x="51" y="2"/>
                    <a:pt x="76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7" name="Google Shape;147;p1"/>
            <p:cNvSpPr/>
            <p:nvPr/>
          </p:nvSpPr>
          <p:spPr>
            <a:xfrm>
              <a:off x="2684640" y="3916886"/>
              <a:ext cx="49743" cy="43266"/>
            </a:xfrm>
            <a:custGeom>
              <a:avLst/>
              <a:gdLst/>
              <a:ahLst/>
              <a:cxnLst/>
              <a:rect l="l" t="t" r="r" b="b"/>
              <a:pathLst>
                <a:path w="13" h="11" extrusionOk="0">
                  <a:moveTo>
                    <a:pt x="1" y="11"/>
                  </a:moveTo>
                  <a:cubicBezTo>
                    <a:pt x="0" y="9"/>
                    <a:pt x="0" y="6"/>
                    <a:pt x="1" y="4"/>
                  </a:cubicBezTo>
                  <a:cubicBezTo>
                    <a:pt x="2" y="2"/>
                    <a:pt x="6" y="0"/>
                    <a:pt x="9" y="2"/>
                  </a:cubicBezTo>
                  <a:cubicBezTo>
                    <a:pt x="12" y="3"/>
                    <a:pt x="13" y="7"/>
                    <a:pt x="11" y="1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8" name="Google Shape;148;p1"/>
            <p:cNvSpPr/>
            <p:nvPr/>
          </p:nvSpPr>
          <p:spPr>
            <a:xfrm>
              <a:off x="2806379" y="4054795"/>
              <a:ext cx="117812" cy="136557"/>
            </a:xfrm>
            <a:custGeom>
              <a:avLst/>
              <a:gdLst/>
              <a:ahLst/>
              <a:cxnLst/>
              <a:rect l="l" t="t" r="r" b="b"/>
              <a:pathLst>
                <a:path w="31" h="35" extrusionOk="0">
                  <a:moveTo>
                    <a:pt x="28" y="12"/>
                  </a:moveTo>
                  <a:cubicBezTo>
                    <a:pt x="31" y="17"/>
                    <a:pt x="30" y="24"/>
                    <a:pt x="26" y="29"/>
                  </a:cubicBezTo>
                  <a:cubicBezTo>
                    <a:pt x="22" y="33"/>
                    <a:pt x="15" y="35"/>
                    <a:pt x="9" y="33"/>
                  </a:cubicBezTo>
                  <a:cubicBezTo>
                    <a:pt x="4" y="30"/>
                    <a:pt x="0" y="24"/>
                    <a:pt x="1" y="18"/>
                  </a:cubicBezTo>
                  <a:cubicBezTo>
                    <a:pt x="2" y="4"/>
                    <a:pt x="21" y="0"/>
                    <a:pt x="28" y="12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9" name="Google Shape;149;p1"/>
            <p:cNvSpPr/>
            <p:nvPr/>
          </p:nvSpPr>
          <p:spPr>
            <a:xfrm>
              <a:off x="2706894" y="3972319"/>
              <a:ext cx="3927" cy="290692"/>
            </a:xfrm>
            <a:custGeom>
              <a:avLst/>
              <a:gdLst/>
              <a:ahLst/>
              <a:cxnLst/>
              <a:rect l="l" t="t" r="r" b="b"/>
              <a:pathLst>
                <a:path w="1" h="74" extrusionOk="0">
                  <a:moveTo>
                    <a:pt x="1" y="0"/>
                  </a:moveTo>
                  <a:cubicBezTo>
                    <a:pt x="1" y="26"/>
                    <a:pt x="0" y="49"/>
                    <a:pt x="0" y="74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0" name="Google Shape;150;p1"/>
            <p:cNvSpPr/>
            <p:nvPr/>
          </p:nvSpPr>
          <p:spPr>
            <a:xfrm>
              <a:off x="3015822" y="3968264"/>
              <a:ext cx="3927" cy="298804"/>
            </a:xfrm>
            <a:custGeom>
              <a:avLst/>
              <a:gdLst/>
              <a:ahLst/>
              <a:cxnLst/>
              <a:rect l="l" t="t" r="r" b="b"/>
              <a:pathLst>
                <a:path w="1" h="76" extrusionOk="0">
                  <a:moveTo>
                    <a:pt x="1" y="0"/>
                  </a:moveTo>
                  <a:cubicBezTo>
                    <a:pt x="0" y="26"/>
                    <a:pt x="0" y="50"/>
                    <a:pt x="0" y="76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1" name="Google Shape;151;p1"/>
            <p:cNvSpPr/>
            <p:nvPr/>
          </p:nvSpPr>
          <p:spPr>
            <a:xfrm>
              <a:off x="2201612" y="2260615"/>
              <a:ext cx="60215" cy="63546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2" name="Google Shape;152;p1"/>
            <p:cNvSpPr/>
            <p:nvPr/>
          </p:nvSpPr>
          <p:spPr>
            <a:xfrm>
              <a:off x="2113907" y="2167324"/>
              <a:ext cx="380925" cy="392096"/>
            </a:xfrm>
            <a:custGeom>
              <a:avLst/>
              <a:gdLst/>
              <a:ahLst/>
              <a:cxnLst/>
              <a:rect l="l" t="t" r="r" b="b"/>
              <a:pathLst>
                <a:path w="100" h="100" extrusionOk="0">
                  <a:moveTo>
                    <a:pt x="91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1"/>
                    <a:pt x="0" y="91"/>
                    <a:pt x="0" y="91"/>
                  </a:cubicBezTo>
                  <a:cubicBezTo>
                    <a:pt x="0" y="96"/>
                    <a:pt x="4" y="100"/>
                    <a:pt x="8" y="100"/>
                  </a:cubicBezTo>
                  <a:cubicBezTo>
                    <a:pt x="91" y="100"/>
                    <a:pt x="91" y="100"/>
                    <a:pt x="91" y="100"/>
                  </a:cubicBezTo>
                  <a:cubicBezTo>
                    <a:pt x="96" y="100"/>
                    <a:pt x="100" y="96"/>
                    <a:pt x="100" y="91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4"/>
                    <a:pt x="96" y="0"/>
                    <a:pt x="91" y="0"/>
                  </a:cubicBezTo>
                  <a:close/>
                  <a:moveTo>
                    <a:pt x="83" y="20"/>
                  </a:moveTo>
                  <a:cubicBezTo>
                    <a:pt x="83" y="44"/>
                    <a:pt x="83" y="44"/>
                    <a:pt x="83" y="44"/>
                  </a:cubicBezTo>
                  <a:cubicBezTo>
                    <a:pt x="77" y="38"/>
                    <a:pt x="77" y="38"/>
                    <a:pt x="77" y="38"/>
                  </a:cubicBezTo>
                  <a:cubicBezTo>
                    <a:pt x="75" y="36"/>
                    <a:pt x="73" y="36"/>
                    <a:pt x="71" y="38"/>
                  </a:cubicBezTo>
                  <a:cubicBezTo>
                    <a:pt x="55" y="54"/>
                    <a:pt x="55" y="54"/>
                    <a:pt x="55" y="54"/>
                  </a:cubicBezTo>
                  <a:cubicBezTo>
                    <a:pt x="55" y="54"/>
                    <a:pt x="54" y="54"/>
                    <a:pt x="54" y="54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6" y="46"/>
                    <a:pt x="44" y="46"/>
                    <a:pt x="42" y="47"/>
                  </a:cubicBezTo>
                  <a:cubicBezTo>
                    <a:pt x="14" y="79"/>
                    <a:pt x="14" y="79"/>
                    <a:pt x="14" y="7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7"/>
                    <a:pt x="16" y="14"/>
                    <a:pt x="19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80" y="14"/>
                    <a:pt x="83" y="17"/>
                    <a:pt x="83" y="20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3" name="Google Shape;153;p1"/>
            <p:cNvSpPr/>
            <p:nvPr/>
          </p:nvSpPr>
          <p:spPr>
            <a:xfrm>
              <a:off x="2353458" y="2421511"/>
              <a:ext cx="49743" cy="71659"/>
            </a:xfrm>
            <a:custGeom>
              <a:avLst/>
              <a:gdLst/>
              <a:ahLst/>
              <a:cxnLst/>
              <a:rect l="l" t="t" r="r" b="b"/>
              <a:pathLst>
                <a:path w="13" h="18" extrusionOk="0">
                  <a:moveTo>
                    <a:pt x="0" y="0"/>
                  </a:moveTo>
                  <a:cubicBezTo>
                    <a:pt x="3" y="5"/>
                    <a:pt x="10" y="13"/>
                    <a:pt x="13" y="18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4" name="Google Shape;154;p1"/>
            <p:cNvSpPr/>
            <p:nvPr/>
          </p:nvSpPr>
          <p:spPr>
            <a:xfrm>
              <a:off x="1850794" y="2245743"/>
              <a:ext cx="407105" cy="443475"/>
            </a:xfrm>
            <a:custGeom>
              <a:avLst/>
              <a:gdLst/>
              <a:ahLst/>
              <a:cxnLst/>
              <a:rect l="l" t="t" r="r" b="b"/>
              <a:pathLst>
                <a:path w="107" h="113" extrusionOk="0">
                  <a:moveTo>
                    <a:pt x="69" y="5"/>
                  </a:moveTo>
                  <a:cubicBezTo>
                    <a:pt x="66" y="3"/>
                    <a:pt x="64" y="2"/>
                    <a:pt x="61" y="0"/>
                  </a:cubicBezTo>
                  <a:cubicBezTo>
                    <a:pt x="48" y="10"/>
                    <a:pt x="13" y="41"/>
                    <a:pt x="0" y="52"/>
                  </a:cubicBezTo>
                  <a:cubicBezTo>
                    <a:pt x="20" y="75"/>
                    <a:pt x="45" y="94"/>
                    <a:pt x="70" y="113"/>
                  </a:cubicBezTo>
                  <a:cubicBezTo>
                    <a:pt x="84" y="104"/>
                    <a:pt x="96" y="93"/>
                    <a:pt x="107" y="8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5" name="Google Shape;155;p1"/>
            <p:cNvSpPr/>
            <p:nvPr/>
          </p:nvSpPr>
          <p:spPr>
            <a:xfrm>
              <a:off x="1934572" y="2307938"/>
              <a:ext cx="243478" cy="306916"/>
            </a:xfrm>
            <a:custGeom>
              <a:avLst/>
              <a:gdLst/>
              <a:ahLst/>
              <a:cxnLst/>
              <a:rect l="l" t="t" r="r" b="b"/>
              <a:pathLst>
                <a:path w="186" h="227" extrusionOk="0">
                  <a:moveTo>
                    <a:pt x="137" y="18"/>
                  </a:moveTo>
                  <a:lnTo>
                    <a:pt x="117" y="0"/>
                  </a:lnTo>
                  <a:lnTo>
                    <a:pt x="0" y="99"/>
                  </a:lnTo>
                  <a:lnTo>
                    <a:pt x="137" y="227"/>
                  </a:lnTo>
                  <a:lnTo>
                    <a:pt x="186" y="186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6" name="Google Shape;156;p1"/>
            <p:cNvSpPr/>
            <p:nvPr/>
          </p:nvSpPr>
          <p:spPr>
            <a:xfrm>
              <a:off x="2144015" y="4180536"/>
              <a:ext cx="289293" cy="297453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7" name="Google Shape;157;p1"/>
            <p:cNvSpPr/>
            <p:nvPr/>
          </p:nvSpPr>
          <p:spPr>
            <a:xfrm>
              <a:off x="2231719" y="4250843"/>
              <a:ext cx="113884" cy="164951"/>
            </a:xfrm>
            <a:custGeom>
              <a:avLst/>
              <a:gdLst/>
              <a:ahLst/>
              <a:cxnLst/>
              <a:rect l="l" t="t" r="r" b="b"/>
              <a:pathLst>
                <a:path w="30" h="42" extrusionOk="0">
                  <a:moveTo>
                    <a:pt x="28" y="1"/>
                  </a:moveTo>
                  <a:cubicBezTo>
                    <a:pt x="19" y="1"/>
                    <a:pt x="11" y="0"/>
                    <a:pt x="2" y="0"/>
                  </a:cubicBezTo>
                  <a:cubicBezTo>
                    <a:pt x="2" y="5"/>
                    <a:pt x="1" y="11"/>
                    <a:pt x="1" y="16"/>
                  </a:cubicBezTo>
                  <a:cubicBezTo>
                    <a:pt x="7" y="15"/>
                    <a:pt x="13" y="14"/>
                    <a:pt x="19" y="17"/>
                  </a:cubicBezTo>
                  <a:cubicBezTo>
                    <a:pt x="25" y="19"/>
                    <a:pt x="30" y="24"/>
                    <a:pt x="29" y="30"/>
                  </a:cubicBezTo>
                  <a:cubicBezTo>
                    <a:pt x="29" y="35"/>
                    <a:pt x="26" y="38"/>
                    <a:pt x="22" y="40"/>
                  </a:cubicBezTo>
                  <a:cubicBezTo>
                    <a:pt x="18" y="42"/>
                    <a:pt x="14" y="42"/>
                    <a:pt x="10" y="41"/>
                  </a:cubicBezTo>
                  <a:cubicBezTo>
                    <a:pt x="5" y="40"/>
                    <a:pt x="1" y="37"/>
                    <a:pt x="0" y="33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8" name="Google Shape;158;p1"/>
            <p:cNvSpPr/>
            <p:nvPr/>
          </p:nvSpPr>
          <p:spPr>
            <a:xfrm>
              <a:off x="2011803" y="2767637"/>
              <a:ext cx="441140" cy="482684"/>
            </a:xfrm>
            <a:custGeom>
              <a:avLst/>
              <a:gdLst/>
              <a:ahLst/>
              <a:cxnLst/>
              <a:rect l="l" t="t" r="r" b="b"/>
              <a:pathLst>
                <a:path w="116" h="123" extrusionOk="0">
                  <a:moveTo>
                    <a:pt x="53" y="123"/>
                  </a:moveTo>
                  <a:cubicBezTo>
                    <a:pt x="52" y="123"/>
                    <a:pt x="50" y="122"/>
                    <a:pt x="49" y="122"/>
                  </a:cubicBezTo>
                  <a:cubicBezTo>
                    <a:pt x="44" y="120"/>
                    <a:pt x="42" y="116"/>
                    <a:pt x="42" y="111"/>
                  </a:cubicBezTo>
                  <a:cubicBezTo>
                    <a:pt x="42" y="111"/>
                    <a:pt x="42" y="103"/>
                    <a:pt x="42" y="97"/>
                  </a:cubicBezTo>
                  <a:cubicBezTo>
                    <a:pt x="42" y="95"/>
                    <a:pt x="40" y="94"/>
                    <a:pt x="38" y="94"/>
                  </a:cubicBezTo>
                  <a:cubicBezTo>
                    <a:pt x="35" y="93"/>
                    <a:pt x="32" y="93"/>
                    <a:pt x="31" y="92"/>
                  </a:cubicBezTo>
                  <a:cubicBezTo>
                    <a:pt x="27" y="91"/>
                    <a:pt x="22" y="90"/>
                    <a:pt x="18" y="87"/>
                  </a:cubicBezTo>
                  <a:cubicBezTo>
                    <a:pt x="10" y="82"/>
                    <a:pt x="4" y="74"/>
                    <a:pt x="2" y="65"/>
                  </a:cubicBezTo>
                  <a:cubicBezTo>
                    <a:pt x="0" y="61"/>
                    <a:pt x="0" y="57"/>
                    <a:pt x="0" y="53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98" y="0"/>
                    <a:pt x="116" y="18"/>
                    <a:pt x="116" y="40"/>
                  </a:cubicBezTo>
                  <a:cubicBezTo>
                    <a:pt x="116" y="53"/>
                    <a:pt x="116" y="53"/>
                    <a:pt x="116" y="53"/>
                  </a:cubicBezTo>
                  <a:cubicBezTo>
                    <a:pt x="114" y="90"/>
                    <a:pt x="67" y="116"/>
                    <a:pt x="60" y="120"/>
                  </a:cubicBezTo>
                  <a:cubicBezTo>
                    <a:pt x="58" y="122"/>
                    <a:pt x="56" y="123"/>
                    <a:pt x="53" y="12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9" name="Google Shape;159;p1"/>
            <p:cNvSpPr/>
            <p:nvPr/>
          </p:nvSpPr>
          <p:spPr>
            <a:xfrm>
              <a:off x="2068092" y="2829832"/>
              <a:ext cx="323328" cy="350182"/>
            </a:xfrm>
            <a:custGeom>
              <a:avLst/>
              <a:gdLst/>
              <a:ahLst/>
              <a:cxnLst/>
              <a:rect l="l" t="t" r="r" b="b"/>
              <a:pathLst>
                <a:path w="85" h="89" extrusionOk="0">
                  <a:moveTo>
                    <a:pt x="39" y="72"/>
                  </a:moveTo>
                  <a:cubicBezTo>
                    <a:pt x="39" y="68"/>
                    <a:pt x="36" y="64"/>
                    <a:pt x="32" y="63"/>
                  </a:cubicBezTo>
                  <a:cubicBezTo>
                    <a:pt x="28" y="62"/>
                    <a:pt x="23" y="61"/>
                    <a:pt x="21" y="61"/>
                  </a:cubicBezTo>
                  <a:cubicBezTo>
                    <a:pt x="12" y="58"/>
                    <a:pt x="5" y="52"/>
                    <a:pt x="2" y="43"/>
                  </a:cubicBezTo>
                  <a:cubicBezTo>
                    <a:pt x="1" y="41"/>
                    <a:pt x="0" y="38"/>
                    <a:pt x="0" y="35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12"/>
                    <a:pt x="13" y="0"/>
                    <a:pt x="30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72" y="0"/>
                    <a:pt x="85" y="12"/>
                    <a:pt x="85" y="27"/>
                  </a:cubicBezTo>
                  <a:cubicBezTo>
                    <a:pt x="85" y="35"/>
                    <a:pt x="85" y="35"/>
                    <a:pt x="85" y="35"/>
                  </a:cubicBezTo>
                  <a:cubicBezTo>
                    <a:pt x="84" y="52"/>
                    <a:pt x="73" y="67"/>
                    <a:pt x="61" y="77"/>
                  </a:cubicBezTo>
                  <a:cubicBezTo>
                    <a:pt x="56" y="81"/>
                    <a:pt x="45" y="88"/>
                    <a:pt x="41" y="89"/>
                  </a:cubicBezTo>
                  <a:cubicBezTo>
                    <a:pt x="40" y="89"/>
                    <a:pt x="40" y="80"/>
                    <a:pt x="39" y="7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0" name="Google Shape;160;p1"/>
            <p:cNvSpPr/>
            <p:nvPr/>
          </p:nvSpPr>
          <p:spPr>
            <a:xfrm>
              <a:off x="2155796" y="2916363"/>
              <a:ext cx="147919" cy="8112"/>
            </a:xfrm>
            <a:custGeom>
              <a:avLst/>
              <a:gdLst/>
              <a:ahLst/>
              <a:cxnLst/>
              <a:rect l="l" t="t" r="r" b="b"/>
              <a:pathLst>
                <a:path w="39" h="2" extrusionOk="0">
                  <a:moveTo>
                    <a:pt x="0" y="2"/>
                  </a:moveTo>
                  <a:cubicBezTo>
                    <a:pt x="13" y="1"/>
                    <a:pt x="26" y="0"/>
                    <a:pt x="39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1" name="Google Shape;161;p1"/>
            <p:cNvSpPr/>
            <p:nvPr/>
          </p:nvSpPr>
          <p:spPr>
            <a:xfrm>
              <a:off x="2159723" y="2986670"/>
              <a:ext cx="140065" cy="8112"/>
            </a:xfrm>
            <a:custGeom>
              <a:avLst/>
              <a:gdLst/>
              <a:ahLst/>
              <a:cxnLst/>
              <a:rect l="l" t="t" r="r" b="b"/>
              <a:pathLst>
                <a:path w="37" h="2" extrusionOk="0">
                  <a:moveTo>
                    <a:pt x="0" y="2"/>
                  </a:moveTo>
                  <a:cubicBezTo>
                    <a:pt x="12" y="1"/>
                    <a:pt x="25" y="0"/>
                    <a:pt x="37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2" name="Google Shape;162;p1"/>
            <p:cNvSpPr/>
            <p:nvPr/>
          </p:nvSpPr>
          <p:spPr>
            <a:xfrm>
              <a:off x="3263228" y="3473411"/>
              <a:ext cx="371762" cy="435362"/>
            </a:xfrm>
            <a:custGeom>
              <a:avLst/>
              <a:gdLst/>
              <a:ahLst/>
              <a:cxnLst/>
              <a:rect l="l" t="t" r="r" b="b"/>
              <a:pathLst>
                <a:path w="98" h="111" extrusionOk="0">
                  <a:moveTo>
                    <a:pt x="35" y="6"/>
                  </a:moveTo>
                  <a:cubicBezTo>
                    <a:pt x="37" y="6"/>
                    <a:pt x="39" y="7"/>
                    <a:pt x="41" y="8"/>
                  </a:cubicBezTo>
                  <a:cubicBezTo>
                    <a:pt x="41" y="8"/>
                    <a:pt x="53" y="20"/>
                    <a:pt x="60" y="27"/>
                  </a:cubicBezTo>
                  <a:cubicBezTo>
                    <a:pt x="64" y="32"/>
                    <a:pt x="68" y="38"/>
                    <a:pt x="62" y="42"/>
                  </a:cubicBezTo>
                  <a:cubicBezTo>
                    <a:pt x="61" y="43"/>
                    <a:pt x="60" y="44"/>
                    <a:pt x="58" y="44"/>
                  </a:cubicBezTo>
                  <a:cubicBezTo>
                    <a:pt x="54" y="44"/>
                    <a:pt x="51" y="41"/>
                    <a:pt x="48" y="39"/>
                  </a:cubicBezTo>
                  <a:cubicBezTo>
                    <a:pt x="48" y="38"/>
                    <a:pt x="47" y="38"/>
                    <a:pt x="46" y="38"/>
                  </a:cubicBezTo>
                  <a:cubicBezTo>
                    <a:pt x="45" y="38"/>
                    <a:pt x="43" y="39"/>
                    <a:pt x="43" y="41"/>
                  </a:cubicBezTo>
                  <a:cubicBezTo>
                    <a:pt x="43" y="76"/>
                    <a:pt x="43" y="76"/>
                    <a:pt x="43" y="76"/>
                  </a:cubicBezTo>
                  <a:cubicBezTo>
                    <a:pt x="43" y="83"/>
                    <a:pt x="49" y="89"/>
                    <a:pt x="56" y="89"/>
                  </a:cubicBezTo>
                  <a:cubicBezTo>
                    <a:pt x="86" y="89"/>
                    <a:pt x="86" y="89"/>
                    <a:pt x="86" y="89"/>
                  </a:cubicBezTo>
                  <a:cubicBezTo>
                    <a:pt x="89" y="89"/>
                    <a:pt x="92" y="91"/>
                    <a:pt x="92" y="94"/>
                  </a:cubicBezTo>
                  <a:cubicBezTo>
                    <a:pt x="92" y="100"/>
                    <a:pt x="92" y="100"/>
                    <a:pt x="92" y="100"/>
                  </a:cubicBezTo>
                  <a:cubicBezTo>
                    <a:pt x="92" y="102"/>
                    <a:pt x="89" y="105"/>
                    <a:pt x="87" y="105"/>
                  </a:cubicBezTo>
                  <a:cubicBezTo>
                    <a:pt x="51" y="105"/>
                    <a:pt x="51" y="105"/>
                    <a:pt x="51" y="105"/>
                  </a:cubicBezTo>
                  <a:cubicBezTo>
                    <a:pt x="38" y="105"/>
                    <a:pt x="28" y="94"/>
                    <a:pt x="28" y="82"/>
                  </a:cubicBezTo>
                  <a:cubicBezTo>
                    <a:pt x="28" y="39"/>
                    <a:pt x="28" y="39"/>
                    <a:pt x="28" y="39"/>
                  </a:cubicBezTo>
                  <a:cubicBezTo>
                    <a:pt x="28" y="37"/>
                    <a:pt x="26" y="36"/>
                    <a:pt x="25" y="36"/>
                  </a:cubicBezTo>
                  <a:cubicBezTo>
                    <a:pt x="24" y="36"/>
                    <a:pt x="23" y="37"/>
                    <a:pt x="23" y="37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7" y="42"/>
                    <a:pt x="15" y="43"/>
                    <a:pt x="13" y="43"/>
                  </a:cubicBezTo>
                  <a:cubicBezTo>
                    <a:pt x="12" y="43"/>
                    <a:pt x="10" y="42"/>
                    <a:pt x="8" y="41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5" y="38"/>
                    <a:pt x="5" y="33"/>
                    <a:pt x="8" y="30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1" y="7"/>
                    <a:pt x="33" y="6"/>
                    <a:pt x="35" y="6"/>
                  </a:cubicBezTo>
                  <a:moveTo>
                    <a:pt x="35" y="0"/>
                  </a:moveTo>
                  <a:cubicBezTo>
                    <a:pt x="31" y="0"/>
                    <a:pt x="28" y="1"/>
                    <a:pt x="25" y="4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1" y="28"/>
                    <a:pt x="0" y="32"/>
                    <a:pt x="0" y="36"/>
                  </a:cubicBezTo>
                  <a:cubicBezTo>
                    <a:pt x="0" y="39"/>
                    <a:pt x="1" y="43"/>
                    <a:pt x="4" y="45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7" y="48"/>
                    <a:pt x="10" y="49"/>
                    <a:pt x="13" y="49"/>
                  </a:cubicBezTo>
                  <a:cubicBezTo>
                    <a:pt x="17" y="49"/>
                    <a:pt x="19" y="48"/>
                    <a:pt x="22" y="46"/>
                  </a:cubicBezTo>
                  <a:cubicBezTo>
                    <a:pt x="22" y="82"/>
                    <a:pt x="22" y="82"/>
                    <a:pt x="22" y="82"/>
                  </a:cubicBezTo>
                  <a:cubicBezTo>
                    <a:pt x="22" y="98"/>
                    <a:pt x="35" y="111"/>
                    <a:pt x="51" y="111"/>
                  </a:cubicBezTo>
                  <a:cubicBezTo>
                    <a:pt x="87" y="111"/>
                    <a:pt x="87" y="111"/>
                    <a:pt x="87" y="111"/>
                  </a:cubicBezTo>
                  <a:cubicBezTo>
                    <a:pt x="93" y="111"/>
                    <a:pt x="98" y="106"/>
                    <a:pt x="98" y="100"/>
                  </a:cubicBezTo>
                  <a:cubicBezTo>
                    <a:pt x="98" y="94"/>
                    <a:pt x="98" y="94"/>
                    <a:pt x="98" y="94"/>
                  </a:cubicBezTo>
                  <a:cubicBezTo>
                    <a:pt x="98" y="88"/>
                    <a:pt x="93" y="83"/>
                    <a:pt x="86" y="83"/>
                  </a:cubicBezTo>
                  <a:cubicBezTo>
                    <a:pt x="56" y="83"/>
                    <a:pt x="56" y="83"/>
                    <a:pt x="56" y="83"/>
                  </a:cubicBezTo>
                  <a:cubicBezTo>
                    <a:pt x="52" y="83"/>
                    <a:pt x="49" y="80"/>
                    <a:pt x="49" y="76"/>
                  </a:cubicBezTo>
                  <a:cubicBezTo>
                    <a:pt x="49" y="47"/>
                    <a:pt x="49" y="47"/>
                    <a:pt x="49" y="47"/>
                  </a:cubicBezTo>
                  <a:cubicBezTo>
                    <a:pt x="52" y="49"/>
                    <a:pt x="55" y="50"/>
                    <a:pt x="58" y="50"/>
                  </a:cubicBezTo>
                  <a:cubicBezTo>
                    <a:pt x="61" y="50"/>
                    <a:pt x="64" y="49"/>
                    <a:pt x="66" y="47"/>
                  </a:cubicBezTo>
                  <a:cubicBezTo>
                    <a:pt x="70" y="44"/>
                    <a:pt x="71" y="40"/>
                    <a:pt x="71" y="38"/>
                  </a:cubicBezTo>
                  <a:cubicBezTo>
                    <a:pt x="72" y="32"/>
                    <a:pt x="68" y="27"/>
                    <a:pt x="64" y="23"/>
                  </a:cubicBezTo>
                  <a:cubicBezTo>
                    <a:pt x="57" y="16"/>
                    <a:pt x="45" y="4"/>
                    <a:pt x="45" y="4"/>
                  </a:cubicBezTo>
                  <a:cubicBezTo>
                    <a:pt x="42" y="1"/>
                    <a:pt x="39" y="0"/>
                    <a:pt x="3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3" name="Google Shape;163;p1"/>
            <p:cNvSpPr/>
            <p:nvPr/>
          </p:nvSpPr>
          <p:spPr>
            <a:xfrm>
              <a:off x="3490997" y="3399047"/>
              <a:ext cx="373071" cy="435362"/>
            </a:xfrm>
            <a:custGeom>
              <a:avLst/>
              <a:gdLst/>
              <a:ahLst/>
              <a:cxnLst/>
              <a:rect l="l" t="t" r="r" b="b"/>
              <a:pathLst>
                <a:path w="98" h="111" extrusionOk="0">
                  <a:moveTo>
                    <a:pt x="47" y="6"/>
                  </a:moveTo>
                  <a:cubicBezTo>
                    <a:pt x="59" y="6"/>
                    <a:pt x="70" y="16"/>
                    <a:pt x="70" y="29"/>
                  </a:cubicBezTo>
                  <a:cubicBezTo>
                    <a:pt x="70" y="71"/>
                    <a:pt x="70" y="71"/>
                    <a:pt x="70" y="71"/>
                  </a:cubicBezTo>
                  <a:cubicBezTo>
                    <a:pt x="70" y="73"/>
                    <a:pt x="71" y="74"/>
                    <a:pt x="73" y="74"/>
                  </a:cubicBezTo>
                  <a:cubicBezTo>
                    <a:pt x="73" y="74"/>
                    <a:pt x="74" y="74"/>
                    <a:pt x="75" y="73"/>
                  </a:cubicBezTo>
                  <a:cubicBezTo>
                    <a:pt x="78" y="70"/>
                    <a:pt x="78" y="70"/>
                    <a:pt x="78" y="70"/>
                  </a:cubicBezTo>
                  <a:cubicBezTo>
                    <a:pt x="80" y="68"/>
                    <a:pt x="82" y="67"/>
                    <a:pt x="84" y="67"/>
                  </a:cubicBezTo>
                  <a:cubicBezTo>
                    <a:pt x="86" y="67"/>
                    <a:pt x="88" y="68"/>
                    <a:pt x="89" y="69"/>
                  </a:cubicBezTo>
                  <a:cubicBezTo>
                    <a:pt x="89" y="69"/>
                    <a:pt x="89" y="69"/>
                    <a:pt x="89" y="69"/>
                  </a:cubicBezTo>
                  <a:cubicBezTo>
                    <a:pt x="92" y="72"/>
                    <a:pt x="92" y="78"/>
                    <a:pt x="89" y="81"/>
                  </a:cubicBezTo>
                  <a:cubicBezTo>
                    <a:pt x="68" y="102"/>
                    <a:pt x="68" y="102"/>
                    <a:pt x="68" y="102"/>
                  </a:cubicBezTo>
                  <a:cubicBezTo>
                    <a:pt x="66" y="104"/>
                    <a:pt x="64" y="105"/>
                    <a:pt x="62" y="105"/>
                  </a:cubicBezTo>
                  <a:cubicBezTo>
                    <a:pt x="60" y="105"/>
                    <a:pt x="58" y="104"/>
                    <a:pt x="57" y="102"/>
                  </a:cubicBezTo>
                  <a:cubicBezTo>
                    <a:pt x="57" y="102"/>
                    <a:pt x="44" y="91"/>
                    <a:pt x="37" y="83"/>
                  </a:cubicBezTo>
                  <a:cubicBezTo>
                    <a:pt x="33" y="79"/>
                    <a:pt x="29" y="73"/>
                    <a:pt x="35" y="68"/>
                  </a:cubicBezTo>
                  <a:cubicBezTo>
                    <a:pt x="36" y="67"/>
                    <a:pt x="38" y="67"/>
                    <a:pt x="39" y="67"/>
                  </a:cubicBezTo>
                  <a:cubicBezTo>
                    <a:pt x="43" y="67"/>
                    <a:pt x="47" y="69"/>
                    <a:pt x="49" y="72"/>
                  </a:cubicBezTo>
                  <a:cubicBezTo>
                    <a:pt x="50" y="73"/>
                    <a:pt x="50" y="73"/>
                    <a:pt x="51" y="73"/>
                  </a:cubicBezTo>
                  <a:cubicBezTo>
                    <a:pt x="53" y="73"/>
                    <a:pt x="54" y="72"/>
                    <a:pt x="54" y="70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4" y="27"/>
                    <a:pt x="48" y="21"/>
                    <a:pt x="4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8" y="21"/>
                    <a:pt x="6" y="19"/>
                    <a:pt x="6" y="16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8"/>
                    <a:pt x="8" y="6"/>
                    <a:pt x="11" y="6"/>
                  </a:cubicBezTo>
                  <a:cubicBezTo>
                    <a:pt x="47" y="6"/>
                    <a:pt x="47" y="6"/>
                    <a:pt x="47" y="6"/>
                  </a:cubicBezTo>
                  <a:moveTo>
                    <a:pt x="47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22"/>
                    <a:pt x="5" y="27"/>
                    <a:pt x="1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5" y="27"/>
                    <a:pt x="48" y="30"/>
                    <a:pt x="48" y="34"/>
                  </a:cubicBezTo>
                  <a:cubicBezTo>
                    <a:pt x="48" y="63"/>
                    <a:pt x="48" y="63"/>
                    <a:pt x="48" y="63"/>
                  </a:cubicBezTo>
                  <a:cubicBezTo>
                    <a:pt x="46" y="62"/>
                    <a:pt x="43" y="61"/>
                    <a:pt x="39" y="61"/>
                  </a:cubicBezTo>
                  <a:cubicBezTo>
                    <a:pt x="36" y="61"/>
                    <a:pt x="33" y="62"/>
                    <a:pt x="31" y="64"/>
                  </a:cubicBezTo>
                  <a:cubicBezTo>
                    <a:pt x="27" y="67"/>
                    <a:pt x="26" y="70"/>
                    <a:pt x="26" y="73"/>
                  </a:cubicBezTo>
                  <a:cubicBezTo>
                    <a:pt x="26" y="79"/>
                    <a:pt x="30" y="84"/>
                    <a:pt x="33" y="87"/>
                  </a:cubicBezTo>
                  <a:cubicBezTo>
                    <a:pt x="40" y="95"/>
                    <a:pt x="52" y="106"/>
                    <a:pt x="52" y="107"/>
                  </a:cubicBezTo>
                  <a:cubicBezTo>
                    <a:pt x="55" y="109"/>
                    <a:pt x="58" y="111"/>
                    <a:pt x="62" y="111"/>
                  </a:cubicBezTo>
                  <a:cubicBezTo>
                    <a:pt x="66" y="111"/>
                    <a:pt x="69" y="109"/>
                    <a:pt x="72" y="107"/>
                  </a:cubicBezTo>
                  <a:cubicBezTo>
                    <a:pt x="94" y="85"/>
                    <a:pt x="94" y="85"/>
                    <a:pt x="94" y="85"/>
                  </a:cubicBezTo>
                  <a:cubicBezTo>
                    <a:pt x="96" y="82"/>
                    <a:pt x="98" y="79"/>
                    <a:pt x="98" y="75"/>
                  </a:cubicBezTo>
                  <a:cubicBezTo>
                    <a:pt x="98" y="71"/>
                    <a:pt x="96" y="68"/>
                    <a:pt x="93" y="65"/>
                  </a:cubicBezTo>
                  <a:cubicBezTo>
                    <a:pt x="90" y="63"/>
                    <a:pt x="87" y="61"/>
                    <a:pt x="84" y="61"/>
                  </a:cubicBezTo>
                  <a:cubicBezTo>
                    <a:pt x="81" y="61"/>
                    <a:pt x="78" y="62"/>
                    <a:pt x="76" y="64"/>
                  </a:cubicBezTo>
                  <a:cubicBezTo>
                    <a:pt x="76" y="29"/>
                    <a:pt x="76" y="29"/>
                    <a:pt x="76" y="29"/>
                  </a:cubicBezTo>
                  <a:cubicBezTo>
                    <a:pt x="76" y="13"/>
                    <a:pt x="63" y="0"/>
                    <a:pt x="4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4" name="Google Shape;164;p1"/>
            <p:cNvSpPr/>
            <p:nvPr/>
          </p:nvSpPr>
          <p:spPr>
            <a:xfrm>
              <a:off x="2026203" y="3516677"/>
              <a:ext cx="426741" cy="443475"/>
            </a:xfrm>
            <a:custGeom>
              <a:avLst/>
              <a:gdLst/>
              <a:ahLst/>
              <a:cxnLst/>
              <a:rect l="l" t="t" r="r" b="b"/>
              <a:pathLst>
                <a:path w="112" h="113" extrusionOk="0">
                  <a:moveTo>
                    <a:pt x="79" y="0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15" y="0"/>
                    <a:pt x="0" y="15"/>
                    <a:pt x="0" y="34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98"/>
                    <a:pt x="15" y="113"/>
                    <a:pt x="33" y="113"/>
                  </a:cubicBezTo>
                  <a:cubicBezTo>
                    <a:pt x="79" y="113"/>
                    <a:pt x="79" y="113"/>
                    <a:pt x="79" y="113"/>
                  </a:cubicBezTo>
                  <a:cubicBezTo>
                    <a:pt x="97" y="113"/>
                    <a:pt x="112" y="98"/>
                    <a:pt x="112" y="79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2" y="15"/>
                    <a:pt x="97" y="0"/>
                    <a:pt x="7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5" name="Google Shape;165;p1"/>
            <p:cNvSpPr/>
            <p:nvPr/>
          </p:nvSpPr>
          <p:spPr>
            <a:xfrm>
              <a:off x="2303715" y="3559943"/>
              <a:ext cx="107340" cy="109516"/>
            </a:xfrm>
            <a:custGeom>
              <a:avLst/>
              <a:gdLst/>
              <a:ahLst/>
              <a:cxnLst/>
              <a:rect l="l" t="t" r="r" b="b"/>
              <a:pathLst>
                <a:path w="28" h="28" extrusionOk="0">
                  <a:moveTo>
                    <a:pt x="14" y="6"/>
                  </a:moveTo>
                  <a:cubicBezTo>
                    <a:pt x="19" y="6"/>
                    <a:pt x="22" y="10"/>
                    <a:pt x="22" y="14"/>
                  </a:cubicBezTo>
                  <a:cubicBezTo>
                    <a:pt x="22" y="19"/>
                    <a:pt x="19" y="22"/>
                    <a:pt x="14" y="22"/>
                  </a:cubicBezTo>
                  <a:cubicBezTo>
                    <a:pt x="10" y="22"/>
                    <a:pt x="6" y="19"/>
                    <a:pt x="6" y="14"/>
                  </a:cubicBezTo>
                  <a:cubicBezTo>
                    <a:pt x="6" y="10"/>
                    <a:pt x="10" y="6"/>
                    <a:pt x="14" y="6"/>
                  </a:cubicBezTo>
                  <a:moveTo>
                    <a:pt x="14" y="0"/>
                  </a:moveTo>
                  <a:cubicBezTo>
                    <a:pt x="7" y="0"/>
                    <a:pt x="0" y="6"/>
                    <a:pt x="0" y="14"/>
                  </a:cubicBezTo>
                  <a:cubicBezTo>
                    <a:pt x="0" y="22"/>
                    <a:pt x="7" y="28"/>
                    <a:pt x="14" y="28"/>
                  </a:cubicBezTo>
                  <a:cubicBezTo>
                    <a:pt x="22" y="28"/>
                    <a:pt x="28" y="22"/>
                    <a:pt x="28" y="14"/>
                  </a:cubicBezTo>
                  <a:cubicBezTo>
                    <a:pt x="28" y="6"/>
                    <a:pt x="22" y="0"/>
                    <a:pt x="1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6" name="Google Shape;166;p1"/>
            <p:cNvSpPr/>
            <p:nvPr/>
          </p:nvSpPr>
          <p:spPr>
            <a:xfrm>
              <a:off x="2026203" y="3516677"/>
              <a:ext cx="426741" cy="443475"/>
            </a:xfrm>
            <a:custGeom>
              <a:avLst/>
              <a:gdLst/>
              <a:ahLst/>
              <a:cxnLst/>
              <a:rect l="l" t="t" r="r" b="b"/>
              <a:pathLst>
                <a:path w="112" h="113" extrusionOk="0">
                  <a:moveTo>
                    <a:pt x="79" y="0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15" y="0"/>
                    <a:pt x="0" y="15"/>
                    <a:pt x="0" y="34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98"/>
                    <a:pt x="15" y="113"/>
                    <a:pt x="33" y="113"/>
                  </a:cubicBezTo>
                  <a:cubicBezTo>
                    <a:pt x="79" y="113"/>
                    <a:pt x="79" y="113"/>
                    <a:pt x="79" y="113"/>
                  </a:cubicBezTo>
                  <a:cubicBezTo>
                    <a:pt x="97" y="113"/>
                    <a:pt x="112" y="98"/>
                    <a:pt x="112" y="79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2" y="15"/>
                    <a:pt x="97" y="0"/>
                    <a:pt x="7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7" name="Google Shape;167;p1"/>
            <p:cNvSpPr/>
            <p:nvPr/>
          </p:nvSpPr>
          <p:spPr>
            <a:xfrm>
              <a:off x="2147942" y="3658642"/>
              <a:ext cx="175409" cy="179823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8" name="Google Shape;168;p1"/>
            <p:cNvSpPr/>
            <p:nvPr/>
          </p:nvSpPr>
          <p:spPr>
            <a:xfrm>
              <a:off x="2083800" y="3580223"/>
              <a:ext cx="311547" cy="321790"/>
            </a:xfrm>
            <a:custGeom>
              <a:avLst/>
              <a:gdLst/>
              <a:ahLst/>
              <a:cxnLst/>
              <a:rect l="l" t="t" r="r" b="b"/>
              <a:pathLst>
                <a:path w="82" h="82" extrusionOk="0">
                  <a:moveTo>
                    <a:pt x="67" y="2"/>
                  </a:moveTo>
                  <a:cubicBezTo>
                    <a:pt x="64" y="0"/>
                    <a:pt x="61" y="0"/>
                    <a:pt x="5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71"/>
                    <a:pt x="11" y="82"/>
                    <a:pt x="25" y="82"/>
                  </a:cubicBezTo>
                  <a:cubicBezTo>
                    <a:pt x="58" y="82"/>
                    <a:pt x="58" y="82"/>
                    <a:pt x="58" y="82"/>
                  </a:cubicBezTo>
                  <a:cubicBezTo>
                    <a:pt x="71" y="82"/>
                    <a:pt x="82" y="71"/>
                    <a:pt x="82" y="57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1"/>
                    <a:pt x="81" y="18"/>
                    <a:pt x="80" y="15"/>
                  </a:cubicBez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9" name="Google Shape;169;p1"/>
            <p:cNvSpPr/>
            <p:nvPr/>
          </p:nvSpPr>
          <p:spPr>
            <a:xfrm>
              <a:off x="1417508" y="4552352"/>
              <a:ext cx="289293" cy="298804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70" name="Google Shape;170;p1"/>
            <p:cNvSpPr/>
            <p:nvPr/>
          </p:nvSpPr>
          <p:spPr>
            <a:xfrm>
              <a:off x="1513067" y="4611843"/>
              <a:ext cx="98176" cy="86532"/>
            </a:xfrm>
            <a:custGeom>
              <a:avLst/>
              <a:gdLst/>
              <a:ahLst/>
              <a:cxnLst/>
              <a:rect l="l" t="t" r="r" b="b"/>
              <a:pathLst>
                <a:path w="26" h="22" extrusionOk="0">
                  <a:moveTo>
                    <a:pt x="0" y="4"/>
                  </a:moveTo>
                  <a:cubicBezTo>
                    <a:pt x="5" y="2"/>
                    <a:pt x="10" y="0"/>
                    <a:pt x="16" y="1"/>
                  </a:cubicBezTo>
                  <a:cubicBezTo>
                    <a:pt x="19" y="2"/>
                    <a:pt x="23" y="3"/>
                    <a:pt x="25" y="7"/>
                  </a:cubicBezTo>
                  <a:cubicBezTo>
                    <a:pt x="26" y="9"/>
                    <a:pt x="26" y="13"/>
                    <a:pt x="24" y="16"/>
                  </a:cubicBezTo>
                  <a:cubicBezTo>
                    <a:pt x="22" y="18"/>
                    <a:pt x="19" y="20"/>
                    <a:pt x="16" y="21"/>
                  </a:cubicBezTo>
                  <a:cubicBezTo>
                    <a:pt x="13" y="22"/>
                    <a:pt x="9" y="22"/>
                    <a:pt x="6" y="22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71" name="Google Shape;171;p1"/>
            <p:cNvSpPr/>
            <p:nvPr/>
          </p:nvSpPr>
          <p:spPr>
            <a:xfrm>
              <a:off x="1520921" y="4694318"/>
              <a:ext cx="128284" cy="98700"/>
            </a:xfrm>
            <a:custGeom>
              <a:avLst/>
              <a:gdLst/>
              <a:ahLst/>
              <a:cxnLst/>
              <a:rect l="l" t="t" r="r" b="b"/>
              <a:pathLst>
                <a:path w="34" h="25" extrusionOk="0">
                  <a:moveTo>
                    <a:pt x="6" y="1"/>
                  </a:moveTo>
                  <a:cubicBezTo>
                    <a:pt x="9" y="0"/>
                    <a:pt x="12" y="0"/>
                    <a:pt x="16" y="1"/>
                  </a:cubicBezTo>
                  <a:cubicBezTo>
                    <a:pt x="19" y="1"/>
                    <a:pt x="23" y="2"/>
                    <a:pt x="25" y="4"/>
                  </a:cubicBezTo>
                  <a:cubicBezTo>
                    <a:pt x="34" y="11"/>
                    <a:pt x="25" y="22"/>
                    <a:pt x="17" y="24"/>
                  </a:cubicBezTo>
                  <a:cubicBezTo>
                    <a:pt x="10" y="25"/>
                    <a:pt x="3" y="22"/>
                    <a:pt x="0" y="16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72" name="Google Shape;172;p1"/>
            <p:cNvSpPr/>
            <p:nvPr/>
          </p:nvSpPr>
          <p:spPr>
            <a:xfrm>
              <a:off x="1493431" y="3190831"/>
              <a:ext cx="396633" cy="730111"/>
            </a:xfrm>
            <a:custGeom>
              <a:avLst/>
              <a:gdLst/>
              <a:ahLst/>
              <a:cxnLst/>
              <a:rect l="l" t="t" r="r" b="b"/>
              <a:pathLst>
                <a:path w="104" h="186" extrusionOk="0">
                  <a:moveTo>
                    <a:pt x="93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172"/>
                    <a:pt x="0" y="172"/>
                    <a:pt x="0" y="172"/>
                  </a:cubicBezTo>
                  <a:cubicBezTo>
                    <a:pt x="0" y="180"/>
                    <a:pt x="6" y="186"/>
                    <a:pt x="13" y="186"/>
                  </a:cubicBezTo>
                  <a:cubicBezTo>
                    <a:pt x="90" y="186"/>
                    <a:pt x="90" y="186"/>
                    <a:pt x="90" y="186"/>
                  </a:cubicBezTo>
                  <a:cubicBezTo>
                    <a:pt x="97" y="186"/>
                    <a:pt x="103" y="180"/>
                    <a:pt x="103" y="172"/>
                  </a:cubicBezTo>
                  <a:cubicBezTo>
                    <a:pt x="103" y="13"/>
                    <a:pt x="103" y="13"/>
                    <a:pt x="103" y="13"/>
                  </a:cubicBezTo>
                  <a:cubicBezTo>
                    <a:pt x="104" y="1"/>
                    <a:pt x="93" y="0"/>
                    <a:pt x="93" y="0"/>
                  </a:cubicBezTo>
                  <a:close/>
                  <a:moveTo>
                    <a:pt x="52" y="173"/>
                  </a:moveTo>
                  <a:cubicBezTo>
                    <a:pt x="47" y="173"/>
                    <a:pt x="43" y="169"/>
                    <a:pt x="43" y="164"/>
                  </a:cubicBezTo>
                  <a:cubicBezTo>
                    <a:pt x="43" y="160"/>
                    <a:pt x="47" y="156"/>
                    <a:pt x="52" y="156"/>
                  </a:cubicBezTo>
                  <a:cubicBezTo>
                    <a:pt x="56" y="156"/>
                    <a:pt x="60" y="160"/>
                    <a:pt x="60" y="164"/>
                  </a:cubicBezTo>
                  <a:cubicBezTo>
                    <a:pt x="60" y="169"/>
                    <a:pt x="56" y="173"/>
                    <a:pt x="52" y="173"/>
                  </a:cubicBezTo>
                  <a:close/>
                  <a:moveTo>
                    <a:pt x="81" y="144"/>
                  </a:moveTo>
                  <a:cubicBezTo>
                    <a:pt x="21" y="144"/>
                    <a:pt x="21" y="144"/>
                    <a:pt x="21" y="144"/>
                  </a:cubicBezTo>
                  <a:cubicBezTo>
                    <a:pt x="16" y="144"/>
                    <a:pt x="13" y="140"/>
                    <a:pt x="13" y="136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3" y="31"/>
                    <a:pt x="17" y="27"/>
                    <a:pt x="21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6" y="27"/>
                    <a:pt x="90" y="31"/>
                    <a:pt x="90" y="35"/>
                  </a:cubicBezTo>
                  <a:cubicBezTo>
                    <a:pt x="89" y="137"/>
                    <a:pt x="89" y="137"/>
                    <a:pt x="89" y="137"/>
                  </a:cubicBezTo>
                  <a:cubicBezTo>
                    <a:pt x="89" y="141"/>
                    <a:pt x="85" y="144"/>
                    <a:pt x="81" y="144"/>
                  </a:cubicBezTo>
                  <a:close/>
                  <a:moveTo>
                    <a:pt x="93" y="144"/>
                  </a:moveTo>
                  <a:cubicBezTo>
                    <a:pt x="93" y="144"/>
                    <a:pt x="93" y="144"/>
                    <a:pt x="93" y="144"/>
                  </a:cubicBez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cxnSp>
          <p:nvCxnSpPr>
            <p:cNvPr id="173" name="Google Shape;173;p1"/>
            <p:cNvCxnSpPr/>
            <p:nvPr/>
          </p:nvCxnSpPr>
          <p:spPr>
            <a:xfrm flipH="1">
              <a:off x="1581136" y="3347669"/>
              <a:ext cx="201589" cy="255538"/>
            </a:xfrm>
            <a:prstGeom prst="straightConnector1">
              <a:avLst/>
            </a:prstGeom>
            <a:solidFill>
              <a:schemeClr val="lt1"/>
            </a:solidFill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4" name="Google Shape;174;p1"/>
            <p:cNvCxnSpPr/>
            <p:nvPr/>
          </p:nvCxnSpPr>
          <p:spPr>
            <a:xfrm flipH="1">
              <a:off x="1649205" y="3442313"/>
              <a:ext cx="137447" cy="164951"/>
            </a:xfrm>
            <a:prstGeom prst="straightConnector1">
              <a:avLst/>
            </a:prstGeom>
            <a:solidFill>
              <a:schemeClr val="lt1"/>
            </a:solidFill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5" name="Google Shape;175;p1"/>
            <p:cNvCxnSpPr/>
            <p:nvPr/>
          </p:nvCxnSpPr>
          <p:spPr>
            <a:xfrm>
              <a:off x="1619097" y="3242209"/>
              <a:ext cx="137447" cy="0"/>
            </a:xfrm>
            <a:prstGeom prst="straightConnector1">
              <a:avLst/>
            </a:prstGeom>
            <a:solidFill>
              <a:schemeClr val="lt1"/>
            </a:solidFill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76" name="Google Shape;176;p1"/>
            <p:cNvSpPr/>
            <p:nvPr/>
          </p:nvSpPr>
          <p:spPr>
            <a:xfrm>
              <a:off x="1527466" y="3042104"/>
              <a:ext cx="77232" cy="94644"/>
            </a:xfrm>
            <a:custGeom>
              <a:avLst/>
              <a:gdLst/>
              <a:ahLst/>
              <a:cxnLst/>
              <a:rect l="l" t="t" r="r" b="b"/>
              <a:pathLst>
                <a:path w="20" h="24" extrusionOk="0">
                  <a:moveTo>
                    <a:pt x="0" y="0"/>
                  </a:moveTo>
                  <a:cubicBezTo>
                    <a:pt x="7" y="8"/>
                    <a:pt x="13" y="16"/>
                    <a:pt x="20" y="24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77" name="Google Shape;177;p1"/>
            <p:cNvSpPr/>
            <p:nvPr/>
          </p:nvSpPr>
          <p:spPr>
            <a:xfrm>
              <a:off x="1684548" y="2967742"/>
              <a:ext cx="3927" cy="156839"/>
            </a:xfrm>
            <a:custGeom>
              <a:avLst/>
              <a:gdLst/>
              <a:ahLst/>
              <a:cxnLst/>
              <a:rect l="l" t="t" r="r" b="b"/>
              <a:pathLst>
                <a:path w="1" h="40" extrusionOk="0">
                  <a:moveTo>
                    <a:pt x="1" y="0"/>
                  </a:moveTo>
                  <a:cubicBezTo>
                    <a:pt x="1" y="13"/>
                    <a:pt x="0" y="27"/>
                    <a:pt x="0" y="4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78" name="Google Shape;178;p1"/>
            <p:cNvSpPr/>
            <p:nvPr/>
          </p:nvSpPr>
          <p:spPr>
            <a:xfrm>
              <a:off x="1764399" y="3054273"/>
              <a:ext cx="86395" cy="82475"/>
            </a:xfrm>
            <a:custGeom>
              <a:avLst/>
              <a:gdLst/>
              <a:ahLst/>
              <a:cxnLst/>
              <a:rect l="l" t="t" r="r" b="b"/>
              <a:pathLst>
                <a:path w="23" h="21" extrusionOk="0">
                  <a:moveTo>
                    <a:pt x="0" y="21"/>
                  </a:moveTo>
                  <a:cubicBezTo>
                    <a:pt x="7" y="13"/>
                    <a:pt x="15" y="6"/>
                    <a:pt x="23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79" name="Google Shape;179;p1"/>
            <p:cNvSpPr/>
            <p:nvPr/>
          </p:nvSpPr>
          <p:spPr>
            <a:xfrm>
              <a:off x="1041819" y="2194365"/>
              <a:ext cx="287985" cy="298804"/>
            </a:xfrm>
            <a:prstGeom prst="ellipse">
              <a:avLst/>
            </a:pr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80" name="Google Shape;180;p1"/>
            <p:cNvSpPr/>
            <p:nvPr/>
          </p:nvSpPr>
          <p:spPr>
            <a:xfrm>
              <a:off x="1136069" y="2295769"/>
              <a:ext cx="95558" cy="129797"/>
            </a:xfrm>
            <a:custGeom>
              <a:avLst/>
              <a:gdLst/>
              <a:ahLst/>
              <a:cxnLst/>
              <a:rect l="l" t="t" r="r" b="b"/>
              <a:pathLst>
                <a:path w="25" h="33" extrusionOk="0">
                  <a:moveTo>
                    <a:pt x="0" y="1"/>
                  </a:moveTo>
                  <a:cubicBezTo>
                    <a:pt x="8" y="1"/>
                    <a:pt x="16" y="0"/>
                    <a:pt x="25" y="0"/>
                  </a:cubicBezTo>
                  <a:cubicBezTo>
                    <a:pt x="15" y="7"/>
                    <a:pt x="9" y="20"/>
                    <a:pt x="11" y="33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81" name="Google Shape;181;p1"/>
            <p:cNvSpPr/>
            <p:nvPr/>
          </p:nvSpPr>
          <p:spPr>
            <a:xfrm>
              <a:off x="1143923" y="2367428"/>
              <a:ext cx="71996" cy="4056"/>
            </a:xfrm>
            <a:custGeom>
              <a:avLst/>
              <a:gdLst/>
              <a:ahLst/>
              <a:cxnLst/>
              <a:rect l="l" t="t" r="r" b="b"/>
              <a:pathLst>
                <a:path w="19" h="1" extrusionOk="0">
                  <a:moveTo>
                    <a:pt x="0" y="1"/>
                  </a:moveTo>
                  <a:cubicBezTo>
                    <a:pt x="7" y="1"/>
                    <a:pt x="13" y="0"/>
                    <a:pt x="19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82" name="Google Shape;182;p1"/>
            <p:cNvSpPr/>
            <p:nvPr/>
          </p:nvSpPr>
          <p:spPr>
            <a:xfrm>
              <a:off x="1444998" y="1759003"/>
              <a:ext cx="483028" cy="494853"/>
            </a:xfrm>
            <a:custGeom>
              <a:avLst/>
              <a:gdLst/>
              <a:ahLst/>
              <a:cxnLst/>
              <a:rect l="l" t="t" r="r" b="b"/>
              <a:pathLst>
                <a:path w="127" h="126" extrusionOk="0">
                  <a:moveTo>
                    <a:pt x="126" y="63"/>
                  </a:moveTo>
                  <a:cubicBezTo>
                    <a:pt x="126" y="28"/>
                    <a:pt x="98" y="1"/>
                    <a:pt x="63" y="1"/>
                  </a:cubicBezTo>
                  <a:cubicBezTo>
                    <a:pt x="63" y="1"/>
                    <a:pt x="3" y="0"/>
                    <a:pt x="1" y="64"/>
                  </a:cubicBezTo>
                  <a:cubicBezTo>
                    <a:pt x="0" y="99"/>
                    <a:pt x="30" y="126"/>
                    <a:pt x="65" y="126"/>
                  </a:cubicBezTo>
                  <a:cubicBezTo>
                    <a:pt x="65" y="126"/>
                    <a:pt x="65" y="126"/>
                    <a:pt x="65" y="126"/>
                  </a:cubicBezTo>
                  <a:cubicBezTo>
                    <a:pt x="65" y="126"/>
                    <a:pt x="65" y="126"/>
                    <a:pt x="65" y="126"/>
                  </a:cubicBezTo>
                  <a:cubicBezTo>
                    <a:pt x="65" y="126"/>
                    <a:pt x="65" y="126"/>
                    <a:pt x="65" y="126"/>
                  </a:cubicBezTo>
                  <a:cubicBezTo>
                    <a:pt x="99" y="126"/>
                    <a:pt x="127" y="97"/>
                    <a:pt x="126" y="63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83" name="Google Shape;183;p1"/>
            <p:cNvSpPr/>
            <p:nvPr/>
          </p:nvSpPr>
          <p:spPr>
            <a:xfrm>
              <a:off x="1600771" y="1771171"/>
              <a:ext cx="178027" cy="482684"/>
            </a:xfrm>
            <a:custGeom>
              <a:avLst/>
              <a:gdLst/>
              <a:ahLst/>
              <a:cxnLst/>
              <a:rect l="l" t="t" r="r" b="b"/>
              <a:pathLst>
                <a:path w="47" h="123" extrusionOk="0">
                  <a:moveTo>
                    <a:pt x="47" y="60"/>
                  </a:moveTo>
                  <a:cubicBezTo>
                    <a:pt x="47" y="95"/>
                    <a:pt x="40" y="123"/>
                    <a:pt x="24" y="123"/>
                  </a:cubicBezTo>
                  <a:cubicBezTo>
                    <a:pt x="8" y="123"/>
                    <a:pt x="0" y="94"/>
                    <a:pt x="0" y="59"/>
                  </a:cubicBezTo>
                  <a:cubicBezTo>
                    <a:pt x="0" y="25"/>
                    <a:pt x="8" y="0"/>
                    <a:pt x="24" y="0"/>
                  </a:cubicBezTo>
                  <a:cubicBezTo>
                    <a:pt x="41" y="0"/>
                    <a:pt x="47" y="25"/>
                    <a:pt x="47" y="6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84" name="Google Shape;184;p1"/>
            <p:cNvSpPr/>
            <p:nvPr/>
          </p:nvSpPr>
          <p:spPr>
            <a:xfrm>
              <a:off x="1455470" y="1899617"/>
              <a:ext cx="476484" cy="200104"/>
            </a:xfrm>
            <a:custGeom>
              <a:avLst/>
              <a:gdLst/>
              <a:ahLst/>
              <a:cxnLst/>
              <a:rect l="l" t="t" r="r" b="b"/>
              <a:pathLst>
                <a:path w="125" h="51" extrusionOk="0">
                  <a:moveTo>
                    <a:pt x="61" y="0"/>
                  </a:moveTo>
                  <a:cubicBezTo>
                    <a:pt x="96" y="0"/>
                    <a:pt x="125" y="11"/>
                    <a:pt x="125" y="27"/>
                  </a:cubicBezTo>
                  <a:cubicBezTo>
                    <a:pt x="125" y="43"/>
                    <a:pt x="97" y="51"/>
                    <a:pt x="62" y="51"/>
                  </a:cubicBezTo>
                  <a:cubicBezTo>
                    <a:pt x="27" y="51"/>
                    <a:pt x="0" y="43"/>
                    <a:pt x="0" y="27"/>
                  </a:cubicBezTo>
                  <a:cubicBezTo>
                    <a:pt x="0" y="11"/>
                    <a:pt x="27" y="0"/>
                    <a:pt x="6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85" name="Google Shape;185;p1"/>
            <p:cNvSpPr/>
            <p:nvPr/>
          </p:nvSpPr>
          <p:spPr>
            <a:xfrm>
              <a:off x="1551028" y="2386357"/>
              <a:ext cx="247405" cy="255538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86" name="Google Shape;186;p1"/>
            <p:cNvSpPr/>
            <p:nvPr/>
          </p:nvSpPr>
          <p:spPr>
            <a:xfrm>
              <a:off x="1596844" y="2759525"/>
              <a:ext cx="151846" cy="121685"/>
            </a:xfrm>
            <a:custGeom>
              <a:avLst/>
              <a:gdLst/>
              <a:ahLst/>
              <a:cxnLst/>
              <a:rect l="l" t="t" r="r" b="b"/>
              <a:pathLst>
                <a:path w="40" h="31" extrusionOk="0">
                  <a:moveTo>
                    <a:pt x="40" y="31"/>
                  </a:moveTo>
                  <a:cubicBezTo>
                    <a:pt x="40" y="12"/>
                    <a:pt x="40" y="12"/>
                    <a:pt x="40" y="12"/>
                  </a:cubicBezTo>
                  <a:cubicBezTo>
                    <a:pt x="40" y="5"/>
                    <a:pt x="35" y="0"/>
                    <a:pt x="28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cubicBezTo>
                    <a:pt x="0" y="31"/>
                    <a:pt x="0" y="31"/>
                    <a:pt x="0" y="3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87" name="Google Shape;187;p1"/>
            <p:cNvSpPr/>
            <p:nvPr/>
          </p:nvSpPr>
          <p:spPr>
            <a:xfrm>
              <a:off x="1531393" y="2693274"/>
              <a:ext cx="281439" cy="191992"/>
            </a:xfrm>
            <a:custGeom>
              <a:avLst/>
              <a:gdLst/>
              <a:ahLst/>
              <a:cxnLst/>
              <a:rect l="l" t="t" r="r" b="b"/>
              <a:pathLst>
                <a:path w="74" h="49" extrusionOk="0">
                  <a:moveTo>
                    <a:pt x="0" y="49"/>
                  </a:moveTo>
                  <a:cubicBezTo>
                    <a:pt x="0" y="29"/>
                    <a:pt x="0" y="29"/>
                    <a:pt x="0" y="29"/>
                  </a:cubicBezTo>
                  <a:cubicBezTo>
                    <a:pt x="0" y="13"/>
                    <a:pt x="13" y="0"/>
                    <a:pt x="28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61" y="0"/>
                    <a:pt x="74" y="13"/>
                    <a:pt x="74" y="29"/>
                  </a:cubicBezTo>
                  <a:cubicBezTo>
                    <a:pt x="74" y="47"/>
                    <a:pt x="74" y="47"/>
                    <a:pt x="74" y="47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88" name="Google Shape;188;p1"/>
            <p:cNvSpPr/>
            <p:nvPr/>
          </p:nvSpPr>
          <p:spPr>
            <a:xfrm>
              <a:off x="1455470" y="2590517"/>
              <a:ext cx="0" cy="90587"/>
            </a:xfrm>
            <a:custGeom>
              <a:avLst/>
              <a:gdLst/>
              <a:ahLst/>
              <a:cxnLst/>
              <a:rect l="l" t="t" r="r" b="b"/>
              <a:pathLst>
                <a:path w="120000" h="23" extrusionOk="0">
                  <a:moveTo>
                    <a:pt x="0" y="0"/>
                  </a:moveTo>
                  <a:cubicBezTo>
                    <a:pt x="0" y="7"/>
                    <a:pt x="0" y="14"/>
                    <a:pt x="0" y="22"/>
                  </a:cubicBezTo>
                  <a:cubicBezTo>
                    <a:pt x="0" y="23"/>
                    <a:pt x="0" y="23"/>
                    <a:pt x="0" y="23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cxnSp>
          <p:nvCxnSpPr>
            <p:cNvPr id="189" name="Google Shape;189;p1"/>
            <p:cNvCxnSpPr/>
            <p:nvPr/>
          </p:nvCxnSpPr>
          <p:spPr>
            <a:xfrm>
              <a:off x="1417508" y="2633783"/>
              <a:ext cx="79850" cy="0"/>
            </a:xfrm>
            <a:prstGeom prst="straightConnector1">
              <a:avLst/>
            </a:prstGeom>
            <a:solidFill>
              <a:schemeClr val="lt1"/>
            </a:solidFill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90" name="Google Shape;190;p1"/>
            <p:cNvSpPr/>
            <p:nvPr/>
          </p:nvSpPr>
          <p:spPr>
            <a:xfrm>
              <a:off x="1615170" y="2453960"/>
              <a:ext cx="117812" cy="124389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91" name="Google Shape;191;p1"/>
            <p:cNvSpPr/>
            <p:nvPr/>
          </p:nvSpPr>
          <p:spPr>
            <a:xfrm>
              <a:off x="2870521" y="3623489"/>
              <a:ext cx="3927" cy="144670"/>
            </a:xfrm>
            <a:custGeom>
              <a:avLst/>
              <a:gdLst/>
              <a:ahLst/>
              <a:cxnLst/>
              <a:rect l="l" t="t" r="r" b="b"/>
              <a:pathLst>
                <a:path w="1" h="37" extrusionOk="0">
                  <a:moveTo>
                    <a:pt x="0" y="0"/>
                  </a:moveTo>
                  <a:cubicBezTo>
                    <a:pt x="0" y="33"/>
                    <a:pt x="1" y="37"/>
                    <a:pt x="1" y="37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92" name="Google Shape;192;p1"/>
            <p:cNvSpPr/>
            <p:nvPr/>
          </p:nvSpPr>
          <p:spPr>
            <a:xfrm>
              <a:off x="2608717" y="3528845"/>
              <a:ext cx="52361" cy="82475"/>
            </a:xfrm>
            <a:custGeom>
              <a:avLst/>
              <a:gdLst/>
              <a:ahLst/>
              <a:cxnLst/>
              <a:rect l="l" t="t" r="r" b="b"/>
              <a:pathLst>
                <a:path w="14" h="21" extrusionOk="0">
                  <a:moveTo>
                    <a:pt x="14" y="0"/>
                  </a:moveTo>
                  <a:cubicBezTo>
                    <a:pt x="9" y="7"/>
                    <a:pt x="5" y="14"/>
                    <a:pt x="0" y="2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93" name="Google Shape;193;p1"/>
            <p:cNvSpPr/>
            <p:nvPr/>
          </p:nvSpPr>
          <p:spPr>
            <a:xfrm>
              <a:off x="3064256" y="3524789"/>
              <a:ext cx="53669" cy="82475"/>
            </a:xfrm>
            <a:custGeom>
              <a:avLst/>
              <a:gdLst/>
              <a:ahLst/>
              <a:cxnLst/>
              <a:rect l="l" t="t" r="r" b="b"/>
              <a:pathLst>
                <a:path w="14" h="21" extrusionOk="0">
                  <a:moveTo>
                    <a:pt x="0" y="0"/>
                  </a:moveTo>
                  <a:cubicBezTo>
                    <a:pt x="5" y="7"/>
                    <a:pt x="9" y="14"/>
                    <a:pt x="14" y="2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94" name="Google Shape;194;p1"/>
            <p:cNvSpPr/>
            <p:nvPr/>
          </p:nvSpPr>
          <p:spPr>
            <a:xfrm>
              <a:off x="2870521" y="2869041"/>
              <a:ext cx="3927" cy="146022"/>
            </a:xfrm>
            <a:custGeom>
              <a:avLst/>
              <a:gdLst/>
              <a:ahLst/>
              <a:cxnLst/>
              <a:rect l="l" t="t" r="r" b="b"/>
              <a:pathLst>
                <a:path w="1" h="37" extrusionOk="0">
                  <a:moveTo>
                    <a:pt x="0" y="37"/>
                  </a:moveTo>
                  <a:cubicBezTo>
                    <a:pt x="0" y="25"/>
                    <a:pt x="0" y="12"/>
                    <a:pt x="1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95" name="Google Shape;195;p1"/>
            <p:cNvSpPr/>
            <p:nvPr/>
          </p:nvSpPr>
          <p:spPr>
            <a:xfrm>
              <a:off x="2578610" y="2951517"/>
              <a:ext cx="52361" cy="82475"/>
            </a:xfrm>
            <a:custGeom>
              <a:avLst/>
              <a:gdLst/>
              <a:ahLst/>
              <a:cxnLst/>
              <a:rect l="l" t="t" r="r" b="b"/>
              <a:pathLst>
                <a:path w="14" h="21" extrusionOk="0">
                  <a:moveTo>
                    <a:pt x="14" y="21"/>
                  </a:moveTo>
                  <a:cubicBezTo>
                    <a:pt x="9" y="14"/>
                    <a:pt x="5" y="7"/>
                    <a:pt x="0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96" name="Google Shape;196;p1"/>
            <p:cNvSpPr/>
            <p:nvPr/>
          </p:nvSpPr>
          <p:spPr>
            <a:xfrm>
              <a:off x="3095673" y="2951517"/>
              <a:ext cx="52361" cy="82475"/>
            </a:xfrm>
            <a:custGeom>
              <a:avLst/>
              <a:gdLst/>
              <a:ahLst/>
              <a:cxnLst/>
              <a:rect l="l" t="t" r="r" b="b"/>
              <a:pathLst>
                <a:path w="14" h="21" extrusionOk="0">
                  <a:moveTo>
                    <a:pt x="0" y="21"/>
                  </a:moveTo>
                  <a:cubicBezTo>
                    <a:pt x="5" y="14"/>
                    <a:pt x="9" y="7"/>
                    <a:pt x="14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97" name="Google Shape;197;p1"/>
            <p:cNvSpPr/>
            <p:nvPr/>
          </p:nvSpPr>
          <p:spPr>
            <a:xfrm>
              <a:off x="2421527" y="3312516"/>
              <a:ext cx="103412" cy="4056"/>
            </a:xfrm>
            <a:custGeom>
              <a:avLst/>
              <a:gdLst/>
              <a:ahLst/>
              <a:cxnLst/>
              <a:rect l="l" t="t" r="r" b="b"/>
              <a:pathLst>
                <a:path w="27" h="1" extrusionOk="0">
                  <a:moveTo>
                    <a:pt x="27" y="0"/>
                  </a:moveTo>
                  <a:cubicBezTo>
                    <a:pt x="16" y="0"/>
                    <a:pt x="10" y="0"/>
                    <a:pt x="0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98" name="Google Shape;198;p1"/>
            <p:cNvSpPr/>
            <p:nvPr/>
          </p:nvSpPr>
          <p:spPr>
            <a:xfrm>
              <a:off x="3185995" y="3312516"/>
              <a:ext cx="121739" cy="4056"/>
            </a:xfrm>
            <a:custGeom>
              <a:avLst/>
              <a:gdLst/>
              <a:ahLst/>
              <a:cxnLst/>
              <a:rect l="l" t="t" r="r" b="b"/>
              <a:pathLst>
                <a:path w="32" h="1" extrusionOk="0">
                  <a:moveTo>
                    <a:pt x="32" y="0"/>
                  </a:moveTo>
                  <a:cubicBezTo>
                    <a:pt x="21" y="0"/>
                    <a:pt x="11" y="0"/>
                    <a:pt x="0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99" name="Google Shape;199;p1"/>
            <p:cNvSpPr/>
            <p:nvPr/>
          </p:nvSpPr>
          <p:spPr>
            <a:xfrm>
              <a:off x="2596936" y="3058329"/>
              <a:ext cx="544553" cy="482684"/>
            </a:xfrm>
            <a:custGeom>
              <a:avLst/>
              <a:gdLst/>
              <a:ahLst/>
              <a:cxnLst/>
              <a:rect l="l" t="t" r="r" b="b"/>
              <a:pathLst>
                <a:path w="143" h="123" extrusionOk="0">
                  <a:moveTo>
                    <a:pt x="141" y="38"/>
                  </a:moveTo>
                  <a:cubicBezTo>
                    <a:pt x="139" y="26"/>
                    <a:pt x="133" y="18"/>
                    <a:pt x="129" y="14"/>
                  </a:cubicBezTo>
                  <a:cubicBezTo>
                    <a:pt x="129" y="14"/>
                    <a:pt x="129" y="14"/>
                    <a:pt x="129" y="14"/>
                  </a:cubicBezTo>
                  <a:cubicBezTo>
                    <a:pt x="116" y="0"/>
                    <a:pt x="94" y="0"/>
                    <a:pt x="81" y="14"/>
                  </a:cubicBezTo>
                  <a:cubicBezTo>
                    <a:pt x="71" y="24"/>
                    <a:pt x="71" y="24"/>
                    <a:pt x="71" y="24"/>
                  </a:cubicBezTo>
                  <a:cubicBezTo>
                    <a:pt x="62" y="14"/>
                    <a:pt x="62" y="14"/>
                    <a:pt x="62" y="14"/>
                  </a:cubicBezTo>
                  <a:cubicBezTo>
                    <a:pt x="49" y="0"/>
                    <a:pt x="27" y="0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0" y="18"/>
                    <a:pt x="4" y="26"/>
                    <a:pt x="2" y="38"/>
                  </a:cubicBezTo>
                  <a:cubicBezTo>
                    <a:pt x="0" y="60"/>
                    <a:pt x="11" y="89"/>
                    <a:pt x="71" y="123"/>
                  </a:cubicBezTo>
                  <a:cubicBezTo>
                    <a:pt x="71" y="123"/>
                    <a:pt x="71" y="123"/>
                    <a:pt x="71" y="123"/>
                  </a:cubicBezTo>
                  <a:cubicBezTo>
                    <a:pt x="71" y="123"/>
                    <a:pt x="71" y="123"/>
                    <a:pt x="71" y="123"/>
                  </a:cubicBezTo>
                  <a:cubicBezTo>
                    <a:pt x="71" y="123"/>
                    <a:pt x="71" y="123"/>
                    <a:pt x="71" y="123"/>
                  </a:cubicBezTo>
                  <a:cubicBezTo>
                    <a:pt x="71" y="123"/>
                    <a:pt x="71" y="123"/>
                    <a:pt x="71" y="123"/>
                  </a:cubicBezTo>
                  <a:cubicBezTo>
                    <a:pt x="131" y="89"/>
                    <a:pt x="143" y="60"/>
                    <a:pt x="141" y="38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00" name="Google Shape;200;p1"/>
            <p:cNvSpPr/>
            <p:nvPr/>
          </p:nvSpPr>
          <p:spPr>
            <a:xfrm>
              <a:off x="2608717" y="3171902"/>
              <a:ext cx="60215" cy="47322"/>
            </a:xfrm>
            <a:custGeom>
              <a:avLst/>
              <a:gdLst/>
              <a:ahLst/>
              <a:cxnLst/>
              <a:rect l="l" t="t" r="r" b="b"/>
              <a:pathLst>
                <a:path w="16" h="12" extrusionOk="0">
                  <a:moveTo>
                    <a:pt x="0" y="12"/>
                  </a:moveTo>
                  <a:cubicBezTo>
                    <a:pt x="4" y="8"/>
                    <a:pt x="10" y="4"/>
                    <a:pt x="16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01" name="Google Shape;201;p1"/>
            <p:cNvSpPr/>
            <p:nvPr/>
          </p:nvSpPr>
          <p:spPr>
            <a:xfrm>
              <a:off x="2616571" y="3242209"/>
              <a:ext cx="71996" cy="55434"/>
            </a:xfrm>
            <a:custGeom>
              <a:avLst/>
              <a:gdLst/>
              <a:ahLst/>
              <a:cxnLst/>
              <a:rect l="l" t="t" r="r" b="b"/>
              <a:pathLst>
                <a:path w="19" h="14" extrusionOk="0">
                  <a:moveTo>
                    <a:pt x="0" y="14"/>
                  </a:moveTo>
                  <a:cubicBezTo>
                    <a:pt x="6" y="9"/>
                    <a:pt x="13" y="5"/>
                    <a:pt x="19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02" name="Google Shape;202;p1"/>
            <p:cNvSpPr/>
            <p:nvPr/>
          </p:nvSpPr>
          <p:spPr>
            <a:xfrm>
              <a:off x="2658460" y="3312516"/>
              <a:ext cx="64142" cy="51378"/>
            </a:xfrm>
            <a:custGeom>
              <a:avLst/>
              <a:gdLst/>
              <a:ahLst/>
              <a:cxnLst/>
              <a:rect l="l" t="t" r="r" b="b"/>
              <a:pathLst>
                <a:path w="17" h="13" extrusionOk="0">
                  <a:moveTo>
                    <a:pt x="0" y="13"/>
                  </a:moveTo>
                  <a:cubicBezTo>
                    <a:pt x="4" y="10"/>
                    <a:pt x="13" y="3"/>
                    <a:pt x="17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03" name="Google Shape;203;p1"/>
            <p:cNvSpPr/>
            <p:nvPr/>
          </p:nvSpPr>
          <p:spPr>
            <a:xfrm>
              <a:off x="2699040" y="3372006"/>
              <a:ext cx="57597" cy="43266"/>
            </a:xfrm>
            <a:custGeom>
              <a:avLst/>
              <a:gdLst/>
              <a:ahLst/>
              <a:cxnLst/>
              <a:rect l="l" t="t" r="r" b="b"/>
              <a:pathLst>
                <a:path w="15" h="11" extrusionOk="0">
                  <a:moveTo>
                    <a:pt x="0" y="11"/>
                  </a:moveTo>
                  <a:cubicBezTo>
                    <a:pt x="3" y="8"/>
                    <a:pt x="12" y="2"/>
                    <a:pt x="15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04" name="Google Shape;204;p1"/>
            <p:cNvSpPr/>
            <p:nvPr/>
          </p:nvSpPr>
          <p:spPr>
            <a:xfrm>
              <a:off x="2756637" y="3430145"/>
              <a:ext cx="49743" cy="35153"/>
            </a:xfrm>
            <a:custGeom>
              <a:avLst/>
              <a:gdLst/>
              <a:ahLst/>
              <a:cxnLst/>
              <a:rect l="l" t="t" r="r" b="b"/>
              <a:pathLst>
                <a:path w="13" h="9" extrusionOk="0">
                  <a:moveTo>
                    <a:pt x="0" y="9"/>
                  </a:moveTo>
                  <a:cubicBezTo>
                    <a:pt x="5" y="5"/>
                    <a:pt x="8" y="3"/>
                    <a:pt x="13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05" name="Google Shape;205;p1"/>
            <p:cNvSpPr/>
            <p:nvPr/>
          </p:nvSpPr>
          <p:spPr>
            <a:xfrm>
              <a:off x="2828633" y="3485579"/>
              <a:ext cx="37961" cy="27041"/>
            </a:xfrm>
            <a:custGeom>
              <a:avLst/>
              <a:gdLst/>
              <a:ahLst/>
              <a:cxnLst/>
              <a:rect l="l" t="t" r="r" b="b"/>
              <a:pathLst>
                <a:path w="10" h="7" extrusionOk="0">
                  <a:moveTo>
                    <a:pt x="0" y="7"/>
                  </a:moveTo>
                  <a:cubicBezTo>
                    <a:pt x="4" y="4"/>
                    <a:pt x="6" y="3"/>
                    <a:pt x="10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06" name="Google Shape;206;p1"/>
            <p:cNvSpPr/>
            <p:nvPr/>
          </p:nvSpPr>
          <p:spPr>
            <a:xfrm>
              <a:off x="2954299" y="3116468"/>
              <a:ext cx="113884" cy="133853"/>
            </a:xfrm>
            <a:custGeom>
              <a:avLst/>
              <a:gdLst/>
              <a:ahLst/>
              <a:cxnLst/>
              <a:rect l="l" t="t" r="r" b="b"/>
              <a:pathLst>
                <a:path w="30" h="34" extrusionOk="0">
                  <a:moveTo>
                    <a:pt x="9" y="14"/>
                  </a:moveTo>
                  <a:cubicBezTo>
                    <a:pt x="13" y="16"/>
                    <a:pt x="16" y="20"/>
                    <a:pt x="17" y="24"/>
                  </a:cubicBezTo>
                  <a:cubicBezTo>
                    <a:pt x="18" y="26"/>
                    <a:pt x="19" y="29"/>
                    <a:pt x="20" y="31"/>
                  </a:cubicBezTo>
                  <a:cubicBezTo>
                    <a:pt x="21" y="32"/>
                    <a:pt x="23" y="34"/>
                    <a:pt x="25" y="33"/>
                  </a:cubicBezTo>
                  <a:cubicBezTo>
                    <a:pt x="29" y="33"/>
                    <a:pt x="30" y="29"/>
                    <a:pt x="30" y="26"/>
                  </a:cubicBezTo>
                  <a:cubicBezTo>
                    <a:pt x="30" y="20"/>
                    <a:pt x="28" y="14"/>
                    <a:pt x="24" y="9"/>
                  </a:cubicBezTo>
                  <a:cubicBezTo>
                    <a:pt x="21" y="6"/>
                    <a:pt x="13" y="0"/>
                    <a:pt x="8" y="1"/>
                  </a:cubicBezTo>
                  <a:cubicBezTo>
                    <a:pt x="0" y="4"/>
                    <a:pt x="5" y="11"/>
                    <a:pt x="9" y="14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07" name="Google Shape;207;p1"/>
            <p:cNvSpPr/>
            <p:nvPr/>
          </p:nvSpPr>
          <p:spPr>
            <a:xfrm>
              <a:off x="3019750" y="3285475"/>
              <a:ext cx="44507" cy="51378"/>
            </a:xfrm>
            <a:custGeom>
              <a:avLst/>
              <a:gdLst/>
              <a:ahLst/>
              <a:cxnLst/>
              <a:rect l="l" t="t" r="r" b="b"/>
              <a:pathLst>
                <a:path w="12" h="13" extrusionOk="0">
                  <a:moveTo>
                    <a:pt x="4" y="1"/>
                  </a:moveTo>
                  <a:cubicBezTo>
                    <a:pt x="8" y="0"/>
                    <a:pt x="12" y="3"/>
                    <a:pt x="12" y="7"/>
                  </a:cubicBezTo>
                  <a:cubicBezTo>
                    <a:pt x="12" y="10"/>
                    <a:pt x="8" y="13"/>
                    <a:pt x="4" y="12"/>
                  </a:cubicBezTo>
                  <a:cubicBezTo>
                    <a:pt x="1" y="10"/>
                    <a:pt x="0" y="5"/>
                    <a:pt x="3" y="2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08" name="Google Shape;208;p1"/>
            <p:cNvSpPr/>
            <p:nvPr/>
          </p:nvSpPr>
          <p:spPr>
            <a:xfrm>
              <a:off x="2668932" y="1484535"/>
              <a:ext cx="514445" cy="544879"/>
            </a:xfrm>
            <a:custGeom>
              <a:avLst/>
              <a:gdLst/>
              <a:ahLst/>
              <a:cxnLst/>
              <a:rect l="l" t="t" r="r" b="b"/>
              <a:pathLst>
                <a:path w="135" h="139" extrusionOk="0">
                  <a:moveTo>
                    <a:pt x="67" y="0"/>
                  </a:moveTo>
                  <a:cubicBezTo>
                    <a:pt x="30" y="0"/>
                    <a:pt x="0" y="28"/>
                    <a:pt x="0" y="62"/>
                  </a:cubicBezTo>
                  <a:cubicBezTo>
                    <a:pt x="0" y="78"/>
                    <a:pt x="6" y="92"/>
                    <a:pt x="17" y="103"/>
                  </a:cubicBezTo>
                  <a:cubicBezTo>
                    <a:pt x="22" y="108"/>
                    <a:pt x="25" y="115"/>
                    <a:pt x="25" y="122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44" y="126"/>
                    <a:pt x="44" y="126"/>
                    <a:pt x="44" y="126"/>
                  </a:cubicBezTo>
                  <a:cubicBezTo>
                    <a:pt x="47" y="123"/>
                    <a:pt x="52" y="122"/>
                    <a:pt x="56" y="123"/>
                  </a:cubicBezTo>
                  <a:cubicBezTo>
                    <a:pt x="60" y="124"/>
                    <a:pt x="64" y="124"/>
                    <a:pt x="67" y="124"/>
                  </a:cubicBezTo>
                  <a:cubicBezTo>
                    <a:pt x="105" y="124"/>
                    <a:pt x="135" y="96"/>
                    <a:pt x="135" y="62"/>
                  </a:cubicBezTo>
                  <a:cubicBezTo>
                    <a:pt x="135" y="28"/>
                    <a:pt x="105" y="0"/>
                    <a:pt x="67" y="0"/>
                  </a:cubicBezTo>
                  <a:close/>
                  <a:moveTo>
                    <a:pt x="71" y="75"/>
                  </a:moveTo>
                  <a:cubicBezTo>
                    <a:pt x="62" y="65"/>
                    <a:pt x="62" y="65"/>
                    <a:pt x="62" y="65"/>
                  </a:cubicBezTo>
                  <a:cubicBezTo>
                    <a:pt x="59" y="63"/>
                    <a:pt x="56" y="62"/>
                    <a:pt x="53" y="64"/>
                  </a:cubicBezTo>
                  <a:cubicBezTo>
                    <a:pt x="25" y="80"/>
                    <a:pt x="25" y="80"/>
                    <a:pt x="25" y="80"/>
                  </a:cubicBezTo>
                  <a:cubicBezTo>
                    <a:pt x="56" y="46"/>
                    <a:pt x="56" y="46"/>
                    <a:pt x="56" y="46"/>
                  </a:cubicBezTo>
                  <a:cubicBezTo>
                    <a:pt x="58" y="44"/>
                    <a:pt x="61" y="44"/>
                    <a:pt x="63" y="46"/>
                  </a:cubicBezTo>
                  <a:cubicBezTo>
                    <a:pt x="73" y="57"/>
                    <a:pt x="73" y="57"/>
                    <a:pt x="73" y="57"/>
                  </a:cubicBezTo>
                  <a:cubicBezTo>
                    <a:pt x="76" y="59"/>
                    <a:pt x="79" y="60"/>
                    <a:pt x="82" y="58"/>
                  </a:cubicBezTo>
                  <a:cubicBezTo>
                    <a:pt x="110" y="42"/>
                    <a:pt x="110" y="42"/>
                    <a:pt x="110" y="42"/>
                  </a:cubicBezTo>
                  <a:cubicBezTo>
                    <a:pt x="81" y="75"/>
                    <a:pt x="81" y="75"/>
                    <a:pt x="81" y="75"/>
                  </a:cubicBezTo>
                  <a:cubicBezTo>
                    <a:pt x="78" y="78"/>
                    <a:pt x="73" y="78"/>
                    <a:pt x="71" y="75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09" name="Google Shape;209;p1"/>
            <p:cNvSpPr/>
            <p:nvPr/>
          </p:nvSpPr>
          <p:spPr>
            <a:xfrm>
              <a:off x="2501377" y="1327696"/>
              <a:ext cx="137447" cy="140614"/>
            </a:xfrm>
            <a:custGeom>
              <a:avLst/>
              <a:gdLst/>
              <a:ahLst/>
              <a:cxnLst/>
              <a:rect l="l" t="t" r="r" b="b"/>
              <a:pathLst>
                <a:path w="36" h="36" extrusionOk="0">
                  <a:moveTo>
                    <a:pt x="36" y="36"/>
                  </a:moveTo>
                  <a:cubicBezTo>
                    <a:pt x="23" y="25"/>
                    <a:pt x="11" y="13"/>
                    <a:pt x="0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10" name="Google Shape;210;p1"/>
            <p:cNvSpPr/>
            <p:nvPr/>
          </p:nvSpPr>
          <p:spPr>
            <a:xfrm>
              <a:off x="2680714" y="1197899"/>
              <a:ext cx="117812" cy="175767"/>
            </a:xfrm>
            <a:custGeom>
              <a:avLst/>
              <a:gdLst/>
              <a:ahLst/>
              <a:cxnLst/>
              <a:rect l="l" t="t" r="r" b="b"/>
              <a:pathLst>
                <a:path w="31" h="45" extrusionOk="0">
                  <a:moveTo>
                    <a:pt x="31" y="45"/>
                  </a:moveTo>
                  <a:cubicBezTo>
                    <a:pt x="22" y="31"/>
                    <a:pt x="9" y="14"/>
                    <a:pt x="0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11" name="Google Shape;211;p1"/>
            <p:cNvSpPr/>
            <p:nvPr/>
          </p:nvSpPr>
          <p:spPr>
            <a:xfrm>
              <a:off x="2942517" y="1123536"/>
              <a:ext cx="35343" cy="223089"/>
            </a:xfrm>
            <a:custGeom>
              <a:avLst/>
              <a:gdLst/>
              <a:ahLst/>
              <a:cxnLst/>
              <a:rect l="l" t="t" r="r" b="b"/>
              <a:pathLst>
                <a:path w="9" h="57" extrusionOk="0">
                  <a:moveTo>
                    <a:pt x="0" y="57"/>
                  </a:moveTo>
                  <a:cubicBezTo>
                    <a:pt x="3" y="38"/>
                    <a:pt x="6" y="19"/>
                    <a:pt x="9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12" name="Google Shape;212;p1"/>
            <p:cNvSpPr/>
            <p:nvPr/>
          </p:nvSpPr>
          <p:spPr>
            <a:xfrm>
              <a:off x="3121853" y="1247925"/>
              <a:ext cx="117812" cy="154134"/>
            </a:xfrm>
            <a:custGeom>
              <a:avLst/>
              <a:gdLst/>
              <a:ahLst/>
              <a:cxnLst/>
              <a:rect l="l" t="t" r="r" b="b"/>
              <a:pathLst>
                <a:path w="31" h="39" extrusionOk="0">
                  <a:moveTo>
                    <a:pt x="0" y="39"/>
                  </a:moveTo>
                  <a:cubicBezTo>
                    <a:pt x="12" y="27"/>
                    <a:pt x="23" y="14"/>
                    <a:pt x="31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13" name="Google Shape;213;p1"/>
            <p:cNvSpPr/>
            <p:nvPr/>
          </p:nvSpPr>
          <p:spPr>
            <a:xfrm>
              <a:off x="3227884" y="1449381"/>
              <a:ext cx="187190" cy="117629"/>
            </a:xfrm>
            <a:custGeom>
              <a:avLst/>
              <a:gdLst/>
              <a:ahLst/>
              <a:cxnLst/>
              <a:rect l="l" t="t" r="r" b="b"/>
              <a:pathLst>
                <a:path w="49" h="30" extrusionOk="0">
                  <a:moveTo>
                    <a:pt x="0" y="30"/>
                  </a:moveTo>
                  <a:cubicBezTo>
                    <a:pt x="15" y="18"/>
                    <a:pt x="32" y="8"/>
                    <a:pt x="49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14" name="Google Shape;214;p1"/>
            <p:cNvSpPr/>
            <p:nvPr/>
          </p:nvSpPr>
          <p:spPr>
            <a:xfrm>
              <a:off x="1143923" y="3987192"/>
              <a:ext cx="722580" cy="440771"/>
            </a:xfrm>
            <a:custGeom>
              <a:avLst/>
              <a:gdLst/>
              <a:ahLst/>
              <a:cxnLst/>
              <a:rect l="l" t="t" r="r" b="b"/>
              <a:pathLst>
                <a:path w="190" h="112" extrusionOk="0">
                  <a:moveTo>
                    <a:pt x="179" y="80"/>
                  </a:moveTo>
                  <a:cubicBezTo>
                    <a:pt x="178" y="79"/>
                    <a:pt x="177" y="79"/>
                    <a:pt x="176" y="79"/>
                  </a:cubicBezTo>
                  <a:cubicBezTo>
                    <a:pt x="171" y="78"/>
                    <a:pt x="166" y="76"/>
                    <a:pt x="161" y="75"/>
                  </a:cubicBezTo>
                  <a:cubicBezTo>
                    <a:pt x="151" y="72"/>
                    <a:pt x="141" y="69"/>
                    <a:pt x="130" y="66"/>
                  </a:cubicBezTo>
                  <a:cubicBezTo>
                    <a:pt x="130" y="65"/>
                    <a:pt x="125" y="64"/>
                    <a:pt x="121" y="63"/>
                  </a:cubicBezTo>
                  <a:cubicBezTo>
                    <a:pt x="113" y="60"/>
                    <a:pt x="114" y="54"/>
                    <a:pt x="113" y="50"/>
                  </a:cubicBezTo>
                  <a:cubicBezTo>
                    <a:pt x="111" y="36"/>
                    <a:pt x="106" y="22"/>
                    <a:pt x="91" y="12"/>
                  </a:cubicBezTo>
                  <a:cubicBezTo>
                    <a:pt x="76" y="2"/>
                    <a:pt x="57" y="0"/>
                    <a:pt x="41" y="7"/>
                  </a:cubicBezTo>
                  <a:cubicBezTo>
                    <a:pt x="9" y="21"/>
                    <a:pt x="0" y="61"/>
                    <a:pt x="22" y="88"/>
                  </a:cubicBezTo>
                  <a:cubicBezTo>
                    <a:pt x="36" y="106"/>
                    <a:pt x="62" y="112"/>
                    <a:pt x="83" y="102"/>
                  </a:cubicBezTo>
                  <a:cubicBezTo>
                    <a:pt x="103" y="94"/>
                    <a:pt x="109" y="76"/>
                    <a:pt x="126" y="82"/>
                  </a:cubicBezTo>
                  <a:cubicBezTo>
                    <a:pt x="137" y="85"/>
                    <a:pt x="148" y="88"/>
                    <a:pt x="158" y="91"/>
                  </a:cubicBezTo>
                  <a:cubicBezTo>
                    <a:pt x="162" y="92"/>
                    <a:pt x="165" y="93"/>
                    <a:pt x="169" y="95"/>
                  </a:cubicBezTo>
                  <a:cubicBezTo>
                    <a:pt x="173" y="96"/>
                    <a:pt x="177" y="97"/>
                    <a:pt x="181" y="97"/>
                  </a:cubicBezTo>
                  <a:cubicBezTo>
                    <a:pt x="184" y="97"/>
                    <a:pt x="186" y="97"/>
                    <a:pt x="188" y="95"/>
                  </a:cubicBezTo>
                  <a:cubicBezTo>
                    <a:pt x="190" y="92"/>
                    <a:pt x="190" y="87"/>
                    <a:pt x="188" y="85"/>
                  </a:cubicBezTo>
                  <a:cubicBezTo>
                    <a:pt x="186" y="82"/>
                    <a:pt x="183" y="81"/>
                    <a:pt x="179" y="80"/>
                  </a:cubicBezTo>
                  <a:close/>
                  <a:moveTo>
                    <a:pt x="80" y="85"/>
                  </a:moveTo>
                  <a:cubicBezTo>
                    <a:pt x="63" y="95"/>
                    <a:pt x="42" y="89"/>
                    <a:pt x="32" y="73"/>
                  </a:cubicBezTo>
                  <a:cubicBezTo>
                    <a:pt x="22" y="56"/>
                    <a:pt x="27" y="35"/>
                    <a:pt x="44" y="25"/>
                  </a:cubicBezTo>
                  <a:cubicBezTo>
                    <a:pt x="60" y="15"/>
                    <a:pt x="82" y="20"/>
                    <a:pt x="92" y="37"/>
                  </a:cubicBezTo>
                  <a:cubicBezTo>
                    <a:pt x="102" y="53"/>
                    <a:pt x="96" y="75"/>
                    <a:pt x="80" y="8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15" name="Google Shape;215;p1"/>
            <p:cNvSpPr/>
            <p:nvPr/>
          </p:nvSpPr>
          <p:spPr>
            <a:xfrm>
              <a:off x="1311477" y="4106174"/>
              <a:ext cx="147919" cy="85179"/>
            </a:xfrm>
            <a:custGeom>
              <a:avLst/>
              <a:gdLst/>
              <a:ahLst/>
              <a:cxnLst/>
              <a:rect l="l" t="t" r="r" b="b"/>
              <a:pathLst>
                <a:path w="39" h="22" extrusionOk="0">
                  <a:moveTo>
                    <a:pt x="3" y="8"/>
                  </a:moveTo>
                  <a:cubicBezTo>
                    <a:pt x="1" y="10"/>
                    <a:pt x="0" y="13"/>
                    <a:pt x="2" y="16"/>
                  </a:cubicBezTo>
                  <a:cubicBezTo>
                    <a:pt x="4" y="18"/>
                    <a:pt x="8" y="17"/>
                    <a:pt x="10" y="16"/>
                  </a:cubicBezTo>
                  <a:cubicBezTo>
                    <a:pt x="13" y="15"/>
                    <a:pt x="16" y="14"/>
                    <a:pt x="18" y="15"/>
                  </a:cubicBezTo>
                  <a:cubicBezTo>
                    <a:pt x="22" y="16"/>
                    <a:pt x="26" y="19"/>
                    <a:pt x="29" y="21"/>
                  </a:cubicBezTo>
                  <a:cubicBezTo>
                    <a:pt x="35" y="22"/>
                    <a:pt x="39" y="16"/>
                    <a:pt x="36" y="11"/>
                  </a:cubicBezTo>
                  <a:cubicBezTo>
                    <a:pt x="33" y="5"/>
                    <a:pt x="26" y="2"/>
                    <a:pt x="21" y="1"/>
                  </a:cubicBezTo>
                  <a:cubicBezTo>
                    <a:pt x="14" y="0"/>
                    <a:pt x="7" y="3"/>
                    <a:pt x="3" y="8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pic>
        <p:nvPicPr>
          <p:cNvPr id="216" name="Google Shape;216;p1" descr="C:\Users\Admin\Downloads\logo (2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3400" y="184920"/>
            <a:ext cx="131445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"/>
          <p:cNvSpPr txBox="1"/>
          <p:nvPr/>
        </p:nvSpPr>
        <p:spPr>
          <a:xfrm>
            <a:off x="5258090" y="4687226"/>
            <a:ext cx="6753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26" name="Picture 2" descr="https://lh7-rt.googleusercontent.com/docsz/AD_4nXcQWQdZJtCoKg04uE9Z3F7ab9VO3Bg392FAWKB5wu9PIZZ4iMAEJOaHaXoWQnNKUtKPmICvXdtcWymehxLp6YVv2BfjlwB07Vkq2zZUmWKh5EiS8UcL4jIyxHvYK13cIIR8FLn5fQHVO3m6Nht4TSc?key=tEc4YC1LQ-Dh66rV7zIczfG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8806" y="3822613"/>
            <a:ext cx="1499622" cy="627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3"/>
          <p:cNvSpPr/>
          <p:nvPr/>
        </p:nvSpPr>
        <p:spPr>
          <a:xfrm>
            <a:off x="0" y="266700"/>
            <a:ext cx="12192000" cy="5524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000" b="0" i="0" u="none" strike="noStrike" cap="none" dirty="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224" name="Google Shape;224;p13"/>
          <p:cNvGrpSpPr/>
          <p:nvPr/>
        </p:nvGrpSpPr>
        <p:grpSpPr>
          <a:xfrm>
            <a:off x="271463" y="171450"/>
            <a:ext cx="790575" cy="742950"/>
            <a:chOff x="11182350" y="171450"/>
            <a:chExt cx="790575" cy="742950"/>
          </a:xfrm>
        </p:grpSpPr>
        <p:sp>
          <p:nvSpPr>
            <p:cNvPr id="225" name="Google Shape;225;p13"/>
            <p:cNvSpPr/>
            <p:nvPr/>
          </p:nvSpPr>
          <p:spPr>
            <a:xfrm>
              <a:off x="11182350" y="171450"/>
              <a:ext cx="742950" cy="74295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26" name="Google Shape;226;p13"/>
            <p:cNvSpPr/>
            <p:nvPr/>
          </p:nvSpPr>
          <p:spPr>
            <a:xfrm>
              <a:off x="11925300" y="171450"/>
              <a:ext cx="47625" cy="95250"/>
            </a:xfrm>
            <a:prstGeom prst="rtTriangle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27" name="Google Shape;227;p13"/>
            <p:cNvSpPr/>
            <p:nvPr/>
          </p:nvSpPr>
          <p:spPr>
            <a:xfrm rot="10800000" flipH="1">
              <a:off x="11925300" y="819150"/>
              <a:ext cx="47625" cy="95250"/>
            </a:xfrm>
            <a:prstGeom prst="rtTriangle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228" name="Google Shape;228;p13"/>
          <p:cNvGrpSpPr/>
          <p:nvPr/>
        </p:nvGrpSpPr>
        <p:grpSpPr>
          <a:xfrm>
            <a:off x="451715" y="377056"/>
            <a:ext cx="382447" cy="331736"/>
            <a:chOff x="304800" y="822325"/>
            <a:chExt cx="287338" cy="249238"/>
          </a:xfrm>
        </p:grpSpPr>
        <p:sp>
          <p:nvSpPr>
            <p:cNvPr id="229" name="Google Shape;229;p13"/>
            <p:cNvSpPr/>
            <p:nvPr/>
          </p:nvSpPr>
          <p:spPr>
            <a:xfrm>
              <a:off x="333375" y="957263"/>
              <a:ext cx="76200" cy="57150"/>
            </a:xfrm>
            <a:custGeom>
              <a:avLst/>
              <a:gdLst/>
              <a:ahLst/>
              <a:cxnLst/>
              <a:rect l="l" t="t" r="r" b="b"/>
              <a:pathLst>
                <a:path w="241" h="181" extrusionOk="0">
                  <a:moveTo>
                    <a:pt x="211" y="151"/>
                  </a:moveTo>
                  <a:lnTo>
                    <a:pt x="30" y="151"/>
                  </a:lnTo>
                  <a:lnTo>
                    <a:pt x="30" y="30"/>
                  </a:lnTo>
                  <a:lnTo>
                    <a:pt x="211" y="30"/>
                  </a:lnTo>
                  <a:lnTo>
                    <a:pt x="211" y="151"/>
                  </a:lnTo>
                  <a:close/>
                  <a:moveTo>
                    <a:pt x="226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4" y="4"/>
                  </a:lnTo>
                  <a:lnTo>
                    <a:pt x="2" y="6"/>
                  </a:lnTo>
                  <a:lnTo>
                    <a:pt x="1" y="8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1"/>
                  </a:lnTo>
                  <a:lnTo>
                    <a:pt x="2" y="175"/>
                  </a:lnTo>
                  <a:lnTo>
                    <a:pt x="4" y="177"/>
                  </a:lnTo>
                  <a:lnTo>
                    <a:pt x="7" y="179"/>
                  </a:lnTo>
                  <a:lnTo>
                    <a:pt x="9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226" y="181"/>
                  </a:lnTo>
                  <a:lnTo>
                    <a:pt x="230" y="181"/>
                  </a:lnTo>
                  <a:lnTo>
                    <a:pt x="233" y="180"/>
                  </a:lnTo>
                  <a:lnTo>
                    <a:pt x="235" y="178"/>
                  </a:lnTo>
                  <a:lnTo>
                    <a:pt x="237" y="177"/>
                  </a:lnTo>
                  <a:lnTo>
                    <a:pt x="239" y="175"/>
                  </a:lnTo>
                  <a:lnTo>
                    <a:pt x="240" y="171"/>
                  </a:lnTo>
                  <a:lnTo>
                    <a:pt x="241" y="169"/>
                  </a:lnTo>
                  <a:lnTo>
                    <a:pt x="241" y="166"/>
                  </a:lnTo>
                  <a:lnTo>
                    <a:pt x="241" y="15"/>
                  </a:lnTo>
                  <a:lnTo>
                    <a:pt x="241" y="12"/>
                  </a:lnTo>
                  <a:lnTo>
                    <a:pt x="240" y="8"/>
                  </a:lnTo>
                  <a:lnTo>
                    <a:pt x="239" y="6"/>
                  </a:lnTo>
                  <a:lnTo>
                    <a:pt x="237" y="4"/>
                  </a:lnTo>
                  <a:lnTo>
                    <a:pt x="235" y="2"/>
                  </a:lnTo>
                  <a:lnTo>
                    <a:pt x="233" y="1"/>
                  </a:lnTo>
                  <a:lnTo>
                    <a:pt x="230" y="0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30" name="Google Shape;230;p13"/>
            <p:cNvSpPr/>
            <p:nvPr/>
          </p:nvSpPr>
          <p:spPr>
            <a:xfrm>
              <a:off x="409575" y="841375"/>
              <a:ext cx="77788" cy="57150"/>
            </a:xfrm>
            <a:custGeom>
              <a:avLst/>
              <a:gdLst/>
              <a:ahLst/>
              <a:cxnLst/>
              <a:rect l="l" t="t" r="r" b="b"/>
              <a:pathLst>
                <a:path w="243" h="182" extrusionOk="0">
                  <a:moveTo>
                    <a:pt x="213" y="152"/>
                  </a:moveTo>
                  <a:lnTo>
                    <a:pt x="32" y="152"/>
                  </a:lnTo>
                  <a:lnTo>
                    <a:pt x="32" y="30"/>
                  </a:lnTo>
                  <a:lnTo>
                    <a:pt x="213" y="30"/>
                  </a:lnTo>
                  <a:lnTo>
                    <a:pt x="213" y="152"/>
                  </a:lnTo>
                  <a:close/>
                  <a:moveTo>
                    <a:pt x="228" y="0"/>
                  </a:moveTo>
                  <a:lnTo>
                    <a:pt x="15" y="0"/>
                  </a:lnTo>
                  <a:lnTo>
                    <a:pt x="13" y="0"/>
                  </a:lnTo>
                  <a:lnTo>
                    <a:pt x="10" y="1"/>
                  </a:lnTo>
                  <a:lnTo>
                    <a:pt x="8" y="3"/>
                  </a:lnTo>
                  <a:lnTo>
                    <a:pt x="6" y="5"/>
                  </a:lnTo>
                  <a:lnTo>
                    <a:pt x="4" y="7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0" y="15"/>
                  </a:lnTo>
                  <a:lnTo>
                    <a:pt x="0" y="167"/>
                  </a:lnTo>
                  <a:lnTo>
                    <a:pt x="2" y="170"/>
                  </a:lnTo>
                  <a:lnTo>
                    <a:pt x="2" y="173"/>
                  </a:lnTo>
                  <a:lnTo>
                    <a:pt x="4" y="175"/>
                  </a:lnTo>
                  <a:lnTo>
                    <a:pt x="6" y="177"/>
                  </a:lnTo>
                  <a:lnTo>
                    <a:pt x="8" y="179"/>
                  </a:lnTo>
                  <a:lnTo>
                    <a:pt x="10" y="180"/>
                  </a:lnTo>
                  <a:lnTo>
                    <a:pt x="13" y="182"/>
                  </a:lnTo>
                  <a:lnTo>
                    <a:pt x="15" y="182"/>
                  </a:lnTo>
                  <a:lnTo>
                    <a:pt x="228" y="182"/>
                  </a:lnTo>
                  <a:lnTo>
                    <a:pt x="231" y="182"/>
                  </a:lnTo>
                  <a:lnTo>
                    <a:pt x="233" y="180"/>
                  </a:lnTo>
                  <a:lnTo>
                    <a:pt x="236" y="179"/>
                  </a:lnTo>
                  <a:lnTo>
                    <a:pt x="239" y="177"/>
                  </a:lnTo>
                  <a:lnTo>
                    <a:pt x="241" y="175"/>
                  </a:lnTo>
                  <a:lnTo>
                    <a:pt x="242" y="173"/>
                  </a:lnTo>
                  <a:lnTo>
                    <a:pt x="243" y="170"/>
                  </a:lnTo>
                  <a:lnTo>
                    <a:pt x="243" y="167"/>
                  </a:lnTo>
                  <a:lnTo>
                    <a:pt x="243" y="15"/>
                  </a:lnTo>
                  <a:lnTo>
                    <a:pt x="243" y="12"/>
                  </a:lnTo>
                  <a:lnTo>
                    <a:pt x="242" y="10"/>
                  </a:lnTo>
                  <a:lnTo>
                    <a:pt x="241" y="7"/>
                  </a:lnTo>
                  <a:lnTo>
                    <a:pt x="239" y="5"/>
                  </a:lnTo>
                  <a:lnTo>
                    <a:pt x="236" y="4"/>
                  </a:lnTo>
                  <a:lnTo>
                    <a:pt x="233" y="1"/>
                  </a:lnTo>
                  <a:lnTo>
                    <a:pt x="231" y="0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31" name="Google Shape;231;p13"/>
            <p:cNvSpPr/>
            <p:nvPr/>
          </p:nvSpPr>
          <p:spPr>
            <a:xfrm>
              <a:off x="304800" y="822325"/>
              <a:ext cx="287338" cy="249238"/>
            </a:xfrm>
            <a:custGeom>
              <a:avLst/>
              <a:gdLst/>
              <a:ahLst/>
              <a:cxnLst/>
              <a:rect l="l" t="t" r="r" b="b"/>
              <a:pathLst>
                <a:path w="907" h="786" extrusionOk="0">
                  <a:moveTo>
                    <a:pt x="877" y="756"/>
                  </a:moveTo>
                  <a:lnTo>
                    <a:pt x="515" y="756"/>
                  </a:lnTo>
                  <a:lnTo>
                    <a:pt x="515" y="696"/>
                  </a:lnTo>
                  <a:lnTo>
                    <a:pt x="515" y="690"/>
                  </a:lnTo>
                  <a:lnTo>
                    <a:pt x="517" y="684"/>
                  </a:lnTo>
                  <a:lnTo>
                    <a:pt x="520" y="679"/>
                  </a:lnTo>
                  <a:lnTo>
                    <a:pt x="523" y="675"/>
                  </a:lnTo>
                  <a:lnTo>
                    <a:pt x="528" y="670"/>
                  </a:lnTo>
                  <a:lnTo>
                    <a:pt x="533" y="668"/>
                  </a:lnTo>
                  <a:lnTo>
                    <a:pt x="538" y="666"/>
                  </a:lnTo>
                  <a:lnTo>
                    <a:pt x="545" y="665"/>
                  </a:lnTo>
                  <a:lnTo>
                    <a:pt x="847" y="665"/>
                  </a:lnTo>
                  <a:lnTo>
                    <a:pt x="854" y="666"/>
                  </a:lnTo>
                  <a:lnTo>
                    <a:pt x="859" y="668"/>
                  </a:lnTo>
                  <a:lnTo>
                    <a:pt x="864" y="670"/>
                  </a:lnTo>
                  <a:lnTo>
                    <a:pt x="869" y="675"/>
                  </a:lnTo>
                  <a:lnTo>
                    <a:pt x="872" y="679"/>
                  </a:lnTo>
                  <a:lnTo>
                    <a:pt x="875" y="684"/>
                  </a:lnTo>
                  <a:lnTo>
                    <a:pt x="877" y="690"/>
                  </a:lnTo>
                  <a:lnTo>
                    <a:pt x="877" y="696"/>
                  </a:lnTo>
                  <a:lnTo>
                    <a:pt x="877" y="756"/>
                  </a:lnTo>
                  <a:close/>
                  <a:moveTo>
                    <a:pt x="545" y="424"/>
                  </a:moveTo>
                  <a:lnTo>
                    <a:pt x="545" y="417"/>
                  </a:lnTo>
                  <a:lnTo>
                    <a:pt x="547" y="412"/>
                  </a:lnTo>
                  <a:lnTo>
                    <a:pt x="550" y="407"/>
                  </a:lnTo>
                  <a:lnTo>
                    <a:pt x="553" y="402"/>
                  </a:lnTo>
                  <a:lnTo>
                    <a:pt x="558" y="398"/>
                  </a:lnTo>
                  <a:lnTo>
                    <a:pt x="563" y="396"/>
                  </a:lnTo>
                  <a:lnTo>
                    <a:pt x="568" y="394"/>
                  </a:lnTo>
                  <a:lnTo>
                    <a:pt x="575" y="393"/>
                  </a:lnTo>
                  <a:lnTo>
                    <a:pt x="817" y="393"/>
                  </a:lnTo>
                  <a:lnTo>
                    <a:pt x="823" y="394"/>
                  </a:lnTo>
                  <a:lnTo>
                    <a:pt x="829" y="396"/>
                  </a:lnTo>
                  <a:lnTo>
                    <a:pt x="834" y="398"/>
                  </a:lnTo>
                  <a:lnTo>
                    <a:pt x="839" y="402"/>
                  </a:lnTo>
                  <a:lnTo>
                    <a:pt x="842" y="407"/>
                  </a:lnTo>
                  <a:lnTo>
                    <a:pt x="845" y="412"/>
                  </a:lnTo>
                  <a:lnTo>
                    <a:pt x="846" y="417"/>
                  </a:lnTo>
                  <a:lnTo>
                    <a:pt x="847" y="424"/>
                  </a:lnTo>
                  <a:lnTo>
                    <a:pt x="847" y="635"/>
                  </a:lnTo>
                  <a:lnTo>
                    <a:pt x="545" y="635"/>
                  </a:lnTo>
                  <a:lnTo>
                    <a:pt x="545" y="424"/>
                  </a:lnTo>
                  <a:close/>
                  <a:moveTo>
                    <a:pt x="385" y="393"/>
                  </a:moveTo>
                  <a:lnTo>
                    <a:pt x="381" y="386"/>
                  </a:lnTo>
                  <a:lnTo>
                    <a:pt x="375" y="381"/>
                  </a:lnTo>
                  <a:lnTo>
                    <a:pt x="370" y="376"/>
                  </a:lnTo>
                  <a:lnTo>
                    <a:pt x="364" y="371"/>
                  </a:lnTo>
                  <a:lnTo>
                    <a:pt x="356" y="368"/>
                  </a:lnTo>
                  <a:lnTo>
                    <a:pt x="349" y="365"/>
                  </a:lnTo>
                  <a:lnTo>
                    <a:pt x="341" y="364"/>
                  </a:lnTo>
                  <a:lnTo>
                    <a:pt x="332" y="363"/>
                  </a:lnTo>
                  <a:lnTo>
                    <a:pt x="272" y="363"/>
                  </a:lnTo>
                  <a:lnTo>
                    <a:pt x="272" y="333"/>
                  </a:lnTo>
                  <a:lnTo>
                    <a:pt x="273" y="326"/>
                  </a:lnTo>
                  <a:lnTo>
                    <a:pt x="275" y="321"/>
                  </a:lnTo>
                  <a:lnTo>
                    <a:pt x="278" y="316"/>
                  </a:lnTo>
                  <a:lnTo>
                    <a:pt x="281" y="311"/>
                  </a:lnTo>
                  <a:lnTo>
                    <a:pt x="285" y="308"/>
                  </a:lnTo>
                  <a:lnTo>
                    <a:pt x="291" y="305"/>
                  </a:lnTo>
                  <a:lnTo>
                    <a:pt x="296" y="303"/>
                  </a:lnTo>
                  <a:lnTo>
                    <a:pt x="302" y="303"/>
                  </a:lnTo>
                  <a:lnTo>
                    <a:pt x="605" y="303"/>
                  </a:lnTo>
                  <a:lnTo>
                    <a:pt x="611" y="303"/>
                  </a:lnTo>
                  <a:lnTo>
                    <a:pt x="617" y="305"/>
                  </a:lnTo>
                  <a:lnTo>
                    <a:pt x="622" y="308"/>
                  </a:lnTo>
                  <a:lnTo>
                    <a:pt x="626" y="311"/>
                  </a:lnTo>
                  <a:lnTo>
                    <a:pt x="631" y="316"/>
                  </a:lnTo>
                  <a:lnTo>
                    <a:pt x="633" y="321"/>
                  </a:lnTo>
                  <a:lnTo>
                    <a:pt x="635" y="326"/>
                  </a:lnTo>
                  <a:lnTo>
                    <a:pt x="636" y="333"/>
                  </a:lnTo>
                  <a:lnTo>
                    <a:pt x="636" y="363"/>
                  </a:lnTo>
                  <a:lnTo>
                    <a:pt x="575" y="363"/>
                  </a:lnTo>
                  <a:lnTo>
                    <a:pt x="566" y="364"/>
                  </a:lnTo>
                  <a:lnTo>
                    <a:pt x="559" y="365"/>
                  </a:lnTo>
                  <a:lnTo>
                    <a:pt x="551" y="368"/>
                  </a:lnTo>
                  <a:lnTo>
                    <a:pt x="545" y="371"/>
                  </a:lnTo>
                  <a:lnTo>
                    <a:pt x="538" y="376"/>
                  </a:lnTo>
                  <a:lnTo>
                    <a:pt x="532" y="381"/>
                  </a:lnTo>
                  <a:lnTo>
                    <a:pt x="528" y="386"/>
                  </a:lnTo>
                  <a:lnTo>
                    <a:pt x="523" y="393"/>
                  </a:lnTo>
                  <a:lnTo>
                    <a:pt x="385" y="393"/>
                  </a:lnTo>
                  <a:close/>
                  <a:moveTo>
                    <a:pt x="60" y="635"/>
                  </a:moveTo>
                  <a:lnTo>
                    <a:pt x="60" y="424"/>
                  </a:lnTo>
                  <a:lnTo>
                    <a:pt x="61" y="417"/>
                  </a:lnTo>
                  <a:lnTo>
                    <a:pt x="63" y="412"/>
                  </a:lnTo>
                  <a:lnTo>
                    <a:pt x="65" y="407"/>
                  </a:lnTo>
                  <a:lnTo>
                    <a:pt x="70" y="402"/>
                  </a:lnTo>
                  <a:lnTo>
                    <a:pt x="74" y="398"/>
                  </a:lnTo>
                  <a:lnTo>
                    <a:pt x="79" y="396"/>
                  </a:lnTo>
                  <a:lnTo>
                    <a:pt x="85" y="394"/>
                  </a:lnTo>
                  <a:lnTo>
                    <a:pt x="91" y="393"/>
                  </a:lnTo>
                  <a:lnTo>
                    <a:pt x="332" y="393"/>
                  </a:lnTo>
                  <a:lnTo>
                    <a:pt x="339" y="394"/>
                  </a:lnTo>
                  <a:lnTo>
                    <a:pt x="344" y="396"/>
                  </a:lnTo>
                  <a:lnTo>
                    <a:pt x="350" y="398"/>
                  </a:lnTo>
                  <a:lnTo>
                    <a:pt x="354" y="402"/>
                  </a:lnTo>
                  <a:lnTo>
                    <a:pt x="358" y="407"/>
                  </a:lnTo>
                  <a:lnTo>
                    <a:pt x="360" y="412"/>
                  </a:lnTo>
                  <a:lnTo>
                    <a:pt x="363" y="417"/>
                  </a:lnTo>
                  <a:lnTo>
                    <a:pt x="364" y="424"/>
                  </a:lnTo>
                  <a:lnTo>
                    <a:pt x="364" y="635"/>
                  </a:lnTo>
                  <a:lnTo>
                    <a:pt x="60" y="635"/>
                  </a:lnTo>
                  <a:close/>
                  <a:moveTo>
                    <a:pt x="394" y="756"/>
                  </a:moveTo>
                  <a:lnTo>
                    <a:pt x="30" y="756"/>
                  </a:lnTo>
                  <a:lnTo>
                    <a:pt x="30" y="696"/>
                  </a:lnTo>
                  <a:lnTo>
                    <a:pt x="31" y="690"/>
                  </a:lnTo>
                  <a:lnTo>
                    <a:pt x="32" y="684"/>
                  </a:lnTo>
                  <a:lnTo>
                    <a:pt x="35" y="679"/>
                  </a:lnTo>
                  <a:lnTo>
                    <a:pt x="40" y="675"/>
                  </a:lnTo>
                  <a:lnTo>
                    <a:pt x="44" y="670"/>
                  </a:lnTo>
                  <a:lnTo>
                    <a:pt x="48" y="668"/>
                  </a:lnTo>
                  <a:lnTo>
                    <a:pt x="55" y="666"/>
                  </a:lnTo>
                  <a:lnTo>
                    <a:pt x="60" y="665"/>
                  </a:lnTo>
                  <a:lnTo>
                    <a:pt x="364" y="665"/>
                  </a:lnTo>
                  <a:lnTo>
                    <a:pt x="369" y="666"/>
                  </a:lnTo>
                  <a:lnTo>
                    <a:pt x="375" y="668"/>
                  </a:lnTo>
                  <a:lnTo>
                    <a:pt x="380" y="670"/>
                  </a:lnTo>
                  <a:lnTo>
                    <a:pt x="385" y="675"/>
                  </a:lnTo>
                  <a:lnTo>
                    <a:pt x="388" y="679"/>
                  </a:lnTo>
                  <a:lnTo>
                    <a:pt x="391" y="684"/>
                  </a:lnTo>
                  <a:lnTo>
                    <a:pt x="393" y="690"/>
                  </a:lnTo>
                  <a:lnTo>
                    <a:pt x="394" y="696"/>
                  </a:lnTo>
                  <a:lnTo>
                    <a:pt x="394" y="756"/>
                  </a:lnTo>
                  <a:close/>
                  <a:moveTo>
                    <a:pt x="302" y="60"/>
                  </a:moveTo>
                  <a:lnTo>
                    <a:pt x="304" y="54"/>
                  </a:lnTo>
                  <a:lnTo>
                    <a:pt x="305" y="49"/>
                  </a:lnTo>
                  <a:lnTo>
                    <a:pt x="308" y="43"/>
                  </a:lnTo>
                  <a:lnTo>
                    <a:pt x="311" y="39"/>
                  </a:lnTo>
                  <a:lnTo>
                    <a:pt x="316" y="36"/>
                  </a:lnTo>
                  <a:lnTo>
                    <a:pt x="321" y="33"/>
                  </a:lnTo>
                  <a:lnTo>
                    <a:pt x="327" y="30"/>
                  </a:lnTo>
                  <a:lnTo>
                    <a:pt x="332" y="30"/>
                  </a:lnTo>
                  <a:lnTo>
                    <a:pt x="575" y="30"/>
                  </a:lnTo>
                  <a:lnTo>
                    <a:pt x="581" y="30"/>
                  </a:lnTo>
                  <a:lnTo>
                    <a:pt x="587" y="33"/>
                  </a:lnTo>
                  <a:lnTo>
                    <a:pt x="592" y="36"/>
                  </a:lnTo>
                  <a:lnTo>
                    <a:pt x="596" y="39"/>
                  </a:lnTo>
                  <a:lnTo>
                    <a:pt x="600" y="43"/>
                  </a:lnTo>
                  <a:lnTo>
                    <a:pt x="603" y="49"/>
                  </a:lnTo>
                  <a:lnTo>
                    <a:pt x="605" y="54"/>
                  </a:lnTo>
                  <a:lnTo>
                    <a:pt x="605" y="60"/>
                  </a:lnTo>
                  <a:lnTo>
                    <a:pt x="605" y="273"/>
                  </a:lnTo>
                  <a:lnTo>
                    <a:pt x="302" y="273"/>
                  </a:lnTo>
                  <a:lnTo>
                    <a:pt x="302" y="60"/>
                  </a:lnTo>
                  <a:close/>
                  <a:moveTo>
                    <a:pt x="877" y="644"/>
                  </a:moveTo>
                  <a:lnTo>
                    <a:pt x="877" y="424"/>
                  </a:lnTo>
                  <a:lnTo>
                    <a:pt x="877" y="417"/>
                  </a:lnTo>
                  <a:lnTo>
                    <a:pt x="876" y="411"/>
                  </a:lnTo>
                  <a:lnTo>
                    <a:pt x="875" y="406"/>
                  </a:lnTo>
                  <a:lnTo>
                    <a:pt x="873" y="400"/>
                  </a:lnTo>
                  <a:lnTo>
                    <a:pt x="870" y="395"/>
                  </a:lnTo>
                  <a:lnTo>
                    <a:pt x="868" y="389"/>
                  </a:lnTo>
                  <a:lnTo>
                    <a:pt x="863" y="385"/>
                  </a:lnTo>
                  <a:lnTo>
                    <a:pt x="860" y="381"/>
                  </a:lnTo>
                  <a:lnTo>
                    <a:pt x="856" y="377"/>
                  </a:lnTo>
                  <a:lnTo>
                    <a:pt x="850" y="373"/>
                  </a:lnTo>
                  <a:lnTo>
                    <a:pt x="846" y="370"/>
                  </a:lnTo>
                  <a:lnTo>
                    <a:pt x="841" y="368"/>
                  </a:lnTo>
                  <a:lnTo>
                    <a:pt x="835" y="366"/>
                  </a:lnTo>
                  <a:lnTo>
                    <a:pt x="829" y="364"/>
                  </a:lnTo>
                  <a:lnTo>
                    <a:pt x="824" y="364"/>
                  </a:lnTo>
                  <a:lnTo>
                    <a:pt x="817" y="363"/>
                  </a:lnTo>
                  <a:lnTo>
                    <a:pt x="666" y="363"/>
                  </a:lnTo>
                  <a:lnTo>
                    <a:pt x="666" y="333"/>
                  </a:lnTo>
                  <a:lnTo>
                    <a:pt x="665" y="324"/>
                  </a:lnTo>
                  <a:lnTo>
                    <a:pt x="664" y="317"/>
                  </a:lnTo>
                  <a:lnTo>
                    <a:pt x="661" y="309"/>
                  </a:lnTo>
                  <a:lnTo>
                    <a:pt x="657" y="303"/>
                  </a:lnTo>
                  <a:lnTo>
                    <a:pt x="653" y="296"/>
                  </a:lnTo>
                  <a:lnTo>
                    <a:pt x="648" y="290"/>
                  </a:lnTo>
                  <a:lnTo>
                    <a:pt x="642" y="284"/>
                  </a:lnTo>
                  <a:lnTo>
                    <a:pt x="636" y="280"/>
                  </a:lnTo>
                  <a:lnTo>
                    <a:pt x="636" y="60"/>
                  </a:lnTo>
                  <a:lnTo>
                    <a:pt x="635" y="54"/>
                  </a:lnTo>
                  <a:lnTo>
                    <a:pt x="634" y="49"/>
                  </a:lnTo>
                  <a:lnTo>
                    <a:pt x="633" y="42"/>
                  </a:lnTo>
                  <a:lnTo>
                    <a:pt x="631" y="37"/>
                  </a:lnTo>
                  <a:lnTo>
                    <a:pt x="628" y="31"/>
                  </a:lnTo>
                  <a:lnTo>
                    <a:pt x="625" y="27"/>
                  </a:lnTo>
                  <a:lnTo>
                    <a:pt x="622" y="22"/>
                  </a:lnTo>
                  <a:lnTo>
                    <a:pt x="618" y="18"/>
                  </a:lnTo>
                  <a:lnTo>
                    <a:pt x="613" y="14"/>
                  </a:lnTo>
                  <a:lnTo>
                    <a:pt x="609" y="10"/>
                  </a:lnTo>
                  <a:lnTo>
                    <a:pt x="604" y="7"/>
                  </a:lnTo>
                  <a:lnTo>
                    <a:pt x="598" y="5"/>
                  </a:lnTo>
                  <a:lnTo>
                    <a:pt x="593" y="3"/>
                  </a:lnTo>
                  <a:lnTo>
                    <a:pt x="587" y="1"/>
                  </a:lnTo>
                  <a:lnTo>
                    <a:pt x="581" y="0"/>
                  </a:lnTo>
                  <a:lnTo>
                    <a:pt x="575" y="0"/>
                  </a:lnTo>
                  <a:lnTo>
                    <a:pt x="332" y="0"/>
                  </a:lnTo>
                  <a:lnTo>
                    <a:pt x="327" y="0"/>
                  </a:lnTo>
                  <a:lnTo>
                    <a:pt x="321" y="1"/>
                  </a:lnTo>
                  <a:lnTo>
                    <a:pt x="315" y="3"/>
                  </a:lnTo>
                  <a:lnTo>
                    <a:pt x="309" y="5"/>
                  </a:lnTo>
                  <a:lnTo>
                    <a:pt x="304" y="7"/>
                  </a:lnTo>
                  <a:lnTo>
                    <a:pt x="299" y="10"/>
                  </a:lnTo>
                  <a:lnTo>
                    <a:pt x="294" y="14"/>
                  </a:lnTo>
                  <a:lnTo>
                    <a:pt x="290" y="18"/>
                  </a:lnTo>
                  <a:lnTo>
                    <a:pt x="286" y="22"/>
                  </a:lnTo>
                  <a:lnTo>
                    <a:pt x="283" y="27"/>
                  </a:lnTo>
                  <a:lnTo>
                    <a:pt x="280" y="31"/>
                  </a:lnTo>
                  <a:lnTo>
                    <a:pt x="277" y="37"/>
                  </a:lnTo>
                  <a:lnTo>
                    <a:pt x="275" y="42"/>
                  </a:lnTo>
                  <a:lnTo>
                    <a:pt x="273" y="49"/>
                  </a:lnTo>
                  <a:lnTo>
                    <a:pt x="272" y="54"/>
                  </a:lnTo>
                  <a:lnTo>
                    <a:pt x="272" y="60"/>
                  </a:lnTo>
                  <a:lnTo>
                    <a:pt x="272" y="280"/>
                  </a:lnTo>
                  <a:lnTo>
                    <a:pt x="266" y="284"/>
                  </a:lnTo>
                  <a:lnTo>
                    <a:pt x="260" y="290"/>
                  </a:lnTo>
                  <a:lnTo>
                    <a:pt x="255" y="296"/>
                  </a:lnTo>
                  <a:lnTo>
                    <a:pt x="251" y="303"/>
                  </a:lnTo>
                  <a:lnTo>
                    <a:pt x="247" y="309"/>
                  </a:lnTo>
                  <a:lnTo>
                    <a:pt x="245" y="317"/>
                  </a:lnTo>
                  <a:lnTo>
                    <a:pt x="242" y="324"/>
                  </a:lnTo>
                  <a:lnTo>
                    <a:pt x="242" y="333"/>
                  </a:lnTo>
                  <a:lnTo>
                    <a:pt x="242" y="363"/>
                  </a:lnTo>
                  <a:lnTo>
                    <a:pt x="91" y="363"/>
                  </a:lnTo>
                  <a:lnTo>
                    <a:pt x="85" y="364"/>
                  </a:lnTo>
                  <a:lnTo>
                    <a:pt x="78" y="364"/>
                  </a:lnTo>
                  <a:lnTo>
                    <a:pt x="73" y="366"/>
                  </a:lnTo>
                  <a:lnTo>
                    <a:pt x="68" y="368"/>
                  </a:lnTo>
                  <a:lnTo>
                    <a:pt x="62" y="370"/>
                  </a:lnTo>
                  <a:lnTo>
                    <a:pt x="57" y="373"/>
                  </a:lnTo>
                  <a:lnTo>
                    <a:pt x="53" y="377"/>
                  </a:lnTo>
                  <a:lnTo>
                    <a:pt x="48" y="381"/>
                  </a:lnTo>
                  <a:lnTo>
                    <a:pt x="44" y="385"/>
                  </a:lnTo>
                  <a:lnTo>
                    <a:pt x="41" y="389"/>
                  </a:lnTo>
                  <a:lnTo>
                    <a:pt x="38" y="395"/>
                  </a:lnTo>
                  <a:lnTo>
                    <a:pt x="35" y="400"/>
                  </a:lnTo>
                  <a:lnTo>
                    <a:pt x="33" y="406"/>
                  </a:lnTo>
                  <a:lnTo>
                    <a:pt x="31" y="411"/>
                  </a:lnTo>
                  <a:lnTo>
                    <a:pt x="31" y="417"/>
                  </a:lnTo>
                  <a:lnTo>
                    <a:pt x="30" y="424"/>
                  </a:lnTo>
                  <a:lnTo>
                    <a:pt x="30" y="644"/>
                  </a:lnTo>
                  <a:lnTo>
                    <a:pt x="24" y="648"/>
                  </a:lnTo>
                  <a:lnTo>
                    <a:pt x="18" y="653"/>
                  </a:lnTo>
                  <a:lnTo>
                    <a:pt x="13" y="659"/>
                  </a:lnTo>
                  <a:lnTo>
                    <a:pt x="9" y="665"/>
                  </a:lnTo>
                  <a:lnTo>
                    <a:pt x="4" y="672"/>
                  </a:lnTo>
                  <a:lnTo>
                    <a:pt x="2" y="680"/>
                  </a:lnTo>
                  <a:lnTo>
                    <a:pt x="1" y="688"/>
                  </a:lnTo>
                  <a:lnTo>
                    <a:pt x="0" y="696"/>
                  </a:lnTo>
                  <a:lnTo>
                    <a:pt x="0" y="771"/>
                  </a:lnTo>
                  <a:lnTo>
                    <a:pt x="0" y="774"/>
                  </a:lnTo>
                  <a:lnTo>
                    <a:pt x="1" y="778"/>
                  </a:lnTo>
                  <a:lnTo>
                    <a:pt x="2" y="780"/>
                  </a:lnTo>
                  <a:lnTo>
                    <a:pt x="4" y="782"/>
                  </a:lnTo>
                  <a:lnTo>
                    <a:pt x="6" y="784"/>
                  </a:lnTo>
                  <a:lnTo>
                    <a:pt x="10" y="785"/>
                  </a:lnTo>
                  <a:lnTo>
                    <a:pt x="12" y="786"/>
                  </a:lnTo>
                  <a:lnTo>
                    <a:pt x="15" y="786"/>
                  </a:lnTo>
                  <a:lnTo>
                    <a:pt x="409" y="786"/>
                  </a:lnTo>
                  <a:lnTo>
                    <a:pt x="412" y="786"/>
                  </a:lnTo>
                  <a:lnTo>
                    <a:pt x="414" y="785"/>
                  </a:lnTo>
                  <a:lnTo>
                    <a:pt x="417" y="784"/>
                  </a:lnTo>
                  <a:lnTo>
                    <a:pt x="419" y="782"/>
                  </a:lnTo>
                  <a:lnTo>
                    <a:pt x="421" y="780"/>
                  </a:lnTo>
                  <a:lnTo>
                    <a:pt x="423" y="778"/>
                  </a:lnTo>
                  <a:lnTo>
                    <a:pt x="424" y="774"/>
                  </a:lnTo>
                  <a:lnTo>
                    <a:pt x="424" y="771"/>
                  </a:lnTo>
                  <a:lnTo>
                    <a:pt x="424" y="696"/>
                  </a:lnTo>
                  <a:lnTo>
                    <a:pt x="423" y="688"/>
                  </a:lnTo>
                  <a:lnTo>
                    <a:pt x="421" y="680"/>
                  </a:lnTo>
                  <a:lnTo>
                    <a:pt x="419" y="672"/>
                  </a:lnTo>
                  <a:lnTo>
                    <a:pt x="415" y="665"/>
                  </a:lnTo>
                  <a:lnTo>
                    <a:pt x="411" y="659"/>
                  </a:lnTo>
                  <a:lnTo>
                    <a:pt x="405" y="653"/>
                  </a:lnTo>
                  <a:lnTo>
                    <a:pt x="400" y="648"/>
                  </a:lnTo>
                  <a:lnTo>
                    <a:pt x="394" y="644"/>
                  </a:lnTo>
                  <a:lnTo>
                    <a:pt x="394" y="424"/>
                  </a:lnTo>
                  <a:lnTo>
                    <a:pt x="515" y="424"/>
                  </a:lnTo>
                  <a:lnTo>
                    <a:pt x="515" y="644"/>
                  </a:lnTo>
                  <a:lnTo>
                    <a:pt x="508" y="648"/>
                  </a:lnTo>
                  <a:lnTo>
                    <a:pt x="502" y="653"/>
                  </a:lnTo>
                  <a:lnTo>
                    <a:pt x="497" y="659"/>
                  </a:lnTo>
                  <a:lnTo>
                    <a:pt x="492" y="665"/>
                  </a:lnTo>
                  <a:lnTo>
                    <a:pt x="489" y="672"/>
                  </a:lnTo>
                  <a:lnTo>
                    <a:pt x="486" y="680"/>
                  </a:lnTo>
                  <a:lnTo>
                    <a:pt x="485" y="688"/>
                  </a:lnTo>
                  <a:lnTo>
                    <a:pt x="484" y="696"/>
                  </a:lnTo>
                  <a:lnTo>
                    <a:pt x="484" y="771"/>
                  </a:lnTo>
                  <a:lnTo>
                    <a:pt x="485" y="774"/>
                  </a:lnTo>
                  <a:lnTo>
                    <a:pt x="486" y="778"/>
                  </a:lnTo>
                  <a:lnTo>
                    <a:pt x="487" y="780"/>
                  </a:lnTo>
                  <a:lnTo>
                    <a:pt x="489" y="782"/>
                  </a:lnTo>
                  <a:lnTo>
                    <a:pt x="491" y="784"/>
                  </a:lnTo>
                  <a:lnTo>
                    <a:pt x="493" y="785"/>
                  </a:lnTo>
                  <a:lnTo>
                    <a:pt x="497" y="786"/>
                  </a:lnTo>
                  <a:lnTo>
                    <a:pt x="500" y="786"/>
                  </a:lnTo>
                  <a:lnTo>
                    <a:pt x="892" y="786"/>
                  </a:lnTo>
                  <a:lnTo>
                    <a:pt x="896" y="786"/>
                  </a:lnTo>
                  <a:lnTo>
                    <a:pt x="899" y="785"/>
                  </a:lnTo>
                  <a:lnTo>
                    <a:pt x="901" y="784"/>
                  </a:lnTo>
                  <a:lnTo>
                    <a:pt x="903" y="782"/>
                  </a:lnTo>
                  <a:lnTo>
                    <a:pt x="905" y="780"/>
                  </a:lnTo>
                  <a:lnTo>
                    <a:pt x="906" y="778"/>
                  </a:lnTo>
                  <a:lnTo>
                    <a:pt x="907" y="774"/>
                  </a:lnTo>
                  <a:lnTo>
                    <a:pt x="907" y="771"/>
                  </a:lnTo>
                  <a:lnTo>
                    <a:pt x="907" y="696"/>
                  </a:lnTo>
                  <a:lnTo>
                    <a:pt x="907" y="688"/>
                  </a:lnTo>
                  <a:lnTo>
                    <a:pt x="905" y="680"/>
                  </a:lnTo>
                  <a:lnTo>
                    <a:pt x="903" y="672"/>
                  </a:lnTo>
                  <a:lnTo>
                    <a:pt x="900" y="665"/>
                  </a:lnTo>
                  <a:lnTo>
                    <a:pt x="896" y="659"/>
                  </a:lnTo>
                  <a:lnTo>
                    <a:pt x="890" y="653"/>
                  </a:lnTo>
                  <a:lnTo>
                    <a:pt x="884" y="648"/>
                  </a:lnTo>
                  <a:lnTo>
                    <a:pt x="877" y="64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32" name="Google Shape;232;p13"/>
            <p:cNvSpPr/>
            <p:nvPr/>
          </p:nvSpPr>
          <p:spPr>
            <a:xfrm>
              <a:off x="487363" y="957263"/>
              <a:ext cx="76200" cy="57150"/>
            </a:xfrm>
            <a:custGeom>
              <a:avLst/>
              <a:gdLst/>
              <a:ahLst/>
              <a:cxnLst/>
              <a:rect l="l" t="t" r="r" b="b"/>
              <a:pathLst>
                <a:path w="242" h="181" extrusionOk="0">
                  <a:moveTo>
                    <a:pt x="212" y="151"/>
                  </a:moveTo>
                  <a:lnTo>
                    <a:pt x="30" y="151"/>
                  </a:lnTo>
                  <a:lnTo>
                    <a:pt x="30" y="30"/>
                  </a:lnTo>
                  <a:lnTo>
                    <a:pt x="212" y="30"/>
                  </a:lnTo>
                  <a:lnTo>
                    <a:pt x="212" y="151"/>
                  </a:lnTo>
                  <a:close/>
                  <a:moveTo>
                    <a:pt x="227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6" y="2"/>
                  </a:lnTo>
                  <a:lnTo>
                    <a:pt x="4" y="4"/>
                  </a:lnTo>
                  <a:lnTo>
                    <a:pt x="3" y="6"/>
                  </a:lnTo>
                  <a:lnTo>
                    <a:pt x="1" y="8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1"/>
                  </a:lnTo>
                  <a:lnTo>
                    <a:pt x="3" y="175"/>
                  </a:lnTo>
                  <a:lnTo>
                    <a:pt x="4" y="177"/>
                  </a:lnTo>
                  <a:lnTo>
                    <a:pt x="6" y="179"/>
                  </a:lnTo>
                  <a:lnTo>
                    <a:pt x="10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227" y="181"/>
                  </a:lnTo>
                  <a:lnTo>
                    <a:pt x="230" y="181"/>
                  </a:lnTo>
                  <a:lnTo>
                    <a:pt x="233" y="180"/>
                  </a:lnTo>
                  <a:lnTo>
                    <a:pt x="236" y="178"/>
                  </a:lnTo>
                  <a:lnTo>
                    <a:pt x="238" y="177"/>
                  </a:lnTo>
                  <a:lnTo>
                    <a:pt x="239" y="175"/>
                  </a:lnTo>
                  <a:lnTo>
                    <a:pt x="241" y="171"/>
                  </a:lnTo>
                  <a:lnTo>
                    <a:pt x="242" y="169"/>
                  </a:lnTo>
                  <a:lnTo>
                    <a:pt x="242" y="166"/>
                  </a:lnTo>
                  <a:lnTo>
                    <a:pt x="242" y="15"/>
                  </a:lnTo>
                  <a:lnTo>
                    <a:pt x="242" y="12"/>
                  </a:lnTo>
                  <a:lnTo>
                    <a:pt x="241" y="8"/>
                  </a:lnTo>
                  <a:lnTo>
                    <a:pt x="239" y="6"/>
                  </a:lnTo>
                  <a:lnTo>
                    <a:pt x="238" y="4"/>
                  </a:lnTo>
                  <a:lnTo>
                    <a:pt x="236" y="2"/>
                  </a:lnTo>
                  <a:lnTo>
                    <a:pt x="233" y="1"/>
                  </a:lnTo>
                  <a:lnTo>
                    <a:pt x="230" y="0"/>
                  </a:lnTo>
                  <a:lnTo>
                    <a:pt x="2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233" name="Google Shape;23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234" name="Google Shape;234;p13" descr="C:\Users\Admin\Downloads\logo (2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37606" y="5569228"/>
            <a:ext cx="131445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3"/>
          <p:cNvSpPr txBox="1"/>
          <p:nvPr/>
        </p:nvSpPr>
        <p:spPr>
          <a:xfrm>
            <a:off x="125025" y="914400"/>
            <a:ext cx="11716800" cy="2739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endParaRPr sz="2400" i="0" u="none" strike="noStrike" cap="none" dirty="0">
              <a:solidFill>
                <a:schemeClr val="dk1"/>
              </a:solidFill>
              <a:latin typeface="Calibri" pitchFamily="34" charset="0"/>
              <a:cs typeface="Calibri" pitchFamily="34" charset="0"/>
            </a:endParaRPr>
          </a:p>
          <a:p>
            <a:pPr marL="342900" marR="0" lvl="0" indent="-3492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AutoNum type="arabicPeriod"/>
            </a:pPr>
            <a:r>
              <a:rPr lang="en-US" sz="2400" b="1" i="0" u="none" strike="noStrike" cap="none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About EMS Share Market Classes </a:t>
            </a:r>
            <a:endParaRPr sz="2400" i="0" u="none" strike="noStrike" cap="none" dirty="0">
              <a:solidFill>
                <a:schemeClr val="dk1"/>
              </a:solidFill>
              <a:latin typeface="Calibri" pitchFamily="34" charset="0"/>
              <a:cs typeface="Calibri" pitchFamily="34" charset="0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endParaRPr sz="2400" dirty="0">
              <a:solidFill>
                <a:schemeClr val="dk1"/>
              </a:solidFill>
              <a:latin typeface="Calibri" pitchFamily="34" charset="0"/>
              <a:cs typeface="Calibri" pitchFamily="34" charset="0"/>
            </a:endParaRPr>
          </a:p>
          <a:p>
            <a:pPr marL="342900" indent="-228600" algn="ctr">
              <a:buClr>
                <a:schemeClr val="dk1"/>
              </a:buClr>
              <a:buSzPts val="1800"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Since 2011, </a:t>
            </a:r>
            <a:r>
              <a:rPr lang="en-US" sz="2000" b="1" dirty="0" err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eMS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 Share Market Classes in </a:t>
            </a:r>
            <a:r>
              <a:rPr lang="en-US" sz="2000" b="1" dirty="0" err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p</a:t>
            </a:r>
            <a:r>
              <a:rPr lang="en-US" sz="2000" b="1" dirty="0" err="1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une</a:t>
            </a:r>
            <a:r>
              <a:rPr lang="en-US" sz="2000" b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provides complete stock market education in Pune. </a:t>
            </a:r>
            <a:r>
              <a:rPr lang="en-US" sz="2000" b="1" dirty="0" err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eMS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 share market courses, covers fundamental &amp; technical analysis along with live </a:t>
            </a:r>
            <a:r>
              <a:rPr lang="en-US" sz="2000" b="1" dirty="0" err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practicals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 to enhance students with trading skills. </a:t>
            </a:r>
            <a:r>
              <a:rPr lang="en-US" sz="2000" b="1" dirty="0" err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eMS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 share market coaching institute offer lifetime support, </a:t>
            </a:r>
            <a:r>
              <a:rPr lang="en-US" sz="2000" b="1" dirty="0" err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eMS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 provide online share market classes in </a:t>
            </a:r>
            <a:r>
              <a:rPr lang="en-US" sz="2000" b="1" dirty="0" err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pune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. ems is top stock market institute which deliver Profitable Strategies with back-testing reports. </a:t>
            </a:r>
            <a:endParaRPr sz="2800" i="0" u="none" strike="noStrike" cap="none" dirty="0">
              <a:solidFill>
                <a:schemeClr val="dk1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2050" name="Picture 2" descr="Photo of fundamental analysi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8899" y="3929144"/>
            <a:ext cx="3761823" cy="2821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hoto of fundamental analysi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0418" y="4035986"/>
            <a:ext cx="3677773" cy="2758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3"/>
          <p:cNvSpPr/>
          <p:nvPr/>
        </p:nvSpPr>
        <p:spPr>
          <a:xfrm>
            <a:off x="0" y="266700"/>
            <a:ext cx="12192000" cy="5524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3200" b="1" i="0" u="none" strike="noStrike" cap="none" dirty="0" smtClean="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Client Requirement </a:t>
            </a:r>
            <a:endParaRPr sz="3200" b="1" i="0" u="none" strike="noStrike" cap="none" dirty="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224" name="Google Shape;224;p13"/>
          <p:cNvGrpSpPr/>
          <p:nvPr/>
        </p:nvGrpSpPr>
        <p:grpSpPr>
          <a:xfrm>
            <a:off x="271463" y="171450"/>
            <a:ext cx="790575" cy="742950"/>
            <a:chOff x="11182350" y="171450"/>
            <a:chExt cx="790575" cy="742950"/>
          </a:xfrm>
        </p:grpSpPr>
        <p:sp>
          <p:nvSpPr>
            <p:cNvPr id="225" name="Google Shape;225;p13"/>
            <p:cNvSpPr/>
            <p:nvPr/>
          </p:nvSpPr>
          <p:spPr>
            <a:xfrm>
              <a:off x="11182350" y="171450"/>
              <a:ext cx="742950" cy="74295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26" name="Google Shape;226;p13"/>
            <p:cNvSpPr/>
            <p:nvPr/>
          </p:nvSpPr>
          <p:spPr>
            <a:xfrm>
              <a:off x="11925300" y="171450"/>
              <a:ext cx="47625" cy="95250"/>
            </a:xfrm>
            <a:prstGeom prst="rtTriangle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27" name="Google Shape;227;p13"/>
            <p:cNvSpPr/>
            <p:nvPr/>
          </p:nvSpPr>
          <p:spPr>
            <a:xfrm rot="10800000" flipH="1">
              <a:off x="11925300" y="819150"/>
              <a:ext cx="47625" cy="95250"/>
            </a:xfrm>
            <a:prstGeom prst="rtTriangle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228" name="Google Shape;228;p13"/>
          <p:cNvGrpSpPr/>
          <p:nvPr/>
        </p:nvGrpSpPr>
        <p:grpSpPr>
          <a:xfrm>
            <a:off x="451715" y="377056"/>
            <a:ext cx="382447" cy="331736"/>
            <a:chOff x="304800" y="822325"/>
            <a:chExt cx="287338" cy="249238"/>
          </a:xfrm>
        </p:grpSpPr>
        <p:sp>
          <p:nvSpPr>
            <p:cNvPr id="229" name="Google Shape;229;p13"/>
            <p:cNvSpPr/>
            <p:nvPr/>
          </p:nvSpPr>
          <p:spPr>
            <a:xfrm>
              <a:off x="333375" y="957263"/>
              <a:ext cx="76200" cy="57150"/>
            </a:xfrm>
            <a:custGeom>
              <a:avLst/>
              <a:gdLst/>
              <a:ahLst/>
              <a:cxnLst/>
              <a:rect l="l" t="t" r="r" b="b"/>
              <a:pathLst>
                <a:path w="241" h="181" extrusionOk="0">
                  <a:moveTo>
                    <a:pt x="211" y="151"/>
                  </a:moveTo>
                  <a:lnTo>
                    <a:pt x="30" y="151"/>
                  </a:lnTo>
                  <a:lnTo>
                    <a:pt x="30" y="30"/>
                  </a:lnTo>
                  <a:lnTo>
                    <a:pt x="211" y="30"/>
                  </a:lnTo>
                  <a:lnTo>
                    <a:pt x="211" y="151"/>
                  </a:lnTo>
                  <a:close/>
                  <a:moveTo>
                    <a:pt x="226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4" y="4"/>
                  </a:lnTo>
                  <a:lnTo>
                    <a:pt x="2" y="6"/>
                  </a:lnTo>
                  <a:lnTo>
                    <a:pt x="1" y="8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1"/>
                  </a:lnTo>
                  <a:lnTo>
                    <a:pt x="2" y="175"/>
                  </a:lnTo>
                  <a:lnTo>
                    <a:pt x="4" y="177"/>
                  </a:lnTo>
                  <a:lnTo>
                    <a:pt x="7" y="179"/>
                  </a:lnTo>
                  <a:lnTo>
                    <a:pt x="9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226" y="181"/>
                  </a:lnTo>
                  <a:lnTo>
                    <a:pt x="230" y="181"/>
                  </a:lnTo>
                  <a:lnTo>
                    <a:pt x="233" y="180"/>
                  </a:lnTo>
                  <a:lnTo>
                    <a:pt x="235" y="178"/>
                  </a:lnTo>
                  <a:lnTo>
                    <a:pt x="237" y="177"/>
                  </a:lnTo>
                  <a:lnTo>
                    <a:pt x="239" y="175"/>
                  </a:lnTo>
                  <a:lnTo>
                    <a:pt x="240" y="171"/>
                  </a:lnTo>
                  <a:lnTo>
                    <a:pt x="241" y="169"/>
                  </a:lnTo>
                  <a:lnTo>
                    <a:pt x="241" y="166"/>
                  </a:lnTo>
                  <a:lnTo>
                    <a:pt x="241" y="15"/>
                  </a:lnTo>
                  <a:lnTo>
                    <a:pt x="241" y="12"/>
                  </a:lnTo>
                  <a:lnTo>
                    <a:pt x="240" y="8"/>
                  </a:lnTo>
                  <a:lnTo>
                    <a:pt x="239" y="6"/>
                  </a:lnTo>
                  <a:lnTo>
                    <a:pt x="237" y="4"/>
                  </a:lnTo>
                  <a:lnTo>
                    <a:pt x="235" y="2"/>
                  </a:lnTo>
                  <a:lnTo>
                    <a:pt x="233" y="1"/>
                  </a:lnTo>
                  <a:lnTo>
                    <a:pt x="230" y="0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30" name="Google Shape;230;p13"/>
            <p:cNvSpPr/>
            <p:nvPr/>
          </p:nvSpPr>
          <p:spPr>
            <a:xfrm>
              <a:off x="409575" y="841375"/>
              <a:ext cx="77788" cy="57150"/>
            </a:xfrm>
            <a:custGeom>
              <a:avLst/>
              <a:gdLst/>
              <a:ahLst/>
              <a:cxnLst/>
              <a:rect l="l" t="t" r="r" b="b"/>
              <a:pathLst>
                <a:path w="243" h="182" extrusionOk="0">
                  <a:moveTo>
                    <a:pt x="213" y="152"/>
                  </a:moveTo>
                  <a:lnTo>
                    <a:pt x="32" y="152"/>
                  </a:lnTo>
                  <a:lnTo>
                    <a:pt x="32" y="30"/>
                  </a:lnTo>
                  <a:lnTo>
                    <a:pt x="213" y="30"/>
                  </a:lnTo>
                  <a:lnTo>
                    <a:pt x="213" y="152"/>
                  </a:lnTo>
                  <a:close/>
                  <a:moveTo>
                    <a:pt x="228" y="0"/>
                  </a:moveTo>
                  <a:lnTo>
                    <a:pt x="15" y="0"/>
                  </a:lnTo>
                  <a:lnTo>
                    <a:pt x="13" y="0"/>
                  </a:lnTo>
                  <a:lnTo>
                    <a:pt x="10" y="1"/>
                  </a:lnTo>
                  <a:lnTo>
                    <a:pt x="8" y="3"/>
                  </a:lnTo>
                  <a:lnTo>
                    <a:pt x="6" y="5"/>
                  </a:lnTo>
                  <a:lnTo>
                    <a:pt x="4" y="7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0" y="15"/>
                  </a:lnTo>
                  <a:lnTo>
                    <a:pt x="0" y="167"/>
                  </a:lnTo>
                  <a:lnTo>
                    <a:pt x="2" y="170"/>
                  </a:lnTo>
                  <a:lnTo>
                    <a:pt x="2" y="173"/>
                  </a:lnTo>
                  <a:lnTo>
                    <a:pt x="4" y="175"/>
                  </a:lnTo>
                  <a:lnTo>
                    <a:pt x="6" y="177"/>
                  </a:lnTo>
                  <a:lnTo>
                    <a:pt x="8" y="179"/>
                  </a:lnTo>
                  <a:lnTo>
                    <a:pt x="10" y="180"/>
                  </a:lnTo>
                  <a:lnTo>
                    <a:pt x="13" y="182"/>
                  </a:lnTo>
                  <a:lnTo>
                    <a:pt x="15" y="182"/>
                  </a:lnTo>
                  <a:lnTo>
                    <a:pt x="228" y="182"/>
                  </a:lnTo>
                  <a:lnTo>
                    <a:pt x="231" y="182"/>
                  </a:lnTo>
                  <a:lnTo>
                    <a:pt x="233" y="180"/>
                  </a:lnTo>
                  <a:lnTo>
                    <a:pt x="236" y="179"/>
                  </a:lnTo>
                  <a:lnTo>
                    <a:pt x="239" y="177"/>
                  </a:lnTo>
                  <a:lnTo>
                    <a:pt x="241" y="175"/>
                  </a:lnTo>
                  <a:lnTo>
                    <a:pt x="242" y="173"/>
                  </a:lnTo>
                  <a:lnTo>
                    <a:pt x="243" y="170"/>
                  </a:lnTo>
                  <a:lnTo>
                    <a:pt x="243" y="167"/>
                  </a:lnTo>
                  <a:lnTo>
                    <a:pt x="243" y="15"/>
                  </a:lnTo>
                  <a:lnTo>
                    <a:pt x="243" y="12"/>
                  </a:lnTo>
                  <a:lnTo>
                    <a:pt x="242" y="10"/>
                  </a:lnTo>
                  <a:lnTo>
                    <a:pt x="241" y="7"/>
                  </a:lnTo>
                  <a:lnTo>
                    <a:pt x="239" y="5"/>
                  </a:lnTo>
                  <a:lnTo>
                    <a:pt x="236" y="4"/>
                  </a:lnTo>
                  <a:lnTo>
                    <a:pt x="233" y="1"/>
                  </a:lnTo>
                  <a:lnTo>
                    <a:pt x="231" y="0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31" name="Google Shape;231;p13"/>
            <p:cNvSpPr/>
            <p:nvPr/>
          </p:nvSpPr>
          <p:spPr>
            <a:xfrm>
              <a:off x="304800" y="822325"/>
              <a:ext cx="287338" cy="249238"/>
            </a:xfrm>
            <a:custGeom>
              <a:avLst/>
              <a:gdLst/>
              <a:ahLst/>
              <a:cxnLst/>
              <a:rect l="l" t="t" r="r" b="b"/>
              <a:pathLst>
                <a:path w="907" h="786" extrusionOk="0">
                  <a:moveTo>
                    <a:pt x="877" y="756"/>
                  </a:moveTo>
                  <a:lnTo>
                    <a:pt x="515" y="756"/>
                  </a:lnTo>
                  <a:lnTo>
                    <a:pt x="515" y="696"/>
                  </a:lnTo>
                  <a:lnTo>
                    <a:pt x="515" y="690"/>
                  </a:lnTo>
                  <a:lnTo>
                    <a:pt x="517" y="684"/>
                  </a:lnTo>
                  <a:lnTo>
                    <a:pt x="520" y="679"/>
                  </a:lnTo>
                  <a:lnTo>
                    <a:pt x="523" y="675"/>
                  </a:lnTo>
                  <a:lnTo>
                    <a:pt x="528" y="670"/>
                  </a:lnTo>
                  <a:lnTo>
                    <a:pt x="533" y="668"/>
                  </a:lnTo>
                  <a:lnTo>
                    <a:pt x="538" y="666"/>
                  </a:lnTo>
                  <a:lnTo>
                    <a:pt x="545" y="665"/>
                  </a:lnTo>
                  <a:lnTo>
                    <a:pt x="847" y="665"/>
                  </a:lnTo>
                  <a:lnTo>
                    <a:pt x="854" y="666"/>
                  </a:lnTo>
                  <a:lnTo>
                    <a:pt x="859" y="668"/>
                  </a:lnTo>
                  <a:lnTo>
                    <a:pt x="864" y="670"/>
                  </a:lnTo>
                  <a:lnTo>
                    <a:pt x="869" y="675"/>
                  </a:lnTo>
                  <a:lnTo>
                    <a:pt x="872" y="679"/>
                  </a:lnTo>
                  <a:lnTo>
                    <a:pt x="875" y="684"/>
                  </a:lnTo>
                  <a:lnTo>
                    <a:pt x="877" y="690"/>
                  </a:lnTo>
                  <a:lnTo>
                    <a:pt x="877" y="696"/>
                  </a:lnTo>
                  <a:lnTo>
                    <a:pt x="877" y="756"/>
                  </a:lnTo>
                  <a:close/>
                  <a:moveTo>
                    <a:pt x="545" y="424"/>
                  </a:moveTo>
                  <a:lnTo>
                    <a:pt x="545" y="417"/>
                  </a:lnTo>
                  <a:lnTo>
                    <a:pt x="547" y="412"/>
                  </a:lnTo>
                  <a:lnTo>
                    <a:pt x="550" y="407"/>
                  </a:lnTo>
                  <a:lnTo>
                    <a:pt x="553" y="402"/>
                  </a:lnTo>
                  <a:lnTo>
                    <a:pt x="558" y="398"/>
                  </a:lnTo>
                  <a:lnTo>
                    <a:pt x="563" y="396"/>
                  </a:lnTo>
                  <a:lnTo>
                    <a:pt x="568" y="394"/>
                  </a:lnTo>
                  <a:lnTo>
                    <a:pt x="575" y="393"/>
                  </a:lnTo>
                  <a:lnTo>
                    <a:pt x="817" y="393"/>
                  </a:lnTo>
                  <a:lnTo>
                    <a:pt x="823" y="394"/>
                  </a:lnTo>
                  <a:lnTo>
                    <a:pt x="829" y="396"/>
                  </a:lnTo>
                  <a:lnTo>
                    <a:pt x="834" y="398"/>
                  </a:lnTo>
                  <a:lnTo>
                    <a:pt x="839" y="402"/>
                  </a:lnTo>
                  <a:lnTo>
                    <a:pt x="842" y="407"/>
                  </a:lnTo>
                  <a:lnTo>
                    <a:pt x="845" y="412"/>
                  </a:lnTo>
                  <a:lnTo>
                    <a:pt x="846" y="417"/>
                  </a:lnTo>
                  <a:lnTo>
                    <a:pt x="847" y="424"/>
                  </a:lnTo>
                  <a:lnTo>
                    <a:pt x="847" y="635"/>
                  </a:lnTo>
                  <a:lnTo>
                    <a:pt x="545" y="635"/>
                  </a:lnTo>
                  <a:lnTo>
                    <a:pt x="545" y="424"/>
                  </a:lnTo>
                  <a:close/>
                  <a:moveTo>
                    <a:pt x="385" y="393"/>
                  </a:moveTo>
                  <a:lnTo>
                    <a:pt x="381" y="386"/>
                  </a:lnTo>
                  <a:lnTo>
                    <a:pt x="375" y="381"/>
                  </a:lnTo>
                  <a:lnTo>
                    <a:pt x="370" y="376"/>
                  </a:lnTo>
                  <a:lnTo>
                    <a:pt x="364" y="371"/>
                  </a:lnTo>
                  <a:lnTo>
                    <a:pt x="356" y="368"/>
                  </a:lnTo>
                  <a:lnTo>
                    <a:pt x="349" y="365"/>
                  </a:lnTo>
                  <a:lnTo>
                    <a:pt x="341" y="364"/>
                  </a:lnTo>
                  <a:lnTo>
                    <a:pt x="332" y="363"/>
                  </a:lnTo>
                  <a:lnTo>
                    <a:pt x="272" y="363"/>
                  </a:lnTo>
                  <a:lnTo>
                    <a:pt x="272" y="333"/>
                  </a:lnTo>
                  <a:lnTo>
                    <a:pt x="273" y="326"/>
                  </a:lnTo>
                  <a:lnTo>
                    <a:pt x="275" y="321"/>
                  </a:lnTo>
                  <a:lnTo>
                    <a:pt x="278" y="316"/>
                  </a:lnTo>
                  <a:lnTo>
                    <a:pt x="281" y="311"/>
                  </a:lnTo>
                  <a:lnTo>
                    <a:pt x="285" y="308"/>
                  </a:lnTo>
                  <a:lnTo>
                    <a:pt x="291" y="305"/>
                  </a:lnTo>
                  <a:lnTo>
                    <a:pt x="296" y="303"/>
                  </a:lnTo>
                  <a:lnTo>
                    <a:pt x="302" y="303"/>
                  </a:lnTo>
                  <a:lnTo>
                    <a:pt x="605" y="303"/>
                  </a:lnTo>
                  <a:lnTo>
                    <a:pt x="611" y="303"/>
                  </a:lnTo>
                  <a:lnTo>
                    <a:pt x="617" y="305"/>
                  </a:lnTo>
                  <a:lnTo>
                    <a:pt x="622" y="308"/>
                  </a:lnTo>
                  <a:lnTo>
                    <a:pt x="626" y="311"/>
                  </a:lnTo>
                  <a:lnTo>
                    <a:pt x="631" y="316"/>
                  </a:lnTo>
                  <a:lnTo>
                    <a:pt x="633" y="321"/>
                  </a:lnTo>
                  <a:lnTo>
                    <a:pt x="635" y="326"/>
                  </a:lnTo>
                  <a:lnTo>
                    <a:pt x="636" y="333"/>
                  </a:lnTo>
                  <a:lnTo>
                    <a:pt x="636" y="363"/>
                  </a:lnTo>
                  <a:lnTo>
                    <a:pt x="575" y="363"/>
                  </a:lnTo>
                  <a:lnTo>
                    <a:pt x="566" y="364"/>
                  </a:lnTo>
                  <a:lnTo>
                    <a:pt x="559" y="365"/>
                  </a:lnTo>
                  <a:lnTo>
                    <a:pt x="551" y="368"/>
                  </a:lnTo>
                  <a:lnTo>
                    <a:pt x="545" y="371"/>
                  </a:lnTo>
                  <a:lnTo>
                    <a:pt x="538" y="376"/>
                  </a:lnTo>
                  <a:lnTo>
                    <a:pt x="532" y="381"/>
                  </a:lnTo>
                  <a:lnTo>
                    <a:pt x="528" y="386"/>
                  </a:lnTo>
                  <a:lnTo>
                    <a:pt x="523" y="393"/>
                  </a:lnTo>
                  <a:lnTo>
                    <a:pt x="385" y="393"/>
                  </a:lnTo>
                  <a:close/>
                  <a:moveTo>
                    <a:pt x="60" y="635"/>
                  </a:moveTo>
                  <a:lnTo>
                    <a:pt x="60" y="424"/>
                  </a:lnTo>
                  <a:lnTo>
                    <a:pt x="61" y="417"/>
                  </a:lnTo>
                  <a:lnTo>
                    <a:pt x="63" y="412"/>
                  </a:lnTo>
                  <a:lnTo>
                    <a:pt x="65" y="407"/>
                  </a:lnTo>
                  <a:lnTo>
                    <a:pt x="70" y="402"/>
                  </a:lnTo>
                  <a:lnTo>
                    <a:pt x="74" y="398"/>
                  </a:lnTo>
                  <a:lnTo>
                    <a:pt x="79" y="396"/>
                  </a:lnTo>
                  <a:lnTo>
                    <a:pt x="85" y="394"/>
                  </a:lnTo>
                  <a:lnTo>
                    <a:pt x="91" y="393"/>
                  </a:lnTo>
                  <a:lnTo>
                    <a:pt x="332" y="393"/>
                  </a:lnTo>
                  <a:lnTo>
                    <a:pt x="339" y="394"/>
                  </a:lnTo>
                  <a:lnTo>
                    <a:pt x="344" y="396"/>
                  </a:lnTo>
                  <a:lnTo>
                    <a:pt x="350" y="398"/>
                  </a:lnTo>
                  <a:lnTo>
                    <a:pt x="354" y="402"/>
                  </a:lnTo>
                  <a:lnTo>
                    <a:pt x="358" y="407"/>
                  </a:lnTo>
                  <a:lnTo>
                    <a:pt x="360" y="412"/>
                  </a:lnTo>
                  <a:lnTo>
                    <a:pt x="363" y="417"/>
                  </a:lnTo>
                  <a:lnTo>
                    <a:pt x="364" y="424"/>
                  </a:lnTo>
                  <a:lnTo>
                    <a:pt x="364" y="635"/>
                  </a:lnTo>
                  <a:lnTo>
                    <a:pt x="60" y="635"/>
                  </a:lnTo>
                  <a:close/>
                  <a:moveTo>
                    <a:pt x="394" y="756"/>
                  </a:moveTo>
                  <a:lnTo>
                    <a:pt x="30" y="756"/>
                  </a:lnTo>
                  <a:lnTo>
                    <a:pt x="30" y="696"/>
                  </a:lnTo>
                  <a:lnTo>
                    <a:pt x="31" y="690"/>
                  </a:lnTo>
                  <a:lnTo>
                    <a:pt x="32" y="684"/>
                  </a:lnTo>
                  <a:lnTo>
                    <a:pt x="35" y="679"/>
                  </a:lnTo>
                  <a:lnTo>
                    <a:pt x="40" y="675"/>
                  </a:lnTo>
                  <a:lnTo>
                    <a:pt x="44" y="670"/>
                  </a:lnTo>
                  <a:lnTo>
                    <a:pt x="48" y="668"/>
                  </a:lnTo>
                  <a:lnTo>
                    <a:pt x="55" y="666"/>
                  </a:lnTo>
                  <a:lnTo>
                    <a:pt x="60" y="665"/>
                  </a:lnTo>
                  <a:lnTo>
                    <a:pt x="364" y="665"/>
                  </a:lnTo>
                  <a:lnTo>
                    <a:pt x="369" y="666"/>
                  </a:lnTo>
                  <a:lnTo>
                    <a:pt x="375" y="668"/>
                  </a:lnTo>
                  <a:lnTo>
                    <a:pt x="380" y="670"/>
                  </a:lnTo>
                  <a:lnTo>
                    <a:pt x="385" y="675"/>
                  </a:lnTo>
                  <a:lnTo>
                    <a:pt x="388" y="679"/>
                  </a:lnTo>
                  <a:lnTo>
                    <a:pt x="391" y="684"/>
                  </a:lnTo>
                  <a:lnTo>
                    <a:pt x="393" y="690"/>
                  </a:lnTo>
                  <a:lnTo>
                    <a:pt x="394" y="696"/>
                  </a:lnTo>
                  <a:lnTo>
                    <a:pt x="394" y="756"/>
                  </a:lnTo>
                  <a:close/>
                  <a:moveTo>
                    <a:pt x="302" y="60"/>
                  </a:moveTo>
                  <a:lnTo>
                    <a:pt x="304" y="54"/>
                  </a:lnTo>
                  <a:lnTo>
                    <a:pt x="305" y="49"/>
                  </a:lnTo>
                  <a:lnTo>
                    <a:pt x="308" y="43"/>
                  </a:lnTo>
                  <a:lnTo>
                    <a:pt x="311" y="39"/>
                  </a:lnTo>
                  <a:lnTo>
                    <a:pt x="316" y="36"/>
                  </a:lnTo>
                  <a:lnTo>
                    <a:pt x="321" y="33"/>
                  </a:lnTo>
                  <a:lnTo>
                    <a:pt x="327" y="30"/>
                  </a:lnTo>
                  <a:lnTo>
                    <a:pt x="332" y="30"/>
                  </a:lnTo>
                  <a:lnTo>
                    <a:pt x="575" y="30"/>
                  </a:lnTo>
                  <a:lnTo>
                    <a:pt x="581" y="30"/>
                  </a:lnTo>
                  <a:lnTo>
                    <a:pt x="587" y="33"/>
                  </a:lnTo>
                  <a:lnTo>
                    <a:pt x="592" y="36"/>
                  </a:lnTo>
                  <a:lnTo>
                    <a:pt x="596" y="39"/>
                  </a:lnTo>
                  <a:lnTo>
                    <a:pt x="600" y="43"/>
                  </a:lnTo>
                  <a:lnTo>
                    <a:pt x="603" y="49"/>
                  </a:lnTo>
                  <a:lnTo>
                    <a:pt x="605" y="54"/>
                  </a:lnTo>
                  <a:lnTo>
                    <a:pt x="605" y="60"/>
                  </a:lnTo>
                  <a:lnTo>
                    <a:pt x="605" y="273"/>
                  </a:lnTo>
                  <a:lnTo>
                    <a:pt x="302" y="273"/>
                  </a:lnTo>
                  <a:lnTo>
                    <a:pt x="302" y="60"/>
                  </a:lnTo>
                  <a:close/>
                  <a:moveTo>
                    <a:pt x="877" y="644"/>
                  </a:moveTo>
                  <a:lnTo>
                    <a:pt x="877" y="424"/>
                  </a:lnTo>
                  <a:lnTo>
                    <a:pt x="877" y="417"/>
                  </a:lnTo>
                  <a:lnTo>
                    <a:pt x="876" y="411"/>
                  </a:lnTo>
                  <a:lnTo>
                    <a:pt x="875" y="406"/>
                  </a:lnTo>
                  <a:lnTo>
                    <a:pt x="873" y="400"/>
                  </a:lnTo>
                  <a:lnTo>
                    <a:pt x="870" y="395"/>
                  </a:lnTo>
                  <a:lnTo>
                    <a:pt x="868" y="389"/>
                  </a:lnTo>
                  <a:lnTo>
                    <a:pt x="863" y="385"/>
                  </a:lnTo>
                  <a:lnTo>
                    <a:pt x="860" y="381"/>
                  </a:lnTo>
                  <a:lnTo>
                    <a:pt x="856" y="377"/>
                  </a:lnTo>
                  <a:lnTo>
                    <a:pt x="850" y="373"/>
                  </a:lnTo>
                  <a:lnTo>
                    <a:pt x="846" y="370"/>
                  </a:lnTo>
                  <a:lnTo>
                    <a:pt x="841" y="368"/>
                  </a:lnTo>
                  <a:lnTo>
                    <a:pt x="835" y="366"/>
                  </a:lnTo>
                  <a:lnTo>
                    <a:pt x="829" y="364"/>
                  </a:lnTo>
                  <a:lnTo>
                    <a:pt x="824" y="364"/>
                  </a:lnTo>
                  <a:lnTo>
                    <a:pt x="817" y="363"/>
                  </a:lnTo>
                  <a:lnTo>
                    <a:pt x="666" y="363"/>
                  </a:lnTo>
                  <a:lnTo>
                    <a:pt x="666" y="333"/>
                  </a:lnTo>
                  <a:lnTo>
                    <a:pt x="665" y="324"/>
                  </a:lnTo>
                  <a:lnTo>
                    <a:pt x="664" y="317"/>
                  </a:lnTo>
                  <a:lnTo>
                    <a:pt x="661" y="309"/>
                  </a:lnTo>
                  <a:lnTo>
                    <a:pt x="657" y="303"/>
                  </a:lnTo>
                  <a:lnTo>
                    <a:pt x="653" y="296"/>
                  </a:lnTo>
                  <a:lnTo>
                    <a:pt x="648" y="290"/>
                  </a:lnTo>
                  <a:lnTo>
                    <a:pt x="642" y="284"/>
                  </a:lnTo>
                  <a:lnTo>
                    <a:pt x="636" y="280"/>
                  </a:lnTo>
                  <a:lnTo>
                    <a:pt x="636" y="60"/>
                  </a:lnTo>
                  <a:lnTo>
                    <a:pt x="635" y="54"/>
                  </a:lnTo>
                  <a:lnTo>
                    <a:pt x="634" y="49"/>
                  </a:lnTo>
                  <a:lnTo>
                    <a:pt x="633" y="42"/>
                  </a:lnTo>
                  <a:lnTo>
                    <a:pt x="631" y="37"/>
                  </a:lnTo>
                  <a:lnTo>
                    <a:pt x="628" y="31"/>
                  </a:lnTo>
                  <a:lnTo>
                    <a:pt x="625" y="27"/>
                  </a:lnTo>
                  <a:lnTo>
                    <a:pt x="622" y="22"/>
                  </a:lnTo>
                  <a:lnTo>
                    <a:pt x="618" y="18"/>
                  </a:lnTo>
                  <a:lnTo>
                    <a:pt x="613" y="14"/>
                  </a:lnTo>
                  <a:lnTo>
                    <a:pt x="609" y="10"/>
                  </a:lnTo>
                  <a:lnTo>
                    <a:pt x="604" y="7"/>
                  </a:lnTo>
                  <a:lnTo>
                    <a:pt x="598" y="5"/>
                  </a:lnTo>
                  <a:lnTo>
                    <a:pt x="593" y="3"/>
                  </a:lnTo>
                  <a:lnTo>
                    <a:pt x="587" y="1"/>
                  </a:lnTo>
                  <a:lnTo>
                    <a:pt x="581" y="0"/>
                  </a:lnTo>
                  <a:lnTo>
                    <a:pt x="575" y="0"/>
                  </a:lnTo>
                  <a:lnTo>
                    <a:pt x="332" y="0"/>
                  </a:lnTo>
                  <a:lnTo>
                    <a:pt x="327" y="0"/>
                  </a:lnTo>
                  <a:lnTo>
                    <a:pt x="321" y="1"/>
                  </a:lnTo>
                  <a:lnTo>
                    <a:pt x="315" y="3"/>
                  </a:lnTo>
                  <a:lnTo>
                    <a:pt x="309" y="5"/>
                  </a:lnTo>
                  <a:lnTo>
                    <a:pt x="304" y="7"/>
                  </a:lnTo>
                  <a:lnTo>
                    <a:pt x="299" y="10"/>
                  </a:lnTo>
                  <a:lnTo>
                    <a:pt x="294" y="14"/>
                  </a:lnTo>
                  <a:lnTo>
                    <a:pt x="290" y="18"/>
                  </a:lnTo>
                  <a:lnTo>
                    <a:pt x="286" y="22"/>
                  </a:lnTo>
                  <a:lnTo>
                    <a:pt x="283" y="27"/>
                  </a:lnTo>
                  <a:lnTo>
                    <a:pt x="280" y="31"/>
                  </a:lnTo>
                  <a:lnTo>
                    <a:pt x="277" y="37"/>
                  </a:lnTo>
                  <a:lnTo>
                    <a:pt x="275" y="42"/>
                  </a:lnTo>
                  <a:lnTo>
                    <a:pt x="273" y="49"/>
                  </a:lnTo>
                  <a:lnTo>
                    <a:pt x="272" y="54"/>
                  </a:lnTo>
                  <a:lnTo>
                    <a:pt x="272" y="60"/>
                  </a:lnTo>
                  <a:lnTo>
                    <a:pt x="272" y="280"/>
                  </a:lnTo>
                  <a:lnTo>
                    <a:pt x="266" y="284"/>
                  </a:lnTo>
                  <a:lnTo>
                    <a:pt x="260" y="290"/>
                  </a:lnTo>
                  <a:lnTo>
                    <a:pt x="255" y="296"/>
                  </a:lnTo>
                  <a:lnTo>
                    <a:pt x="251" y="303"/>
                  </a:lnTo>
                  <a:lnTo>
                    <a:pt x="247" y="309"/>
                  </a:lnTo>
                  <a:lnTo>
                    <a:pt x="245" y="317"/>
                  </a:lnTo>
                  <a:lnTo>
                    <a:pt x="242" y="324"/>
                  </a:lnTo>
                  <a:lnTo>
                    <a:pt x="242" y="333"/>
                  </a:lnTo>
                  <a:lnTo>
                    <a:pt x="242" y="363"/>
                  </a:lnTo>
                  <a:lnTo>
                    <a:pt x="91" y="363"/>
                  </a:lnTo>
                  <a:lnTo>
                    <a:pt x="85" y="364"/>
                  </a:lnTo>
                  <a:lnTo>
                    <a:pt x="78" y="364"/>
                  </a:lnTo>
                  <a:lnTo>
                    <a:pt x="73" y="366"/>
                  </a:lnTo>
                  <a:lnTo>
                    <a:pt x="68" y="368"/>
                  </a:lnTo>
                  <a:lnTo>
                    <a:pt x="62" y="370"/>
                  </a:lnTo>
                  <a:lnTo>
                    <a:pt x="57" y="373"/>
                  </a:lnTo>
                  <a:lnTo>
                    <a:pt x="53" y="377"/>
                  </a:lnTo>
                  <a:lnTo>
                    <a:pt x="48" y="381"/>
                  </a:lnTo>
                  <a:lnTo>
                    <a:pt x="44" y="385"/>
                  </a:lnTo>
                  <a:lnTo>
                    <a:pt x="41" y="389"/>
                  </a:lnTo>
                  <a:lnTo>
                    <a:pt x="38" y="395"/>
                  </a:lnTo>
                  <a:lnTo>
                    <a:pt x="35" y="400"/>
                  </a:lnTo>
                  <a:lnTo>
                    <a:pt x="33" y="406"/>
                  </a:lnTo>
                  <a:lnTo>
                    <a:pt x="31" y="411"/>
                  </a:lnTo>
                  <a:lnTo>
                    <a:pt x="31" y="417"/>
                  </a:lnTo>
                  <a:lnTo>
                    <a:pt x="30" y="424"/>
                  </a:lnTo>
                  <a:lnTo>
                    <a:pt x="30" y="644"/>
                  </a:lnTo>
                  <a:lnTo>
                    <a:pt x="24" y="648"/>
                  </a:lnTo>
                  <a:lnTo>
                    <a:pt x="18" y="653"/>
                  </a:lnTo>
                  <a:lnTo>
                    <a:pt x="13" y="659"/>
                  </a:lnTo>
                  <a:lnTo>
                    <a:pt x="9" y="665"/>
                  </a:lnTo>
                  <a:lnTo>
                    <a:pt x="4" y="672"/>
                  </a:lnTo>
                  <a:lnTo>
                    <a:pt x="2" y="680"/>
                  </a:lnTo>
                  <a:lnTo>
                    <a:pt x="1" y="688"/>
                  </a:lnTo>
                  <a:lnTo>
                    <a:pt x="0" y="696"/>
                  </a:lnTo>
                  <a:lnTo>
                    <a:pt x="0" y="771"/>
                  </a:lnTo>
                  <a:lnTo>
                    <a:pt x="0" y="774"/>
                  </a:lnTo>
                  <a:lnTo>
                    <a:pt x="1" y="778"/>
                  </a:lnTo>
                  <a:lnTo>
                    <a:pt x="2" y="780"/>
                  </a:lnTo>
                  <a:lnTo>
                    <a:pt x="4" y="782"/>
                  </a:lnTo>
                  <a:lnTo>
                    <a:pt x="6" y="784"/>
                  </a:lnTo>
                  <a:lnTo>
                    <a:pt x="10" y="785"/>
                  </a:lnTo>
                  <a:lnTo>
                    <a:pt x="12" y="786"/>
                  </a:lnTo>
                  <a:lnTo>
                    <a:pt x="15" y="786"/>
                  </a:lnTo>
                  <a:lnTo>
                    <a:pt x="409" y="786"/>
                  </a:lnTo>
                  <a:lnTo>
                    <a:pt x="412" y="786"/>
                  </a:lnTo>
                  <a:lnTo>
                    <a:pt x="414" y="785"/>
                  </a:lnTo>
                  <a:lnTo>
                    <a:pt x="417" y="784"/>
                  </a:lnTo>
                  <a:lnTo>
                    <a:pt x="419" y="782"/>
                  </a:lnTo>
                  <a:lnTo>
                    <a:pt x="421" y="780"/>
                  </a:lnTo>
                  <a:lnTo>
                    <a:pt x="423" y="778"/>
                  </a:lnTo>
                  <a:lnTo>
                    <a:pt x="424" y="774"/>
                  </a:lnTo>
                  <a:lnTo>
                    <a:pt x="424" y="771"/>
                  </a:lnTo>
                  <a:lnTo>
                    <a:pt x="424" y="696"/>
                  </a:lnTo>
                  <a:lnTo>
                    <a:pt x="423" y="688"/>
                  </a:lnTo>
                  <a:lnTo>
                    <a:pt x="421" y="680"/>
                  </a:lnTo>
                  <a:lnTo>
                    <a:pt x="419" y="672"/>
                  </a:lnTo>
                  <a:lnTo>
                    <a:pt x="415" y="665"/>
                  </a:lnTo>
                  <a:lnTo>
                    <a:pt x="411" y="659"/>
                  </a:lnTo>
                  <a:lnTo>
                    <a:pt x="405" y="653"/>
                  </a:lnTo>
                  <a:lnTo>
                    <a:pt x="400" y="648"/>
                  </a:lnTo>
                  <a:lnTo>
                    <a:pt x="394" y="644"/>
                  </a:lnTo>
                  <a:lnTo>
                    <a:pt x="394" y="424"/>
                  </a:lnTo>
                  <a:lnTo>
                    <a:pt x="515" y="424"/>
                  </a:lnTo>
                  <a:lnTo>
                    <a:pt x="515" y="644"/>
                  </a:lnTo>
                  <a:lnTo>
                    <a:pt x="508" y="648"/>
                  </a:lnTo>
                  <a:lnTo>
                    <a:pt x="502" y="653"/>
                  </a:lnTo>
                  <a:lnTo>
                    <a:pt x="497" y="659"/>
                  </a:lnTo>
                  <a:lnTo>
                    <a:pt x="492" y="665"/>
                  </a:lnTo>
                  <a:lnTo>
                    <a:pt x="489" y="672"/>
                  </a:lnTo>
                  <a:lnTo>
                    <a:pt x="486" y="680"/>
                  </a:lnTo>
                  <a:lnTo>
                    <a:pt x="485" y="688"/>
                  </a:lnTo>
                  <a:lnTo>
                    <a:pt x="484" y="696"/>
                  </a:lnTo>
                  <a:lnTo>
                    <a:pt x="484" y="771"/>
                  </a:lnTo>
                  <a:lnTo>
                    <a:pt x="485" y="774"/>
                  </a:lnTo>
                  <a:lnTo>
                    <a:pt x="486" y="778"/>
                  </a:lnTo>
                  <a:lnTo>
                    <a:pt x="487" y="780"/>
                  </a:lnTo>
                  <a:lnTo>
                    <a:pt x="489" y="782"/>
                  </a:lnTo>
                  <a:lnTo>
                    <a:pt x="491" y="784"/>
                  </a:lnTo>
                  <a:lnTo>
                    <a:pt x="493" y="785"/>
                  </a:lnTo>
                  <a:lnTo>
                    <a:pt x="497" y="786"/>
                  </a:lnTo>
                  <a:lnTo>
                    <a:pt x="500" y="786"/>
                  </a:lnTo>
                  <a:lnTo>
                    <a:pt x="892" y="786"/>
                  </a:lnTo>
                  <a:lnTo>
                    <a:pt x="896" y="786"/>
                  </a:lnTo>
                  <a:lnTo>
                    <a:pt x="899" y="785"/>
                  </a:lnTo>
                  <a:lnTo>
                    <a:pt x="901" y="784"/>
                  </a:lnTo>
                  <a:lnTo>
                    <a:pt x="903" y="782"/>
                  </a:lnTo>
                  <a:lnTo>
                    <a:pt x="905" y="780"/>
                  </a:lnTo>
                  <a:lnTo>
                    <a:pt x="906" y="778"/>
                  </a:lnTo>
                  <a:lnTo>
                    <a:pt x="907" y="774"/>
                  </a:lnTo>
                  <a:lnTo>
                    <a:pt x="907" y="771"/>
                  </a:lnTo>
                  <a:lnTo>
                    <a:pt x="907" y="696"/>
                  </a:lnTo>
                  <a:lnTo>
                    <a:pt x="907" y="688"/>
                  </a:lnTo>
                  <a:lnTo>
                    <a:pt x="905" y="680"/>
                  </a:lnTo>
                  <a:lnTo>
                    <a:pt x="903" y="672"/>
                  </a:lnTo>
                  <a:lnTo>
                    <a:pt x="900" y="665"/>
                  </a:lnTo>
                  <a:lnTo>
                    <a:pt x="896" y="659"/>
                  </a:lnTo>
                  <a:lnTo>
                    <a:pt x="890" y="653"/>
                  </a:lnTo>
                  <a:lnTo>
                    <a:pt x="884" y="648"/>
                  </a:lnTo>
                  <a:lnTo>
                    <a:pt x="877" y="64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32" name="Google Shape;232;p13"/>
            <p:cNvSpPr/>
            <p:nvPr/>
          </p:nvSpPr>
          <p:spPr>
            <a:xfrm>
              <a:off x="487363" y="957263"/>
              <a:ext cx="76200" cy="57150"/>
            </a:xfrm>
            <a:custGeom>
              <a:avLst/>
              <a:gdLst/>
              <a:ahLst/>
              <a:cxnLst/>
              <a:rect l="l" t="t" r="r" b="b"/>
              <a:pathLst>
                <a:path w="242" h="181" extrusionOk="0">
                  <a:moveTo>
                    <a:pt x="212" y="151"/>
                  </a:moveTo>
                  <a:lnTo>
                    <a:pt x="30" y="151"/>
                  </a:lnTo>
                  <a:lnTo>
                    <a:pt x="30" y="30"/>
                  </a:lnTo>
                  <a:lnTo>
                    <a:pt x="212" y="30"/>
                  </a:lnTo>
                  <a:lnTo>
                    <a:pt x="212" y="151"/>
                  </a:lnTo>
                  <a:close/>
                  <a:moveTo>
                    <a:pt x="227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6" y="2"/>
                  </a:lnTo>
                  <a:lnTo>
                    <a:pt x="4" y="4"/>
                  </a:lnTo>
                  <a:lnTo>
                    <a:pt x="3" y="6"/>
                  </a:lnTo>
                  <a:lnTo>
                    <a:pt x="1" y="8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1"/>
                  </a:lnTo>
                  <a:lnTo>
                    <a:pt x="3" y="175"/>
                  </a:lnTo>
                  <a:lnTo>
                    <a:pt x="4" y="177"/>
                  </a:lnTo>
                  <a:lnTo>
                    <a:pt x="6" y="179"/>
                  </a:lnTo>
                  <a:lnTo>
                    <a:pt x="10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227" y="181"/>
                  </a:lnTo>
                  <a:lnTo>
                    <a:pt x="230" y="181"/>
                  </a:lnTo>
                  <a:lnTo>
                    <a:pt x="233" y="180"/>
                  </a:lnTo>
                  <a:lnTo>
                    <a:pt x="236" y="178"/>
                  </a:lnTo>
                  <a:lnTo>
                    <a:pt x="238" y="177"/>
                  </a:lnTo>
                  <a:lnTo>
                    <a:pt x="239" y="175"/>
                  </a:lnTo>
                  <a:lnTo>
                    <a:pt x="241" y="171"/>
                  </a:lnTo>
                  <a:lnTo>
                    <a:pt x="242" y="169"/>
                  </a:lnTo>
                  <a:lnTo>
                    <a:pt x="242" y="166"/>
                  </a:lnTo>
                  <a:lnTo>
                    <a:pt x="242" y="15"/>
                  </a:lnTo>
                  <a:lnTo>
                    <a:pt x="242" y="12"/>
                  </a:lnTo>
                  <a:lnTo>
                    <a:pt x="241" y="8"/>
                  </a:lnTo>
                  <a:lnTo>
                    <a:pt x="239" y="6"/>
                  </a:lnTo>
                  <a:lnTo>
                    <a:pt x="238" y="4"/>
                  </a:lnTo>
                  <a:lnTo>
                    <a:pt x="236" y="2"/>
                  </a:lnTo>
                  <a:lnTo>
                    <a:pt x="233" y="1"/>
                  </a:lnTo>
                  <a:lnTo>
                    <a:pt x="230" y="0"/>
                  </a:lnTo>
                  <a:lnTo>
                    <a:pt x="2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233" name="Google Shape;23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234" name="Google Shape;234;p13" descr="C:\Users\Admin\Downloads\logo (2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37606" y="5569228"/>
            <a:ext cx="131445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3"/>
          <p:cNvSpPr txBox="1"/>
          <p:nvPr/>
        </p:nvSpPr>
        <p:spPr>
          <a:xfrm>
            <a:off x="125025" y="914400"/>
            <a:ext cx="11716800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endParaRPr sz="2400" i="0" u="none" strike="noStrike" cap="none" dirty="0">
              <a:solidFill>
                <a:schemeClr val="dk1"/>
              </a:solidFill>
              <a:latin typeface="Calibri" pitchFamily="34" charset="0"/>
              <a:cs typeface="Calibri" pitchFamily="34" charset="0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n-US" sz="2400" b="1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Key Points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endParaRPr lang="en-US" sz="2400" dirty="0">
              <a:solidFill>
                <a:schemeClr val="dk1"/>
              </a:solidFill>
              <a:latin typeface="Calibri" pitchFamily="34" charset="0"/>
              <a:cs typeface="Calibri" pitchFamily="34" charset="0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n-US" sz="240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1. Keyword Ranking – Improve Keywords on Top 5</a:t>
            </a:r>
            <a:r>
              <a:rPr lang="en-US" sz="2400" baseline="3000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th</a:t>
            </a:r>
            <a:r>
              <a:rPr lang="en-US" sz="240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 Position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n-US" sz="240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2. Improvement in Organic Traffic 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n-US" sz="240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3. Valid Leads – Via Organic Channel , GMB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n-US" sz="240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4. GMB Posting 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n-US" sz="240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5. Google Review 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</a:pPr>
            <a:endParaRPr sz="2400" dirty="0" smtClean="0">
              <a:solidFill>
                <a:schemeClr val="dk1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4445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5"/>
          <p:cNvSpPr/>
          <p:nvPr/>
        </p:nvSpPr>
        <p:spPr>
          <a:xfrm>
            <a:off x="0" y="266700"/>
            <a:ext cx="12192000" cy="5524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62" name="Google Shape;262;p5"/>
          <p:cNvSpPr txBox="1"/>
          <p:nvPr/>
        </p:nvSpPr>
        <p:spPr>
          <a:xfrm>
            <a:off x="1285876" y="327481"/>
            <a:ext cx="9636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Initial Analysis</a:t>
            </a:r>
            <a:endParaRPr sz="2800" b="1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3" name="Google Shape;263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264" name="Google Shape;264;p5" descr="C:\Users\Admin\Downloads\logo (2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37606" y="5569228"/>
            <a:ext cx="131445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5"/>
          <p:cNvSpPr txBox="1"/>
          <p:nvPr/>
        </p:nvSpPr>
        <p:spPr>
          <a:xfrm>
            <a:off x="372526" y="1050775"/>
            <a:ext cx="11462700" cy="6353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Website Audit Highlights</a:t>
            </a:r>
            <a:r>
              <a:rPr lang="en-US" sz="2000" b="1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:</a:t>
            </a:r>
            <a:endParaRPr sz="2000" dirty="0">
              <a:solidFill>
                <a:schemeClr val="dk1"/>
              </a:solidFill>
              <a:latin typeface="Calibri" pitchFamily="34" charset="0"/>
              <a:cs typeface="Calibri" pitchFamily="34" charset="0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2000" b="1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Before Start the SEO : 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2000" b="1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All Keywords are Target on Homepage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200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Missing on-page SEO – Meta Title, Header Structure , Meta Description, Content , Keywords are not optimize.</a:t>
            </a:r>
            <a:endParaRPr lang="en-US" sz="2000" dirty="0">
              <a:solidFill>
                <a:schemeClr val="dk1"/>
              </a:solidFill>
              <a:latin typeface="Calibri" pitchFamily="34" charset="0"/>
              <a:cs typeface="Calibri" pitchFamily="34" charset="0"/>
            </a:endParaRPr>
          </a:p>
          <a:p>
            <a:pPr marL="114300">
              <a:lnSpc>
                <a:spcPct val="115000"/>
              </a:lnSpc>
              <a:spcBef>
                <a:spcPts val="1100"/>
              </a:spcBef>
              <a:buClr>
                <a:schemeClr val="dk1"/>
              </a:buClr>
              <a:buSzPts val="1800"/>
            </a:pPr>
            <a:r>
              <a:rPr lang="en-IN" sz="2000" b="1" dirty="0" smtClean="0">
                <a:latin typeface="Calibri" pitchFamily="34" charset="0"/>
                <a:cs typeface="Calibri" pitchFamily="34" charset="0"/>
              </a:rPr>
              <a:t>UI/UX &amp; On Page Suggestions</a:t>
            </a:r>
            <a:endParaRPr lang="en-IN" sz="2000" b="1" dirty="0">
              <a:latin typeface="Calibri" pitchFamily="34" charset="0"/>
              <a:cs typeface="Calibri" pitchFamily="34" charset="0"/>
            </a:endParaRPr>
          </a:p>
          <a:p>
            <a:pPr fontAlgn="base"/>
            <a:endParaRPr lang="en-US" sz="2000" b="1" dirty="0" smtClean="0"/>
          </a:p>
          <a:p>
            <a:pPr marL="342900" indent="-342900" fontAlgn="base">
              <a:buFont typeface="Arial" pitchFamily="34" charset="0"/>
              <a:buChar char="•"/>
            </a:pPr>
            <a:r>
              <a:rPr lang="en-US" sz="2000" b="1" dirty="0" smtClean="0">
                <a:latin typeface="Calibri" pitchFamily="34" charset="0"/>
                <a:cs typeface="Calibri" pitchFamily="34" charset="0"/>
              </a:rPr>
              <a:t>Visuals</a:t>
            </a:r>
            <a:r>
              <a:rPr lang="en-US" sz="2000" dirty="0">
                <a:latin typeface="Calibri" pitchFamily="34" charset="0"/>
                <a:cs typeface="Calibri" pitchFamily="34" charset="0"/>
              </a:rPr>
              <a:t>: Add high-quality, relevant images or illustrations to break up text-heavy sections and make the content more engaging.</a:t>
            </a:r>
          </a:p>
          <a:p>
            <a:pPr marL="342900" indent="-342900" fontAlgn="base">
              <a:buFont typeface="Arial" pitchFamily="34" charset="0"/>
              <a:buChar char="•"/>
            </a:pPr>
            <a:r>
              <a:rPr lang="en-US" sz="2000" dirty="0">
                <a:latin typeface="Calibri" pitchFamily="34" charset="0"/>
                <a:cs typeface="Calibri" pitchFamily="34" charset="0"/>
              </a:rPr>
              <a:t>The contact form pop-up is loading before website 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loading, As </a:t>
            </a:r>
            <a:r>
              <a:rPr lang="en-US" sz="2000" dirty="0">
                <a:latin typeface="Calibri" pitchFamily="34" charset="0"/>
                <a:cs typeface="Calibri" pitchFamily="34" charset="0"/>
              </a:rPr>
              <a:t>per UX laws user pop-up</a:t>
            </a:r>
          </a:p>
          <a:p>
            <a:r>
              <a:rPr lang="en-US" sz="2000" dirty="0" smtClean="0">
                <a:latin typeface="Calibri" pitchFamily="34" charset="0"/>
                <a:cs typeface="Calibri" pitchFamily="34" charset="0"/>
              </a:rPr>
              <a:t>       Should </a:t>
            </a:r>
            <a:r>
              <a:rPr lang="en-US" sz="2000" dirty="0">
                <a:latin typeface="Calibri" pitchFamily="34" charset="0"/>
                <a:cs typeface="Calibri" pitchFamily="34" charset="0"/>
              </a:rPr>
              <a:t>be shown after a half website scroll.</a:t>
            </a:r>
          </a:p>
          <a:p>
            <a:pPr marL="342900" indent="-342900" fontAlgn="base">
              <a:buFont typeface="Arial" pitchFamily="34" charset="0"/>
              <a:buChar char="•"/>
            </a:pPr>
            <a:r>
              <a:rPr lang="en-US" sz="2000" dirty="0">
                <a:latin typeface="Calibri" pitchFamily="34" charset="0"/>
                <a:cs typeface="Calibri" pitchFamily="34" charset="0"/>
              </a:rPr>
              <a:t>Font size and spacing should be 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consistent</a:t>
            </a:r>
          </a:p>
          <a:p>
            <a:pPr marL="342900" indent="-342900" fontAlgn="base">
              <a:buFont typeface="Arial" pitchFamily="34" charset="0"/>
              <a:buChar char="•"/>
            </a:pPr>
            <a:r>
              <a:rPr lang="en-US" sz="2000" dirty="0" smtClean="0">
                <a:latin typeface="Calibri" pitchFamily="34" charset="0"/>
                <a:cs typeface="Calibri" pitchFamily="34" charset="0"/>
              </a:rPr>
              <a:t>Too </a:t>
            </a:r>
            <a:r>
              <a:rPr lang="en-US" sz="2000" dirty="0">
                <a:latin typeface="Calibri" pitchFamily="34" charset="0"/>
                <a:cs typeface="Calibri" pitchFamily="34" charset="0"/>
              </a:rPr>
              <a:t>much 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animation </a:t>
            </a:r>
            <a:r>
              <a:rPr lang="en-US" sz="2000" dirty="0">
                <a:latin typeface="Calibri" pitchFamily="34" charset="0"/>
                <a:cs typeface="Calibri" pitchFamily="34" charset="0"/>
              </a:rPr>
              <a:t>for 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on Website For every Icon. It Distracts </a:t>
            </a:r>
            <a:r>
              <a:rPr lang="en-US" sz="2000" dirty="0">
                <a:latin typeface="Calibri" pitchFamily="34" charset="0"/>
                <a:cs typeface="Calibri" pitchFamily="34" charset="0"/>
              </a:rPr>
              <a:t>user attention from key 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points.</a:t>
            </a:r>
          </a:p>
          <a:p>
            <a:pPr marL="342900" indent="-342900" fontAlgn="base">
              <a:buFont typeface="Arial" pitchFamily="34" charset="0"/>
              <a:buChar char="•"/>
            </a:pPr>
            <a:r>
              <a:rPr lang="en-US" sz="2000" dirty="0" smtClean="0">
                <a:latin typeface="Calibri" pitchFamily="34" charset="0"/>
                <a:cs typeface="Calibri" pitchFamily="34" charset="0"/>
              </a:rPr>
              <a:t>Blog </a:t>
            </a:r>
            <a:r>
              <a:rPr lang="en-US" sz="2000" dirty="0">
                <a:latin typeface="Calibri" pitchFamily="34" charset="0"/>
                <a:cs typeface="Calibri" pitchFamily="34" charset="0"/>
              </a:rPr>
              <a:t>section should be 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redesign.</a:t>
            </a:r>
            <a:endParaRPr lang="en-US" sz="2000" dirty="0" smtClean="0">
              <a:solidFill>
                <a:schemeClr val="dk1"/>
              </a:solidFill>
              <a:latin typeface="Calibri" pitchFamily="34" charset="0"/>
              <a:cs typeface="Calibri" pitchFamily="3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 pitchFamily="34" charset="0"/>
              <a:cs typeface="Calibri" pitchFamily="34" charset="0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endParaRPr sz="24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66" name="Google Shape;266;p5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267" name="Google Shape;267;p5"/>
          <p:cNvGrpSpPr/>
          <p:nvPr/>
        </p:nvGrpSpPr>
        <p:grpSpPr>
          <a:xfrm>
            <a:off x="271463" y="171450"/>
            <a:ext cx="790650" cy="743100"/>
            <a:chOff x="11182350" y="171450"/>
            <a:chExt cx="790650" cy="743100"/>
          </a:xfrm>
        </p:grpSpPr>
        <p:sp>
          <p:nvSpPr>
            <p:cNvPr id="268" name="Google Shape;268;p5"/>
            <p:cNvSpPr/>
            <p:nvPr/>
          </p:nvSpPr>
          <p:spPr>
            <a:xfrm>
              <a:off x="11182350" y="17145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69" name="Google Shape;269;p5"/>
            <p:cNvSpPr/>
            <p:nvPr/>
          </p:nvSpPr>
          <p:spPr>
            <a:xfrm>
              <a:off x="11925300" y="171450"/>
              <a:ext cx="47700" cy="95400"/>
            </a:xfrm>
            <a:prstGeom prst="rtTriangle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70" name="Google Shape;270;p5"/>
            <p:cNvSpPr/>
            <p:nvPr/>
          </p:nvSpPr>
          <p:spPr>
            <a:xfrm rot="10800000" flipH="1">
              <a:off x="11925300" y="819300"/>
              <a:ext cx="47700" cy="95100"/>
            </a:xfrm>
            <a:prstGeom prst="rtTriangle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271" name="Google Shape;271;p5"/>
          <p:cNvSpPr txBox="1"/>
          <p:nvPr/>
        </p:nvSpPr>
        <p:spPr>
          <a:xfrm>
            <a:off x="1285876" y="327481"/>
            <a:ext cx="9636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Initial Analysis</a:t>
            </a:r>
            <a:endParaRPr sz="2800" b="0" i="0" u="none" strike="noStrike" cap="none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272" name="Google Shape;272;p5"/>
          <p:cNvGrpSpPr/>
          <p:nvPr/>
        </p:nvGrpSpPr>
        <p:grpSpPr>
          <a:xfrm>
            <a:off x="451715" y="377055"/>
            <a:ext cx="382446" cy="331737"/>
            <a:chOff x="304800" y="822325"/>
            <a:chExt cx="287338" cy="249239"/>
          </a:xfrm>
        </p:grpSpPr>
        <p:sp>
          <p:nvSpPr>
            <p:cNvPr id="273" name="Google Shape;273;p5"/>
            <p:cNvSpPr/>
            <p:nvPr/>
          </p:nvSpPr>
          <p:spPr>
            <a:xfrm>
              <a:off x="333375" y="957263"/>
              <a:ext cx="76200" cy="57150"/>
            </a:xfrm>
            <a:custGeom>
              <a:avLst/>
              <a:gdLst/>
              <a:ahLst/>
              <a:cxnLst/>
              <a:rect l="l" t="t" r="r" b="b"/>
              <a:pathLst>
                <a:path w="241" h="181" extrusionOk="0">
                  <a:moveTo>
                    <a:pt x="211" y="151"/>
                  </a:moveTo>
                  <a:lnTo>
                    <a:pt x="30" y="151"/>
                  </a:lnTo>
                  <a:lnTo>
                    <a:pt x="30" y="30"/>
                  </a:lnTo>
                  <a:lnTo>
                    <a:pt x="211" y="30"/>
                  </a:lnTo>
                  <a:lnTo>
                    <a:pt x="211" y="151"/>
                  </a:lnTo>
                  <a:close/>
                  <a:moveTo>
                    <a:pt x="226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4" y="4"/>
                  </a:lnTo>
                  <a:lnTo>
                    <a:pt x="2" y="6"/>
                  </a:lnTo>
                  <a:lnTo>
                    <a:pt x="1" y="8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1"/>
                  </a:lnTo>
                  <a:lnTo>
                    <a:pt x="2" y="175"/>
                  </a:lnTo>
                  <a:lnTo>
                    <a:pt x="4" y="177"/>
                  </a:lnTo>
                  <a:lnTo>
                    <a:pt x="7" y="179"/>
                  </a:lnTo>
                  <a:lnTo>
                    <a:pt x="9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226" y="181"/>
                  </a:lnTo>
                  <a:lnTo>
                    <a:pt x="230" y="181"/>
                  </a:lnTo>
                  <a:lnTo>
                    <a:pt x="233" y="180"/>
                  </a:lnTo>
                  <a:lnTo>
                    <a:pt x="235" y="178"/>
                  </a:lnTo>
                  <a:lnTo>
                    <a:pt x="237" y="177"/>
                  </a:lnTo>
                  <a:lnTo>
                    <a:pt x="239" y="175"/>
                  </a:lnTo>
                  <a:lnTo>
                    <a:pt x="240" y="171"/>
                  </a:lnTo>
                  <a:lnTo>
                    <a:pt x="241" y="169"/>
                  </a:lnTo>
                  <a:lnTo>
                    <a:pt x="241" y="166"/>
                  </a:lnTo>
                  <a:lnTo>
                    <a:pt x="241" y="15"/>
                  </a:lnTo>
                  <a:lnTo>
                    <a:pt x="241" y="12"/>
                  </a:lnTo>
                  <a:lnTo>
                    <a:pt x="240" y="8"/>
                  </a:lnTo>
                  <a:lnTo>
                    <a:pt x="239" y="6"/>
                  </a:lnTo>
                  <a:lnTo>
                    <a:pt x="237" y="4"/>
                  </a:lnTo>
                  <a:lnTo>
                    <a:pt x="235" y="2"/>
                  </a:lnTo>
                  <a:lnTo>
                    <a:pt x="233" y="1"/>
                  </a:lnTo>
                  <a:lnTo>
                    <a:pt x="230" y="0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74" name="Google Shape;274;p5"/>
            <p:cNvSpPr/>
            <p:nvPr/>
          </p:nvSpPr>
          <p:spPr>
            <a:xfrm>
              <a:off x="409575" y="841375"/>
              <a:ext cx="77788" cy="57150"/>
            </a:xfrm>
            <a:custGeom>
              <a:avLst/>
              <a:gdLst/>
              <a:ahLst/>
              <a:cxnLst/>
              <a:rect l="l" t="t" r="r" b="b"/>
              <a:pathLst>
                <a:path w="243" h="182" extrusionOk="0">
                  <a:moveTo>
                    <a:pt x="213" y="152"/>
                  </a:moveTo>
                  <a:lnTo>
                    <a:pt x="32" y="152"/>
                  </a:lnTo>
                  <a:lnTo>
                    <a:pt x="32" y="30"/>
                  </a:lnTo>
                  <a:lnTo>
                    <a:pt x="213" y="30"/>
                  </a:lnTo>
                  <a:lnTo>
                    <a:pt x="213" y="152"/>
                  </a:lnTo>
                  <a:close/>
                  <a:moveTo>
                    <a:pt x="228" y="0"/>
                  </a:moveTo>
                  <a:lnTo>
                    <a:pt x="15" y="0"/>
                  </a:lnTo>
                  <a:lnTo>
                    <a:pt x="13" y="0"/>
                  </a:lnTo>
                  <a:lnTo>
                    <a:pt x="10" y="1"/>
                  </a:lnTo>
                  <a:lnTo>
                    <a:pt x="8" y="3"/>
                  </a:lnTo>
                  <a:lnTo>
                    <a:pt x="6" y="5"/>
                  </a:lnTo>
                  <a:lnTo>
                    <a:pt x="4" y="7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0" y="15"/>
                  </a:lnTo>
                  <a:lnTo>
                    <a:pt x="0" y="167"/>
                  </a:lnTo>
                  <a:lnTo>
                    <a:pt x="2" y="170"/>
                  </a:lnTo>
                  <a:lnTo>
                    <a:pt x="2" y="173"/>
                  </a:lnTo>
                  <a:lnTo>
                    <a:pt x="4" y="175"/>
                  </a:lnTo>
                  <a:lnTo>
                    <a:pt x="6" y="177"/>
                  </a:lnTo>
                  <a:lnTo>
                    <a:pt x="8" y="179"/>
                  </a:lnTo>
                  <a:lnTo>
                    <a:pt x="10" y="180"/>
                  </a:lnTo>
                  <a:lnTo>
                    <a:pt x="13" y="182"/>
                  </a:lnTo>
                  <a:lnTo>
                    <a:pt x="15" y="182"/>
                  </a:lnTo>
                  <a:lnTo>
                    <a:pt x="228" y="182"/>
                  </a:lnTo>
                  <a:lnTo>
                    <a:pt x="231" y="182"/>
                  </a:lnTo>
                  <a:lnTo>
                    <a:pt x="233" y="180"/>
                  </a:lnTo>
                  <a:lnTo>
                    <a:pt x="236" y="179"/>
                  </a:lnTo>
                  <a:lnTo>
                    <a:pt x="239" y="177"/>
                  </a:lnTo>
                  <a:lnTo>
                    <a:pt x="241" y="175"/>
                  </a:lnTo>
                  <a:lnTo>
                    <a:pt x="242" y="173"/>
                  </a:lnTo>
                  <a:lnTo>
                    <a:pt x="243" y="170"/>
                  </a:lnTo>
                  <a:lnTo>
                    <a:pt x="243" y="167"/>
                  </a:lnTo>
                  <a:lnTo>
                    <a:pt x="243" y="15"/>
                  </a:lnTo>
                  <a:lnTo>
                    <a:pt x="243" y="12"/>
                  </a:lnTo>
                  <a:lnTo>
                    <a:pt x="242" y="10"/>
                  </a:lnTo>
                  <a:lnTo>
                    <a:pt x="241" y="7"/>
                  </a:lnTo>
                  <a:lnTo>
                    <a:pt x="239" y="5"/>
                  </a:lnTo>
                  <a:lnTo>
                    <a:pt x="236" y="4"/>
                  </a:lnTo>
                  <a:lnTo>
                    <a:pt x="233" y="1"/>
                  </a:lnTo>
                  <a:lnTo>
                    <a:pt x="231" y="0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75" name="Google Shape;275;p5"/>
            <p:cNvSpPr/>
            <p:nvPr/>
          </p:nvSpPr>
          <p:spPr>
            <a:xfrm>
              <a:off x="304800" y="822325"/>
              <a:ext cx="287338" cy="249239"/>
            </a:xfrm>
            <a:custGeom>
              <a:avLst/>
              <a:gdLst/>
              <a:ahLst/>
              <a:cxnLst/>
              <a:rect l="l" t="t" r="r" b="b"/>
              <a:pathLst>
                <a:path w="907" h="786" extrusionOk="0">
                  <a:moveTo>
                    <a:pt x="877" y="756"/>
                  </a:moveTo>
                  <a:lnTo>
                    <a:pt x="515" y="756"/>
                  </a:lnTo>
                  <a:lnTo>
                    <a:pt x="515" y="696"/>
                  </a:lnTo>
                  <a:lnTo>
                    <a:pt x="515" y="690"/>
                  </a:lnTo>
                  <a:lnTo>
                    <a:pt x="517" y="684"/>
                  </a:lnTo>
                  <a:lnTo>
                    <a:pt x="520" y="679"/>
                  </a:lnTo>
                  <a:lnTo>
                    <a:pt x="523" y="675"/>
                  </a:lnTo>
                  <a:lnTo>
                    <a:pt x="528" y="670"/>
                  </a:lnTo>
                  <a:lnTo>
                    <a:pt x="533" y="668"/>
                  </a:lnTo>
                  <a:lnTo>
                    <a:pt x="538" y="666"/>
                  </a:lnTo>
                  <a:lnTo>
                    <a:pt x="545" y="665"/>
                  </a:lnTo>
                  <a:lnTo>
                    <a:pt x="847" y="665"/>
                  </a:lnTo>
                  <a:lnTo>
                    <a:pt x="854" y="666"/>
                  </a:lnTo>
                  <a:lnTo>
                    <a:pt x="859" y="668"/>
                  </a:lnTo>
                  <a:lnTo>
                    <a:pt x="864" y="670"/>
                  </a:lnTo>
                  <a:lnTo>
                    <a:pt x="869" y="675"/>
                  </a:lnTo>
                  <a:lnTo>
                    <a:pt x="872" y="679"/>
                  </a:lnTo>
                  <a:lnTo>
                    <a:pt x="875" y="684"/>
                  </a:lnTo>
                  <a:lnTo>
                    <a:pt x="877" y="690"/>
                  </a:lnTo>
                  <a:lnTo>
                    <a:pt x="877" y="696"/>
                  </a:lnTo>
                  <a:lnTo>
                    <a:pt x="877" y="756"/>
                  </a:lnTo>
                  <a:close/>
                  <a:moveTo>
                    <a:pt x="545" y="424"/>
                  </a:moveTo>
                  <a:lnTo>
                    <a:pt x="545" y="417"/>
                  </a:lnTo>
                  <a:lnTo>
                    <a:pt x="547" y="412"/>
                  </a:lnTo>
                  <a:lnTo>
                    <a:pt x="550" y="407"/>
                  </a:lnTo>
                  <a:lnTo>
                    <a:pt x="553" y="402"/>
                  </a:lnTo>
                  <a:lnTo>
                    <a:pt x="558" y="398"/>
                  </a:lnTo>
                  <a:lnTo>
                    <a:pt x="563" y="396"/>
                  </a:lnTo>
                  <a:lnTo>
                    <a:pt x="568" y="394"/>
                  </a:lnTo>
                  <a:lnTo>
                    <a:pt x="575" y="393"/>
                  </a:lnTo>
                  <a:lnTo>
                    <a:pt x="817" y="393"/>
                  </a:lnTo>
                  <a:lnTo>
                    <a:pt x="823" y="394"/>
                  </a:lnTo>
                  <a:lnTo>
                    <a:pt x="829" y="396"/>
                  </a:lnTo>
                  <a:lnTo>
                    <a:pt x="834" y="398"/>
                  </a:lnTo>
                  <a:lnTo>
                    <a:pt x="839" y="402"/>
                  </a:lnTo>
                  <a:lnTo>
                    <a:pt x="842" y="407"/>
                  </a:lnTo>
                  <a:lnTo>
                    <a:pt x="845" y="412"/>
                  </a:lnTo>
                  <a:lnTo>
                    <a:pt x="846" y="417"/>
                  </a:lnTo>
                  <a:lnTo>
                    <a:pt x="847" y="424"/>
                  </a:lnTo>
                  <a:lnTo>
                    <a:pt x="847" y="635"/>
                  </a:lnTo>
                  <a:lnTo>
                    <a:pt x="545" y="635"/>
                  </a:lnTo>
                  <a:lnTo>
                    <a:pt x="545" y="424"/>
                  </a:lnTo>
                  <a:close/>
                  <a:moveTo>
                    <a:pt x="385" y="393"/>
                  </a:moveTo>
                  <a:lnTo>
                    <a:pt x="381" y="386"/>
                  </a:lnTo>
                  <a:lnTo>
                    <a:pt x="375" y="381"/>
                  </a:lnTo>
                  <a:lnTo>
                    <a:pt x="370" y="376"/>
                  </a:lnTo>
                  <a:lnTo>
                    <a:pt x="364" y="371"/>
                  </a:lnTo>
                  <a:lnTo>
                    <a:pt x="356" y="368"/>
                  </a:lnTo>
                  <a:lnTo>
                    <a:pt x="349" y="365"/>
                  </a:lnTo>
                  <a:lnTo>
                    <a:pt x="341" y="364"/>
                  </a:lnTo>
                  <a:lnTo>
                    <a:pt x="332" y="363"/>
                  </a:lnTo>
                  <a:lnTo>
                    <a:pt x="272" y="363"/>
                  </a:lnTo>
                  <a:lnTo>
                    <a:pt x="272" y="333"/>
                  </a:lnTo>
                  <a:lnTo>
                    <a:pt x="273" y="326"/>
                  </a:lnTo>
                  <a:lnTo>
                    <a:pt x="275" y="321"/>
                  </a:lnTo>
                  <a:lnTo>
                    <a:pt x="278" y="316"/>
                  </a:lnTo>
                  <a:lnTo>
                    <a:pt x="281" y="311"/>
                  </a:lnTo>
                  <a:lnTo>
                    <a:pt x="285" y="308"/>
                  </a:lnTo>
                  <a:lnTo>
                    <a:pt x="291" y="305"/>
                  </a:lnTo>
                  <a:lnTo>
                    <a:pt x="296" y="303"/>
                  </a:lnTo>
                  <a:lnTo>
                    <a:pt x="302" y="303"/>
                  </a:lnTo>
                  <a:lnTo>
                    <a:pt x="605" y="303"/>
                  </a:lnTo>
                  <a:lnTo>
                    <a:pt x="611" y="303"/>
                  </a:lnTo>
                  <a:lnTo>
                    <a:pt x="617" y="305"/>
                  </a:lnTo>
                  <a:lnTo>
                    <a:pt x="622" y="308"/>
                  </a:lnTo>
                  <a:lnTo>
                    <a:pt x="626" y="311"/>
                  </a:lnTo>
                  <a:lnTo>
                    <a:pt x="631" y="316"/>
                  </a:lnTo>
                  <a:lnTo>
                    <a:pt x="633" y="321"/>
                  </a:lnTo>
                  <a:lnTo>
                    <a:pt x="635" y="326"/>
                  </a:lnTo>
                  <a:lnTo>
                    <a:pt x="636" y="333"/>
                  </a:lnTo>
                  <a:lnTo>
                    <a:pt x="636" y="363"/>
                  </a:lnTo>
                  <a:lnTo>
                    <a:pt x="575" y="363"/>
                  </a:lnTo>
                  <a:lnTo>
                    <a:pt x="566" y="364"/>
                  </a:lnTo>
                  <a:lnTo>
                    <a:pt x="559" y="365"/>
                  </a:lnTo>
                  <a:lnTo>
                    <a:pt x="551" y="368"/>
                  </a:lnTo>
                  <a:lnTo>
                    <a:pt x="545" y="371"/>
                  </a:lnTo>
                  <a:lnTo>
                    <a:pt x="538" y="376"/>
                  </a:lnTo>
                  <a:lnTo>
                    <a:pt x="532" y="381"/>
                  </a:lnTo>
                  <a:lnTo>
                    <a:pt x="528" y="386"/>
                  </a:lnTo>
                  <a:lnTo>
                    <a:pt x="523" y="393"/>
                  </a:lnTo>
                  <a:lnTo>
                    <a:pt x="385" y="393"/>
                  </a:lnTo>
                  <a:close/>
                  <a:moveTo>
                    <a:pt x="60" y="635"/>
                  </a:moveTo>
                  <a:lnTo>
                    <a:pt x="60" y="424"/>
                  </a:lnTo>
                  <a:lnTo>
                    <a:pt x="61" y="417"/>
                  </a:lnTo>
                  <a:lnTo>
                    <a:pt x="63" y="412"/>
                  </a:lnTo>
                  <a:lnTo>
                    <a:pt x="65" y="407"/>
                  </a:lnTo>
                  <a:lnTo>
                    <a:pt x="70" y="402"/>
                  </a:lnTo>
                  <a:lnTo>
                    <a:pt x="74" y="398"/>
                  </a:lnTo>
                  <a:lnTo>
                    <a:pt x="79" y="396"/>
                  </a:lnTo>
                  <a:lnTo>
                    <a:pt x="85" y="394"/>
                  </a:lnTo>
                  <a:lnTo>
                    <a:pt x="91" y="393"/>
                  </a:lnTo>
                  <a:lnTo>
                    <a:pt x="332" y="393"/>
                  </a:lnTo>
                  <a:lnTo>
                    <a:pt x="339" y="394"/>
                  </a:lnTo>
                  <a:lnTo>
                    <a:pt x="344" y="396"/>
                  </a:lnTo>
                  <a:lnTo>
                    <a:pt x="350" y="398"/>
                  </a:lnTo>
                  <a:lnTo>
                    <a:pt x="354" y="402"/>
                  </a:lnTo>
                  <a:lnTo>
                    <a:pt x="358" y="407"/>
                  </a:lnTo>
                  <a:lnTo>
                    <a:pt x="360" y="412"/>
                  </a:lnTo>
                  <a:lnTo>
                    <a:pt x="363" y="417"/>
                  </a:lnTo>
                  <a:lnTo>
                    <a:pt x="364" y="424"/>
                  </a:lnTo>
                  <a:lnTo>
                    <a:pt x="364" y="635"/>
                  </a:lnTo>
                  <a:lnTo>
                    <a:pt x="60" y="635"/>
                  </a:lnTo>
                  <a:close/>
                  <a:moveTo>
                    <a:pt x="394" y="756"/>
                  </a:moveTo>
                  <a:lnTo>
                    <a:pt x="30" y="756"/>
                  </a:lnTo>
                  <a:lnTo>
                    <a:pt x="30" y="696"/>
                  </a:lnTo>
                  <a:lnTo>
                    <a:pt x="31" y="690"/>
                  </a:lnTo>
                  <a:lnTo>
                    <a:pt x="32" y="684"/>
                  </a:lnTo>
                  <a:lnTo>
                    <a:pt x="35" y="679"/>
                  </a:lnTo>
                  <a:lnTo>
                    <a:pt x="40" y="675"/>
                  </a:lnTo>
                  <a:lnTo>
                    <a:pt x="44" y="670"/>
                  </a:lnTo>
                  <a:lnTo>
                    <a:pt x="48" y="668"/>
                  </a:lnTo>
                  <a:lnTo>
                    <a:pt x="55" y="666"/>
                  </a:lnTo>
                  <a:lnTo>
                    <a:pt x="60" y="665"/>
                  </a:lnTo>
                  <a:lnTo>
                    <a:pt x="364" y="665"/>
                  </a:lnTo>
                  <a:lnTo>
                    <a:pt x="369" y="666"/>
                  </a:lnTo>
                  <a:lnTo>
                    <a:pt x="375" y="668"/>
                  </a:lnTo>
                  <a:lnTo>
                    <a:pt x="380" y="670"/>
                  </a:lnTo>
                  <a:lnTo>
                    <a:pt x="385" y="675"/>
                  </a:lnTo>
                  <a:lnTo>
                    <a:pt x="388" y="679"/>
                  </a:lnTo>
                  <a:lnTo>
                    <a:pt x="391" y="684"/>
                  </a:lnTo>
                  <a:lnTo>
                    <a:pt x="393" y="690"/>
                  </a:lnTo>
                  <a:lnTo>
                    <a:pt x="394" y="696"/>
                  </a:lnTo>
                  <a:lnTo>
                    <a:pt x="394" y="756"/>
                  </a:lnTo>
                  <a:close/>
                  <a:moveTo>
                    <a:pt x="302" y="60"/>
                  </a:moveTo>
                  <a:lnTo>
                    <a:pt x="304" y="54"/>
                  </a:lnTo>
                  <a:lnTo>
                    <a:pt x="305" y="49"/>
                  </a:lnTo>
                  <a:lnTo>
                    <a:pt x="308" y="43"/>
                  </a:lnTo>
                  <a:lnTo>
                    <a:pt x="311" y="39"/>
                  </a:lnTo>
                  <a:lnTo>
                    <a:pt x="316" y="36"/>
                  </a:lnTo>
                  <a:lnTo>
                    <a:pt x="321" y="33"/>
                  </a:lnTo>
                  <a:lnTo>
                    <a:pt x="327" y="30"/>
                  </a:lnTo>
                  <a:lnTo>
                    <a:pt x="332" y="30"/>
                  </a:lnTo>
                  <a:lnTo>
                    <a:pt x="575" y="30"/>
                  </a:lnTo>
                  <a:lnTo>
                    <a:pt x="581" y="30"/>
                  </a:lnTo>
                  <a:lnTo>
                    <a:pt x="587" y="33"/>
                  </a:lnTo>
                  <a:lnTo>
                    <a:pt x="592" y="36"/>
                  </a:lnTo>
                  <a:lnTo>
                    <a:pt x="596" y="39"/>
                  </a:lnTo>
                  <a:lnTo>
                    <a:pt x="600" y="43"/>
                  </a:lnTo>
                  <a:lnTo>
                    <a:pt x="603" y="49"/>
                  </a:lnTo>
                  <a:lnTo>
                    <a:pt x="605" y="54"/>
                  </a:lnTo>
                  <a:lnTo>
                    <a:pt x="605" y="60"/>
                  </a:lnTo>
                  <a:lnTo>
                    <a:pt x="605" y="273"/>
                  </a:lnTo>
                  <a:lnTo>
                    <a:pt x="302" y="273"/>
                  </a:lnTo>
                  <a:lnTo>
                    <a:pt x="302" y="60"/>
                  </a:lnTo>
                  <a:close/>
                  <a:moveTo>
                    <a:pt x="877" y="644"/>
                  </a:moveTo>
                  <a:lnTo>
                    <a:pt x="877" y="424"/>
                  </a:lnTo>
                  <a:lnTo>
                    <a:pt x="877" y="417"/>
                  </a:lnTo>
                  <a:lnTo>
                    <a:pt x="876" y="411"/>
                  </a:lnTo>
                  <a:lnTo>
                    <a:pt x="875" y="406"/>
                  </a:lnTo>
                  <a:lnTo>
                    <a:pt x="873" y="400"/>
                  </a:lnTo>
                  <a:lnTo>
                    <a:pt x="870" y="395"/>
                  </a:lnTo>
                  <a:lnTo>
                    <a:pt x="868" y="389"/>
                  </a:lnTo>
                  <a:lnTo>
                    <a:pt x="863" y="385"/>
                  </a:lnTo>
                  <a:lnTo>
                    <a:pt x="860" y="381"/>
                  </a:lnTo>
                  <a:lnTo>
                    <a:pt x="856" y="377"/>
                  </a:lnTo>
                  <a:lnTo>
                    <a:pt x="850" y="373"/>
                  </a:lnTo>
                  <a:lnTo>
                    <a:pt x="846" y="370"/>
                  </a:lnTo>
                  <a:lnTo>
                    <a:pt x="841" y="368"/>
                  </a:lnTo>
                  <a:lnTo>
                    <a:pt x="835" y="366"/>
                  </a:lnTo>
                  <a:lnTo>
                    <a:pt x="829" y="364"/>
                  </a:lnTo>
                  <a:lnTo>
                    <a:pt x="824" y="364"/>
                  </a:lnTo>
                  <a:lnTo>
                    <a:pt x="817" y="363"/>
                  </a:lnTo>
                  <a:lnTo>
                    <a:pt x="666" y="363"/>
                  </a:lnTo>
                  <a:lnTo>
                    <a:pt x="666" y="333"/>
                  </a:lnTo>
                  <a:lnTo>
                    <a:pt x="665" y="324"/>
                  </a:lnTo>
                  <a:lnTo>
                    <a:pt x="664" y="317"/>
                  </a:lnTo>
                  <a:lnTo>
                    <a:pt x="661" y="309"/>
                  </a:lnTo>
                  <a:lnTo>
                    <a:pt x="657" y="303"/>
                  </a:lnTo>
                  <a:lnTo>
                    <a:pt x="653" y="296"/>
                  </a:lnTo>
                  <a:lnTo>
                    <a:pt x="648" y="290"/>
                  </a:lnTo>
                  <a:lnTo>
                    <a:pt x="642" y="284"/>
                  </a:lnTo>
                  <a:lnTo>
                    <a:pt x="636" y="280"/>
                  </a:lnTo>
                  <a:lnTo>
                    <a:pt x="636" y="60"/>
                  </a:lnTo>
                  <a:lnTo>
                    <a:pt x="635" y="54"/>
                  </a:lnTo>
                  <a:lnTo>
                    <a:pt x="634" y="49"/>
                  </a:lnTo>
                  <a:lnTo>
                    <a:pt x="633" y="42"/>
                  </a:lnTo>
                  <a:lnTo>
                    <a:pt x="631" y="37"/>
                  </a:lnTo>
                  <a:lnTo>
                    <a:pt x="628" y="31"/>
                  </a:lnTo>
                  <a:lnTo>
                    <a:pt x="625" y="27"/>
                  </a:lnTo>
                  <a:lnTo>
                    <a:pt x="622" y="22"/>
                  </a:lnTo>
                  <a:lnTo>
                    <a:pt x="618" y="18"/>
                  </a:lnTo>
                  <a:lnTo>
                    <a:pt x="613" y="14"/>
                  </a:lnTo>
                  <a:lnTo>
                    <a:pt x="609" y="10"/>
                  </a:lnTo>
                  <a:lnTo>
                    <a:pt x="604" y="7"/>
                  </a:lnTo>
                  <a:lnTo>
                    <a:pt x="598" y="5"/>
                  </a:lnTo>
                  <a:lnTo>
                    <a:pt x="593" y="3"/>
                  </a:lnTo>
                  <a:lnTo>
                    <a:pt x="587" y="1"/>
                  </a:lnTo>
                  <a:lnTo>
                    <a:pt x="581" y="0"/>
                  </a:lnTo>
                  <a:lnTo>
                    <a:pt x="575" y="0"/>
                  </a:lnTo>
                  <a:lnTo>
                    <a:pt x="332" y="0"/>
                  </a:lnTo>
                  <a:lnTo>
                    <a:pt x="327" y="0"/>
                  </a:lnTo>
                  <a:lnTo>
                    <a:pt x="321" y="1"/>
                  </a:lnTo>
                  <a:lnTo>
                    <a:pt x="315" y="3"/>
                  </a:lnTo>
                  <a:lnTo>
                    <a:pt x="309" y="5"/>
                  </a:lnTo>
                  <a:lnTo>
                    <a:pt x="304" y="7"/>
                  </a:lnTo>
                  <a:lnTo>
                    <a:pt x="299" y="10"/>
                  </a:lnTo>
                  <a:lnTo>
                    <a:pt x="294" y="14"/>
                  </a:lnTo>
                  <a:lnTo>
                    <a:pt x="290" y="18"/>
                  </a:lnTo>
                  <a:lnTo>
                    <a:pt x="286" y="22"/>
                  </a:lnTo>
                  <a:lnTo>
                    <a:pt x="283" y="27"/>
                  </a:lnTo>
                  <a:lnTo>
                    <a:pt x="280" y="31"/>
                  </a:lnTo>
                  <a:lnTo>
                    <a:pt x="277" y="37"/>
                  </a:lnTo>
                  <a:lnTo>
                    <a:pt x="275" y="42"/>
                  </a:lnTo>
                  <a:lnTo>
                    <a:pt x="273" y="49"/>
                  </a:lnTo>
                  <a:lnTo>
                    <a:pt x="272" y="54"/>
                  </a:lnTo>
                  <a:lnTo>
                    <a:pt x="272" y="60"/>
                  </a:lnTo>
                  <a:lnTo>
                    <a:pt x="272" y="280"/>
                  </a:lnTo>
                  <a:lnTo>
                    <a:pt x="266" y="284"/>
                  </a:lnTo>
                  <a:lnTo>
                    <a:pt x="260" y="290"/>
                  </a:lnTo>
                  <a:lnTo>
                    <a:pt x="255" y="296"/>
                  </a:lnTo>
                  <a:lnTo>
                    <a:pt x="251" y="303"/>
                  </a:lnTo>
                  <a:lnTo>
                    <a:pt x="247" y="309"/>
                  </a:lnTo>
                  <a:lnTo>
                    <a:pt x="245" y="317"/>
                  </a:lnTo>
                  <a:lnTo>
                    <a:pt x="242" y="324"/>
                  </a:lnTo>
                  <a:lnTo>
                    <a:pt x="242" y="333"/>
                  </a:lnTo>
                  <a:lnTo>
                    <a:pt x="242" y="363"/>
                  </a:lnTo>
                  <a:lnTo>
                    <a:pt x="91" y="363"/>
                  </a:lnTo>
                  <a:lnTo>
                    <a:pt x="85" y="364"/>
                  </a:lnTo>
                  <a:lnTo>
                    <a:pt x="78" y="364"/>
                  </a:lnTo>
                  <a:lnTo>
                    <a:pt x="73" y="366"/>
                  </a:lnTo>
                  <a:lnTo>
                    <a:pt x="68" y="368"/>
                  </a:lnTo>
                  <a:lnTo>
                    <a:pt x="62" y="370"/>
                  </a:lnTo>
                  <a:lnTo>
                    <a:pt x="57" y="373"/>
                  </a:lnTo>
                  <a:lnTo>
                    <a:pt x="53" y="377"/>
                  </a:lnTo>
                  <a:lnTo>
                    <a:pt x="48" y="381"/>
                  </a:lnTo>
                  <a:lnTo>
                    <a:pt x="44" y="385"/>
                  </a:lnTo>
                  <a:lnTo>
                    <a:pt x="41" y="389"/>
                  </a:lnTo>
                  <a:lnTo>
                    <a:pt x="38" y="395"/>
                  </a:lnTo>
                  <a:lnTo>
                    <a:pt x="35" y="400"/>
                  </a:lnTo>
                  <a:lnTo>
                    <a:pt x="33" y="406"/>
                  </a:lnTo>
                  <a:lnTo>
                    <a:pt x="31" y="411"/>
                  </a:lnTo>
                  <a:lnTo>
                    <a:pt x="31" y="417"/>
                  </a:lnTo>
                  <a:lnTo>
                    <a:pt x="30" y="424"/>
                  </a:lnTo>
                  <a:lnTo>
                    <a:pt x="30" y="644"/>
                  </a:lnTo>
                  <a:lnTo>
                    <a:pt x="24" y="648"/>
                  </a:lnTo>
                  <a:lnTo>
                    <a:pt x="18" y="653"/>
                  </a:lnTo>
                  <a:lnTo>
                    <a:pt x="13" y="659"/>
                  </a:lnTo>
                  <a:lnTo>
                    <a:pt x="9" y="665"/>
                  </a:lnTo>
                  <a:lnTo>
                    <a:pt x="4" y="672"/>
                  </a:lnTo>
                  <a:lnTo>
                    <a:pt x="2" y="680"/>
                  </a:lnTo>
                  <a:lnTo>
                    <a:pt x="1" y="688"/>
                  </a:lnTo>
                  <a:lnTo>
                    <a:pt x="0" y="696"/>
                  </a:lnTo>
                  <a:lnTo>
                    <a:pt x="0" y="771"/>
                  </a:lnTo>
                  <a:lnTo>
                    <a:pt x="0" y="774"/>
                  </a:lnTo>
                  <a:lnTo>
                    <a:pt x="1" y="778"/>
                  </a:lnTo>
                  <a:lnTo>
                    <a:pt x="2" y="780"/>
                  </a:lnTo>
                  <a:lnTo>
                    <a:pt x="4" y="782"/>
                  </a:lnTo>
                  <a:lnTo>
                    <a:pt x="6" y="784"/>
                  </a:lnTo>
                  <a:lnTo>
                    <a:pt x="10" y="785"/>
                  </a:lnTo>
                  <a:lnTo>
                    <a:pt x="12" y="786"/>
                  </a:lnTo>
                  <a:lnTo>
                    <a:pt x="15" y="786"/>
                  </a:lnTo>
                  <a:lnTo>
                    <a:pt x="409" y="786"/>
                  </a:lnTo>
                  <a:lnTo>
                    <a:pt x="412" y="786"/>
                  </a:lnTo>
                  <a:lnTo>
                    <a:pt x="414" y="785"/>
                  </a:lnTo>
                  <a:lnTo>
                    <a:pt x="417" y="784"/>
                  </a:lnTo>
                  <a:lnTo>
                    <a:pt x="419" y="782"/>
                  </a:lnTo>
                  <a:lnTo>
                    <a:pt x="421" y="780"/>
                  </a:lnTo>
                  <a:lnTo>
                    <a:pt x="423" y="778"/>
                  </a:lnTo>
                  <a:lnTo>
                    <a:pt x="424" y="774"/>
                  </a:lnTo>
                  <a:lnTo>
                    <a:pt x="424" y="771"/>
                  </a:lnTo>
                  <a:lnTo>
                    <a:pt x="424" y="696"/>
                  </a:lnTo>
                  <a:lnTo>
                    <a:pt x="423" y="688"/>
                  </a:lnTo>
                  <a:lnTo>
                    <a:pt x="421" y="680"/>
                  </a:lnTo>
                  <a:lnTo>
                    <a:pt x="419" y="672"/>
                  </a:lnTo>
                  <a:lnTo>
                    <a:pt x="415" y="665"/>
                  </a:lnTo>
                  <a:lnTo>
                    <a:pt x="411" y="659"/>
                  </a:lnTo>
                  <a:lnTo>
                    <a:pt x="405" y="653"/>
                  </a:lnTo>
                  <a:lnTo>
                    <a:pt x="400" y="648"/>
                  </a:lnTo>
                  <a:lnTo>
                    <a:pt x="394" y="644"/>
                  </a:lnTo>
                  <a:lnTo>
                    <a:pt x="394" y="424"/>
                  </a:lnTo>
                  <a:lnTo>
                    <a:pt x="515" y="424"/>
                  </a:lnTo>
                  <a:lnTo>
                    <a:pt x="515" y="644"/>
                  </a:lnTo>
                  <a:lnTo>
                    <a:pt x="508" y="648"/>
                  </a:lnTo>
                  <a:lnTo>
                    <a:pt x="502" y="653"/>
                  </a:lnTo>
                  <a:lnTo>
                    <a:pt x="497" y="659"/>
                  </a:lnTo>
                  <a:lnTo>
                    <a:pt x="492" y="665"/>
                  </a:lnTo>
                  <a:lnTo>
                    <a:pt x="489" y="672"/>
                  </a:lnTo>
                  <a:lnTo>
                    <a:pt x="486" y="680"/>
                  </a:lnTo>
                  <a:lnTo>
                    <a:pt x="485" y="688"/>
                  </a:lnTo>
                  <a:lnTo>
                    <a:pt x="484" y="696"/>
                  </a:lnTo>
                  <a:lnTo>
                    <a:pt x="484" y="771"/>
                  </a:lnTo>
                  <a:lnTo>
                    <a:pt x="485" y="774"/>
                  </a:lnTo>
                  <a:lnTo>
                    <a:pt x="486" y="778"/>
                  </a:lnTo>
                  <a:lnTo>
                    <a:pt x="487" y="780"/>
                  </a:lnTo>
                  <a:lnTo>
                    <a:pt x="489" y="782"/>
                  </a:lnTo>
                  <a:lnTo>
                    <a:pt x="491" y="784"/>
                  </a:lnTo>
                  <a:lnTo>
                    <a:pt x="493" y="785"/>
                  </a:lnTo>
                  <a:lnTo>
                    <a:pt x="497" y="786"/>
                  </a:lnTo>
                  <a:lnTo>
                    <a:pt x="500" y="786"/>
                  </a:lnTo>
                  <a:lnTo>
                    <a:pt x="892" y="786"/>
                  </a:lnTo>
                  <a:lnTo>
                    <a:pt x="896" y="786"/>
                  </a:lnTo>
                  <a:lnTo>
                    <a:pt x="899" y="785"/>
                  </a:lnTo>
                  <a:lnTo>
                    <a:pt x="901" y="784"/>
                  </a:lnTo>
                  <a:lnTo>
                    <a:pt x="903" y="782"/>
                  </a:lnTo>
                  <a:lnTo>
                    <a:pt x="905" y="780"/>
                  </a:lnTo>
                  <a:lnTo>
                    <a:pt x="906" y="778"/>
                  </a:lnTo>
                  <a:lnTo>
                    <a:pt x="907" y="774"/>
                  </a:lnTo>
                  <a:lnTo>
                    <a:pt x="907" y="771"/>
                  </a:lnTo>
                  <a:lnTo>
                    <a:pt x="907" y="696"/>
                  </a:lnTo>
                  <a:lnTo>
                    <a:pt x="907" y="688"/>
                  </a:lnTo>
                  <a:lnTo>
                    <a:pt x="905" y="680"/>
                  </a:lnTo>
                  <a:lnTo>
                    <a:pt x="903" y="672"/>
                  </a:lnTo>
                  <a:lnTo>
                    <a:pt x="900" y="665"/>
                  </a:lnTo>
                  <a:lnTo>
                    <a:pt x="896" y="659"/>
                  </a:lnTo>
                  <a:lnTo>
                    <a:pt x="890" y="653"/>
                  </a:lnTo>
                  <a:lnTo>
                    <a:pt x="884" y="648"/>
                  </a:lnTo>
                  <a:lnTo>
                    <a:pt x="877" y="64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76" name="Google Shape;276;p5"/>
            <p:cNvSpPr/>
            <p:nvPr/>
          </p:nvSpPr>
          <p:spPr>
            <a:xfrm>
              <a:off x="487363" y="957263"/>
              <a:ext cx="76200" cy="57150"/>
            </a:xfrm>
            <a:custGeom>
              <a:avLst/>
              <a:gdLst/>
              <a:ahLst/>
              <a:cxnLst/>
              <a:rect l="l" t="t" r="r" b="b"/>
              <a:pathLst>
                <a:path w="242" h="181" extrusionOk="0">
                  <a:moveTo>
                    <a:pt x="212" y="151"/>
                  </a:moveTo>
                  <a:lnTo>
                    <a:pt x="30" y="151"/>
                  </a:lnTo>
                  <a:lnTo>
                    <a:pt x="30" y="30"/>
                  </a:lnTo>
                  <a:lnTo>
                    <a:pt x="212" y="30"/>
                  </a:lnTo>
                  <a:lnTo>
                    <a:pt x="212" y="151"/>
                  </a:lnTo>
                  <a:close/>
                  <a:moveTo>
                    <a:pt x="227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6" y="2"/>
                  </a:lnTo>
                  <a:lnTo>
                    <a:pt x="4" y="4"/>
                  </a:lnTo>
                  <a:lnTo>
                    <a:pt x="3" y="6"/>
                  </a:lnTo>
                  <a:lnTo>
                    <a:pt x="1" y="8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1"/>
                  </a:lnTo>
                  <a:lnTo>
                    <a:pt x="3" y="175"/>
                  </a:lnTo>
                  <a:lnTo>
                    <a:pt x="4" y="177"/>
                  </a:lnTo>
                  <a:lnTo>
                    <a:pt x="6" y="179"/>
                  </a:lnTo>
                  <a:lnTo>
                    <a:pt x="10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227" y="181"/>
                  </a:lnTo>
                  <a:lnTo>
                    <a:pt x="230" y="181"/>
                  </a:lnTo>
                  <a:lnTo>
                    <a:pt x="233" y="180"/>
                  </a:lnTo>
                  <a:lnTo>
                    <a:pt x="236" y="178"/>
                  </a:lnTo>
                  <a:lnTo>
                    <a:pt x="238" y="177"/>
                  </a:lnTo>
                  <a:lnTo>
                    <a:pt x="239" y="175"/>
                  </a:lnTo>
                  <a:lnTo>
                    <a:pt x="241" y="171"/>
                  </a:lnTo>
                  <a:lnTo>
                    <a:pt x="242" y="169"/>
                  </a:lnTo>
                  <a:lnTo>
                    <a:pt x="242" y="166"/>
                  </a:lnTo>
                  <a:lnTo>
                    <a:pt x="242" y="15"/>
                  </a:lnTo>
                  <a:lnTo>
                    <a:pt x="242" y="12"/>
                  </a:lnTo>
                  <a:lnTo>
                    <a:pt x="241" y="8"/>
                  </a:lnTo>
                  <a:lnTo>
                    <a:pt x="239" y="6"/>
                  </a:lnTo>
                  <a:lnTo>
                    <a:pt x="238" y="4"/>
                  </a:lnTo>
                  <a:lnTo>
                    <a:pt x="236" y="2"/>
                  </a:lnTo>
                  <a:lnTo>
                    <a:pt x="233" y="1"/>
                  </a:lnTo>
                  <a:lnTo>
                    <a:pt x="230" y="0"/>
                  </a:lnTo>
                  <a:lnTo>
                    <a:pt x="2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5"/>
          <p:cNvSpPr/>
          <p:nvPr/>
        </p:nvSpPr>
        <p:spPr>
          <a:xfrm>
            <a:off x="0" y="266700"/>
            <a:ext cx="12192000" cy="5524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62" name="Google Shape;262;p5"/>
          <p:cNvSpPr txBox="1"/>
          <p:nvPr/>
        </p:nvSpPr>
        <p:spPr>
          <a:xfrm>
            <a:off x="1285876" y="327481"/>
            <a:ext cx="9636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Initial Analysis</a:t>
            </a:r>
            <a:endParaRPr sz="2800" b="1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3" name="Google Shape;263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264" name="Google Shape;264;p5" descr="C:\Users\Admin\Downloads\logo (2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37606" y="5569228"/>
            <a:ext cx="131445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5"/>
          <p:cNvSpPr txBox="1"/>
          <p:nvPr/>
        </p:nvSpPr>
        <p:spPr>
          <a:xfrm>
            <a:off x="372526" y="1050775"/>
            <a:ext cx="11462700" cy="7921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>
              <a:lnSpc>
                <a:spcPct val="115000"/>
              </a:lnSpc>
              <a:spcBef>
                <a:spcPts val="1100"/>
              </a:spcBef>
              <a:buFont typeface="Arial" pitchFamily="34" charset="0"/>
              <a:buChar char="•"/>
            </a:pPr>
            <a:r>
              <a:rPr lang="en-US" sz="2000" dirty="0" smtClean="0">
                <a:latin typeface="Calibri" pitchFamily="34" charset="0"/>
                <a:cs typeface="Calibri" pitchFamily="34" charset="0"/>
              </a:rPr>
              <a:t>Our </a:t>
            </a:r>
            <a:r>
              <a:rPr lang="en-US" sz="2000" dirty="0">
                <a:latin typeface="Calibri" pitchFamily="34" charset="0"/>
                <a:cs typeface="Calibri" pitchFamily="34" charset="0"/>
              </a:rPr>
              <a:t>T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eam Section </a:t>
            </a:r>
            <a:r>
              <a:rPr lang="en-US" sz="2000" dirty="0">
                <a:latin typeface="Calibri" pitchFamily="34" charset="0"/>
                <a:cs typeface="Calibri" pitchFamily="34" charset="0"/>
              </a:rPr>
              <a:t>is 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Important </a:t>
            </a:r>
            <a:r>
              <a:rPr lang="en-US" sz="2000" dirty="0">
                <a:latin typeface="Calibri" pitchFamily="34" charset="0"/>
                <a:cs typeface="Calibri" pitchFamily="34" charset="0"/>
              </a:rPr>
              <a:t>in about us 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Section, So </a:t>
            </a:r>
            <a:r>
              <a:rPr lang="en-US" sz="2000" dirty="0">
                <a:latin typeface="Calibri" pitchFamily="34" charset="0"/>
                <a:cs typeface="Calibri" pitchFamily="34" charset="0"/>
              </a:rPr>
              <a:t>design should be 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attractive.</a:t>
            </a:r>
          </a:p>
          <a:p>
            <a:pPr marL="342900" indent="-342900">
              <a:lnSpc>
                <a:spcPct val="115000"/>
              </a:lnSpc>
              <a:spcBef>
                <a:spcPts val="1100"/>
              </a:spcBef>
              <a:buFont typeface="Arial" pitchFamily="34" charset="0"/>
              <a:buChar char="•"/>
            </a:pPr>
            <a:r>
              <a:rPr lang="en-US" sz="2000" dirty="0">
                <a:latin typeface="Calibri" pitchFamily="34" charset="0"/>
                <a:cs typeface="Calibri" pitchFamily="34" charset="0"/>
              </a:rPr>
              <a:t>Also the drop down is opening 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upward For Course.</a:t>
            </a:r>
          </a:p>
          <a:p>
            <a:pPr marL="342900" indent="-342900">
              <a:lnSpc>
                <a:spcPct val="115000"/>
              </a:lnSpc>
              <a:spcBef>
                <a:spcPts val="1100"/>
              </a:spcBef>
              <a:buFont typeface="Arial" pitchFamily="34" charset="0"/>
              <a:buChar char="•"/>
            </a:pPr>
            <a:r>
              <a:rPr lang="en-IN" sz="2000" dirty="0">
                <a:latin typeface="Calibri" pitchFamily="34" charset="0"/>
                <a:cs typeface="Calibri" pitchFamily="34" charset="0"/>
              </a:rPr>
              <a:t>Need more </a:t>
            </a:r>
            <a:r>
              <a:rPr lang="en-IN" sz="2000" dirty="0" smtClean="0">
                <a:latin typeface="Calibri" pitchFamily="34" charset="0"/>
                <a:cs typeface="Calibri" pitchFamily="34" charset="0"/>
              </a:rPr>
              <a:t>CTA</a:t>
            </a:r>
          </a:p>
          <a:p>
            <a:pPr marL="342900" indent="-342900">
              <a:lnSpc>
                <a:spcPct val="115000"/>
              </a:lnSpc>
              <a:spcBef>
                <a:spcPts val="1100"/>
              </a:spcBef>
              <a:buFont typeface="Arial" pitchFamily="34" charset="0"/>
              <a:buChar char="•"/>
            </a:pPr>
            <a:r>
              <a:rPr lang="en-US" sz="2000" dirty="0" smtClean="0">
                <a:latin typeface="Calibri" pitchFamily="34" charset="0"/>
                <a:cs typeface="Calibri" pitchFamily="34" charset="0"/>
              </a:rPr>
              <a:t>FAQ Section Missing</a:t>
            </a:r>
          </a:p>
          <a:p>
            <a:pPr marL="342900" indent="-342900">
              <a:lnSpc>
                <a:spcPct val="115000"/>
              </a:lnSpc>
              <a:spcBef>
                <a:spcPts val="1100"/>
              </a:spcBef>
              <a:buFont typeface="Arial" pitchFamily="34" charset="0"/>
              <a:buChar char="•"/>
            </a:pPr>
            <a:r>
              <a:rPr lang="en-US" sz="2000" dirty="0" smtClean="0">
                <a:latin typeface="Calibri" pitchFamily="34" charset="0"/>
                <a:cs typeface="Calibri" pitchFamily="34" charset="0"/>
              </a:rPr>
              <a:t>Table of Content Not Add in Blogs </a:t>
            </a:r>
          </a:p>
          <a:p>
            <a:pPr marL="342900" indent="-342900">
              <a:lnSpc>
                <a:spcPct val="115000"/>
              </a:lnSpc>
              <a:spcBef>
                <a:spcPts val="1100"/>
              </a:spcBef>
              <a:buFont typeface="Arial" pitchFamily="34" charset="0"/>
              <a:buChar char="•"/>
            </a:pPr>
            <a:r>
              <a:rPr lang="en-US" sz="2000" dirty="0" smtClean="0">
                <a:latin typeface="Calibri" pitchFamily="34" charset="0"/>
                <a:cs typeface="Calibri" pitchFamily="34" charset="0"/>
              </a:rPr>
              <a:t>Blog Folder Missing </a:t>
            </a:r>
            <a:endParaRPr lang="en-US" sz="2000" dirty="0"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115000"/>
              </a:lnSpc>
              <a:spcBef>
                <a:spcPts val="1100"/>
              </a:spcBef>
            </a:pPr>
            <a:r>
              <a:rPr lang="en-US" sz="2000" b="1" dirty="0" smtClean="0">
                <a:latin typeface="Calibri" pitchFamily="34" charset="0"/>
                <a:cs typeface="Calibri" pitchFamily="34" charset="0"/>
              </a:rPr>
              <a:t>  </a:t>
            </a:r>
            <a:r>
              <a:rPr lang="en-US" sz="1600" b="1" dirty="0" smtClean="0">
                <a:latin typeface="Calibri" pitchFamily="34" charset="0"/>
                <a:cs typeface="Calibri" pitchFamily="34" charset="0"/>
              </a:rPr>
              <a:t>Current </a:t>
            </a:r>
            <a:r>
              <a:rPr lang="en-US" sz="1600" b="1" dirty="0">
                <a:latin typeface="Calibri" pitchFamily="34" charset="0"/>
                <a:cs typeface="Calibri" pitchFamily="34" charset="0"/>
              </a:rPr>
              <a:t>URL is - </a:t>
            </a:r>
            <a:r>
              <a:rPr lang="en-US" sz="1600" b="1" dirty="0">
                <a:latin typeface="Calibri" pitchFamily="34" charset="0"/>
                <a:cs typeface="Calibri" pitchFamily="34" charset="0"/>
                <a:hlinkClick r:id="rId4"/>
              </a:rPr>
              <a:t>https://sharemarketclasses.in/how-to-select-proper-stock-market-training-institute</a:t>
            </a:r>
            <a:r>
              <a:rPr lang="en-US" sz="1200" b="1" dirty="0" smtClean="0">
                <a:latin typeface="Calibri" pitchFamily="34" charset="0"/>
                <a:cs typeface="Calibri" pitchFamily="34" charset="0"/>
                <a:hlinkClick r:id="rId4"/>
              </a:rPr>
              <a:t>/</a:t>
            </a:r>
            <a:endParaRPr lang="en-US" sz="1200" b="1" dirty="0" smtClean="0"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115000"/>
              </a:lnSpc>
              <a:spcBef>
                <a:spcPts val="1100"/>
              </a:spcBef>
            </a:pPr>
            <a:r>
              <a:rPr lang="en-US" sz="1600" b="1" dirty="0" smtClean="0">
                <a:latin typeface="Calibri" pitchFamily="34" charset="0"/>
                <a:cs typeface="Calibri" pitchFamily="34" charset="0"/>
              </a:rPr>
              <a:t>   URL </a:t>
            </a:r>
            <a:r>
              <a:rPr lang="en-US" sz="1600" b="1" dirty="0">
                <a:latin typeface="Calibri" pitchFamily="34" charset="0"/>
                <a:cs typeface="Calibri" pitchFamily="34" charset="0"/>
              </a:rPr>
              <a:t>- </a:t>
            </a:r>
            <a:r>
              <a:rPr lang="en-US" sz="1600" b="1" dirty="0">
                <a:latin typeface="Calibri" pitchFamily="34" charset="0"/>
                <a:cs typeface="Calibri" pitchFamily="34" charset="0"/>
                <a:hlinkClick r:id="rId5"/>
              </a:rPr>
              <a:t>https://sharemarketclasses.in/blog/how-to-select-proper-stock-market-training-institute</a:t>
            </a:r>
            <a:r>
              <a:rPr lang="en-US" sz="1600" b="1" dirty="0" smtClean="0">
                <a:latin typeface="Calibri" pitchFamily="34" charset="0"/>
                <a:cs typeface="Calibri" pitchFamily="34" charset="0"/>
                <a:hlinkClick r:id="rId5"/>
              </a:rPr>
              <a:t>/</a:t>
            </a:r>
            <a:endParaRPr lang="en-US" sz="1600" b="1" dirty="0" smtClean="0">
              <a:latin typeface="Calibri" pitchFamily="34" charset="0"/>
              <a:cs typeface="Calibri" pitchFamily="34" charset="0"/>
            </a:endParaRPr>
          </a:p>
          <a:p>
            <a:pPr marL="285750" indent="-285750">
              <a:lnSpc>
                <a:spcPct val="115000"/>
              </a:lnSpc>
              <a:spcBef>
                <a:spcPts val="1100"/>
              </a:spcBef>
              <a:buFont typeface="Arial" pitchFamily="34" charset="0"/>
              <a:buChar char="•"/>
            </a:pPr>
            <a:r>
              <a:rPr lang="en-US" sz="2000" dirty="0" smtClean="0">
                <a:latin typeface="Calibri" pitchFamily="34" charset="0"/>
                <a:cs typeface="Calibri" pitchFamily="34" charset="0"/>
              </a:rPr>
              <a:t>Create Thank You Page</a:t>
            </a:r>
          </a:p>
          <a:p>
            <a:pPr marL="285750" indent="-285750">
              <a:lnSpc>
                <a:spcPct val="115000"/>
              </a:lnSpc>
              <a:spcBef>
                <a:spcPts val="1100"/>
              </a:spcBef>
              <a:buFont typeface="Arial" pitchFamily="34" charset="0"/>
              <a:buChar char="•"/>
            </a:pPr>
            <a:r>
              <a:rPr lang="en-US" sz="2000" dirty="0" smtClean="0">
                <a:latin typeface="Calibri" pitchFamily="34" charset="0"/>
                <a:cs typeface="Calibri" pitchFamily="34" charset="0"/>
              </a:rPr>
              <a:t>Schema’s Missing </a:t>
            </a:r>
          </a:p>
          <a:p>
            <a:pPr marL="285750" indent="-285750">
              <a:lnSpc>
                <a:spcPct val="115000"/>
              </a:lnSpc>
              <a:spcBef>
                <a:spcPts val="1100"/>
              </a:spcBef>
              <a:buFont typeface="Arial" pitchFamily="34" charset="0"/>
              <a:buChar char="•"/>
            </a:pPr>
            <a:r>
              <a:rPr lang="en-US" sz="2000" dirty="0" smtClean="0">
                <a:latin typeface="Calibri" pitchFamily="34" charset="0"/>
                <a:cs typeface="Calibri" pitchFamily="34" charset="0"/>
              </a:rPr>
              <a:t>Create the Course wise Pages</a:t>
            </a:r>
            <a:endParaRPr lang="en-US" sz="2000" dirty="0">
              <a:latin typeface="Calibri" pitchFamily="34" charset="0"/>
              <a:cs typeface="Calibri" pitchFamily="34" charset="0"/>
            </a:endParaRPr>
          </a:p>
          <a:p>
            <a:pPr marL="285750" indent="-285750">
              <a:lnSpc>
                <a:spcPct val="115000"/>
              </a:lnSpc>
              <a:spcBef>
                <a:spcPts val="1100"/>
              </a:spcBef>
              <a:buFont typeface="Arial" pitchFamily="34" charset="0"/>
              <a:buChar char="•"/>
            </a:pPr>
            <a:endParaRPr lang="en-US" sz="1600" dirty="0" smtClean="0"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115000"/>
              </a:lnSpc>
              <a:spcBef>
                <a:spcPts val="1100"/>
              </a:spcBef>
            </a:pPr>
            <a:endParaRPr lang="en-US" sz="2000" dirty="0" smtClean="0"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115000"/>
              </a:lnSpc>
              <a:spcBef>
                <a:spcPts val="1100"/>
              </a:spcBef>
            </a:pPr>
            <a:endParaRPr lang="en-US" sz="2400" dirty="0">
              <a:latin typeface="Calibri" pitchFamily="34" charset="0"/>
              <a:cs typeface="Calibri" pitchFamily="3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 pitchFamily="34" charset="0"/>
              <a:cs typeface="Calibri" pitchFamily="34" charset="0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endParaRPr sz="24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66" name="Google Shape;266;p5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267" name="Google Shape;267;p5"/>
          <p:cNvGrpSpPr/>
          <p:nvPr/>
        </p:nvGrpSpPr>
        <p:grpSpPr>
          <a:xfrm>
            <a:off x="271463" y="171450"/>
            <a:ext cx="790650" cy="743100"/>
            <a:chOff x="11182350" y="171450"/>
            <a:chExt cx="790650" cy="743100"/>
          </a:xfrm>
        </p:grpSpPr>
        <p:sp>
          <p:nvSpPr>
            <p:cNvPr id="268" name="Google Shape;268;p5"/>
            <p:cNvSpPr/>
            <p:nvPr/>
          </p:nvSpPr>
          <p:spPr>
            <a:xfrm>
              <a:off x="11182350" y="17145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69" name="Google Shape;269;p5"/>
            <p:cNvSpPr/>
            <p:nvPr/>
          </p:nvSpPr>
          <p:spPr>
            <a:xfrm>
              <a:off x="11925300" y="171450"/>
              <a:ext cx="47700" cy="95400"/>
            </a:xfrm>
            <a:prstGeom prst="rtTriangle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70" name="Google Shape;270;p5"/>
            <p:cNvSpPr/>
            <p:nvPr/>
          </p:nvSpPr>
          <p:spPr>
            <a:xfrm rot="10800000" flipH="1">
              <a:off x="11925300" y="819300"/>
              <a:ext cx="47700" cy="95100"/>
            </a:xfrm>
            <a:prstGeom prst="rtTriangle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271" name="Google Shape;271;p5"/>
          <p:cNvSpPr txBox="1"/>
          <p:nvPr/>
        </p:nvSpPr>
        <p:spPr>
          <a:xfrm>
            <a:off x="1285876" y="327481"/>
            <a:ext cx="9636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Initial Analysis</a:t>
            </a:r>
            <a:endParaRPr sz="2800" b="0" i="0" u="none" strike="noStrike" cap="none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272" name="Google Shape;272;p5"/>
          <p:cNvGrpSpPr/>
          <p:nvPr/>
        </p:nvGrpSpPr>
        <p:grpSpPr>
          <a:xfrm>
            <a:off x="451715" y="377055"/>
            <a:ext cx="382446" cy="331737"/>
            <a:chOff x="304800" y="822325"/>
            <a:chExt cx="287338" cy="249239"/>
          </a:xfrm>
        </p:grpSpPr>
        <p:sp>
          <p:nvSpPr>
            <p:cNvPr id="273" name="Google Shape;273;p5"/>
            <p:cNvSpPr/>
            <p:nvPr/>
          </p:nvSpPr>
          <p:spPr>
            <a:xfrm>
              <a:off x="333375" y="957263"/>
              <a:ext cx="76200" cy="57150"/>
            </a:xfrm>
            <a:custGeom>
              <a:avLst/>
              <a:gdLst/>
              <a:ahLst/>
              <a:cxnLst/>
              <a:rect l="l" t="t" r="r" b="b"/>
              <a:pathLst>
                <a:path w="241" h="181" extrusionOk="0">
                  <a:moveTo>
                    <a:pt x="211" y="151"/>
                  </a:moveTo>
                  <a:lnTo>
                    <a:pt x="30" y="151"/>
                  </a:lnTo>
                  <a:lnTo>
                    <a:pt x="30" y="30"/>
                  </a:lnTo>
                  <a:lnTo>
                    <a:pt x="211" y="30"/>
                  </a:lnTo>
                  <a:lnTo>
                    <a:pt x="211" y="151"/>
                  </a:lnTo>
                  <a:close/>
                  <a:moveTo>
                    <a:pt x="226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4" y="4"/>
                  </a:lnTo>
                  <a:lnTo>
                    <a:pt x="2" y="6"/>
                  </a:lnTo>
                  <a:lnTo>
                    <a:pt x="1" y="8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1"/>
                  </a:lnTo>
                  <a:lnTo>
                    <a:pt x="2" y="175"/>
                  </a:lnTo>
                  <a:lnTo>
                    <a:pt x="4" y="177"/>
                  </a:lnTo>
                  <a:lnTo>
                    <a:pt x="7" y="179"/>
                  </a:lnTo>
                  <a:lnTo>
                    <a:pt x="9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226" y="181"/>
                  </a:lnTo>
                  <a:lnTo>
                    <a:pt x="230" y="181"/>
                  </a:lnTo>
                  <a:lnTo>
                    <a:pt x="233" y="180"/>
                  </a:lnTo>
                  <a:lnTo>
                    <a:pt x="235" y="178"/>
                  </a:lnTo>
                  <a:lnTo>
                    <a:pt x="237" y="177"/>
                  </a:lnTo>
                  <a:lnTo>
                    <a:pt x="239" y="175"/>
                  </a:lnTo>
                  <a:lnTo>
                    <a:pt x="240" y="171"/>
                  </a:lnTo>
                  <a:lnTo>
                    <a:pt x="241" y="169"/>
                  </a:lnTo>
                  <a:lnTo>
                    <a:pt x="241" y="166"/>
                  </a:lnTo>
                  <a:lnTo>
                    <a:pt x="241" y="15"/>
                  </a:lnTo>
                  <a:lnTo>
                    <a:pt x="241" y="12"/>
                  </a:lnTo>
                  <a:lnTo>
                    <a:pt x="240" y="8"/>
                  </a:lnTo>
                  <a:lnTo>
                    <a:pt x="239" y="6"/>
                  </a:lnTo>
                  <a:lnTo>
                    <a:pt x="237" y="4"/>
                  </a:lnTo>
                  <a:lnTo>
                    <a:pt x="235" y="2"/>
                  </a:lnTo>
                  <a:lnTo>
                    <a:pt x="233" y="1"/>
                  </a:lnTo>
                  <a:lnTo>
                    <a:pt x="230" y="0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74" name="Google Shape;274;p5"/>
            <p:cNvSpPr/>
            <p:nvPr/>
          </p:nvSpPr>
          <p:spPr>
            <a:xfrm>
              <a:off x="409575" y="841375"/>
              <a:ext cx="77788" cy="57150"/>
            </a:xfrm>
            <a:custGeom>
              <a:avLst/>
              <a:gdLst/>
              <a:ahLst/>
              <a:cxnLst/>
              <a:rect l="l" t="t" r="r" b="b"/>
              <a:pathLst>
                <a:path w="243" h="182" extrusionOk="0">
                  <a:moveTo>
                    <a:pt x="213" y="152"/>
                  </a:moveTo>
                  <a:lnTo>
                    <a:pt x="32" y="152"/>
                  </a:lnTo>
                  <a:lnTo>
                    <a:pt x="32" y="30"/>
                  </a:lnTo>
                  <a:lnTo>
                    <a:pt x="213" y="30"/>
                  </a:lnTo>
                  <a:lnTo>
                    <a:pt x="213" y="152"/>
                  </a:lnTo>
                  <a:close/>
                  <a:moveTo>
                    <a:pt x="228" y="0"/>
                  </a:moveTo>
                  <a:lnTo>
                    <a:pt x="15" y="0"/>
                  </a:lnTo>
                  <a:lnTo>
                    <a:pt x="13" y="0"/>
                  </a:lnTo>
                  <a:lnTo>
                    <a:pt x="10" y="1"/>
                  </a:lnTo>
                  <a:lnTo>
                    <a:pt x="8" y="3"/>
                  </a:lnTo>
                  <a:lnTo>
                    <a:pt x="6" y="5"/>
                  </a:lnTo>
                  <a:lnTo>
                    <a:pt x="4" y="7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0" y="15"/>
                  </a:lnTo>
                  <a:lnTo>
                    <a:pt x="0" y="167"/>
                  </a:lnTo>
                  <a:lnTo>
                    <a:pt x="2" y="170"/>
                  </a:lnTo>
                  <a:lnTo>
                    <a:pt x="2" y="173"/>
                  </a:lnTo>
                  <a:lnTo>
                    <a:pt x="4" y="175"/>
                  </a:lnTo>
                  <a:lnTo>
                    <a:pt x="6" y="177"/>
                  </a:lnTo>
                  <a:lnTo>
                    <a:pt x="8" y="179"/>
                  </a:lnTo>
                  <a:lnTo>
                    <a:pt x="10" y="180"/>
                  </a:lnTo>
                  <a:lnTo>
                    <a:pt x="13" y="182"/>
                  </a:lnTo>
                  <a:lnTo>
                    <a:pt x="15" y="182"/>
                  </a:lnTo>
                  <a:lnTo>
                    <a:pt x="228" y="182"/>
                  </a:lnTo>
                  <a:lnTo>
                    <a:pt x="231" y="182"/>
                  </a:lnTo>
                  <a:lnTo>
                    <a:pt x="233" y="180"/>
                  </a:lnTo>
                  <a:lnTo>
                    <a:pt x="236" y="179"/>
                  </a:lnTo>
                  <a:lnTo>
                    <a:pt x="239" y="177"/>
                  </a:lnTo>
                  <a:lnTo>
                    <a:pt x="241" y="175"/>
                  </a:lnTo>
                  <a:lnTo>
                    <a:pt x="242" y="173"/>
                  </a:lnTo>
                  <a:lnTo>
                    <a:pt x="243" y="170"/>
                  </a:lnTo>
                  <a:lnTo>
                    <a:pt x="243" y="167"/>
                  </a:lnTo>
                  <a:lnTo>
                    <a:pt x="243" y="15"/>
                  </a:lnTo>
                  <a:lnTo>
                    <a:pt x="243" y="12"/>
                  </a:lnTo>
                  <a:lnTo>
                    <a:pt x="242" y="10"/>
                  </a:lnTo>
                  <a:lnTo>
                    <a:pt x="241" y="7"/>
                  </a:lnTo>
                  <a:lnTo>
                    <a:pt x="239" y="5"/>
                  </a:lnTo>
                  <a:lnTo>
                    <a:pt x="236" y="4"/>
                  </a:lnTo>
                  <a:lnTo>
                    <a:pt x="233" y="1"/>
                  </a:lnTo>
                  <a:lnTo>
                    <a:pt x="231" y="0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75" name="Google Shape;275;p5"/>
            <p:cNvSpPr/>
            <p:nvPr/>
          </p:nvSpPr>
          <p:spPr>
            <a:xfrm>
              <a:off x="304800" y="822325"/>
              <a:ext cx="287338" cy="249239"/>
            </a:xfrm>
            <a:custGeom>
              <a:avLst/>
              <a:gdLst/>
              <a:ahLst/>
              <a:cxnLst/>
              <a:rect l="l" t="t" r="r" b="b"/>
              <a:pathLst>
                <a:path w="907" h="786" extrusionOk="0">
                  <a:moveTo>
                    <a:pt x="877" y="756"/>
                  </a:moveTo>
                  <a:lnTo>
                    <a:pt x="515" y="756"/>
                  </a:lnTo>
                  <a:lnTo>
                    <a:pt x="515" y="696"/>
                  </a:lnTo>
                  <a:lnTo>
                    <a:pt x="515" y="690"/>
                  </a:lnTo>
                  <a:lnTo>
                    <a:pt x="517" y="684"/>
                  </a:lnTo>
                  <a:lnTo>
                    <a:pt x="520" y="679"/>
                  </a:lnTo>
                  <a:lnTo>
                    <a:pt x="523" y="675"/>
                  </a:lnTo>
                  <a:lnTo>
                    <a:pt x="528" y="670"/>
                  </a:lnTo>
                  <a:lnTo>
                    <a:pt x="533" y="668"/>
                  </a:lnTo>
                  <a:lnTo>
                    <a:pt x="538" y="666"/>
                  </a:lnTo>
                  <a:lnTo>
                    <a:pt x="545" y="665"/>
                  </a:lnTo>
                  <a:lnTo>
                    <a:pt x="847" y="665"/>
                  </a:lnTo>
                  <a:lnTo>
                    <a:pt x="854" y="666"/>
                  </a:lnTo>
                  <a:lnTo>
                    <a:pt x="859" y="668"/>
                  </a:lnTo>
                  <a:lnTo>
                    <a:pt x="864" y="670"/>
                  </a:lnTo>
                  <a:lnTo>
                    <a:pt x="869" y="675"/>
                  </a:lnTo>
                  <a:lnTo>
                    <a:pt x="872" y="679"/>
                  </a:lnTo>
                  <a:lnTo>
                    <a:pt x="875" y="684"/>
                  </a:lnTo>
                  <a:lnTo>
                    <a:pt x="877" y="690"/>
                  </a:lnTo>
                  <a:lnTo>
                    <a:pt x="877" y="696"/>
                  </a:lnTo>
                  <a:lnTo>
                    <a:pt x="877" y="756"/>
                  </a:lnTo>
                  <a:close/>
                  <a:moveTo>
                    <a:pt x="545" y="424"/>
                  </a:moveTo>
                  <a:lnTo>
                    <a:pt x="545" y="417"/>
                  </a:lnTo>
                  <a:lnTo>
                    <a:pt x="547" y="412"/>
                  </a:lnTo>
                  <a:lnTo>
                    <a:pt x="550" y="407"/>
                  </a:lnTo>
                  <a:lnTo>
                    <a:pt x="553" y="402"/>
                  </a:lnTo>
                  <a:lnTo>
                    <a:pt x="558" y="398"/>
                  </a:lnTo>
                  <a:lnTo>
                    <a:pt x="563" y="396"/>
                  </a:lnTo>
                  <a:lnTo>
                    <a:pt x="568" y="394"/>
                  </a:lnTo>
                  <a:lnTo>
                    <a:pt x="575" y="393"/>
                  </a:lnTo>
                  <a:lnTo>
                    <a:pt x="817" y="393"/>
                  </a:lnTo>
                  <a:lnTo>
                    <a:pt x="823" y="394"/>
                  </a:lnTo>
                  <a:lnTo>
                    <a:pt x="829" y="396"/>
                  </a:lnTo>
                  <a:lnTo>
                    <a:pt x="834" y="398"/>
                  </a:lnTo>
                  <a:lnTo>
                    <a:pt x="839" y="402"/>
                  </a:lnTo>
                  <a:lnTo>
                    <a:pt x="842" y="407"/>
                  </a:lnTo>
                  <a:lnTo>
                    <a:pt x="845" y="412"/>
                  </a:lnTo>
                  <a:lnTo>
                    <a:pt x="846" y="417"/>
                  </a:lnTo>
                  <a:lnTo>
                    <a:pt x="847" y="424"/>
                  </a:lnTo>
                  <a:lnTo>
                    <a:pt x="847" y="635"/>
                  </a:lnTo>
                  <a:lnTo>
                    <a:pt x="545" y="635"/>
                  </a:lnTo>
                  <a:lnTo>
                    <a:pt x="545" y="424"/>
                  </a:lnTo>
                  <a:close/>
                  <a:moveTo>
                    <a:pt x="385" y="393"/>
                  </a:moveTo>
                  <a:lnTo>
                    <a:pt x="381" y="386"/>
                  </a:lnTo>
                  <a:lnTo>
                    <a:pt x="375" y="381"/>
                  </a:lnTo>
                  <a:lnTo>
                    <a:pt x="370" y="376"/>
                  </a:lnTo>
                  <a:lnTo>
                    <a:pt x="364" y="371"/>
                  </a:lnTo>
                  <a:lnTo>
                    <a:pt x="356" y="368"/>
                  </a:lnTo>
                  <a:lnTo>
                    <a:pt x="349" y="365"/>
                  </a:lnTo>
                  <a:lnTo>
                    <a:pt x="341" y="364"/>
                  </a:lnTo>
                  <a:lnTo>
                    <a:pt x="332" y="363"/>
                  </a:lnTo>
                  <a:lnTo>
                    <a:pt x="272" y="363"/>
                  </a:lnTo>
                  <a:lnTo>
                    <a:pt x="272" y="333"/>
                  </a:lnTo>
                  <a:lnTo>
                    <a:pt x="273" y="326"/>
                  </a:lnTo>
                  <a:lnTo>
                    <a:pt x="275" y="321"/>
                  </a:lnTo>
                  <a:lnTo>
                    <a:pt x="278" y="316"/>
                  </a:lnTo>
                  <a:lnTo>
                    <a:pt x="281" y="311"/>
                  </a:lnTo>
                  <a:lnTo>
                    <a:pt x="285" y="308"/>
                  </a:lnTo>
                  <a:lnTo>
                    <a:pt x="291" y="305"/>
                  </a:lnTo>
                  <a:lnTo>
                    <a:pt x="296" y="303"/>
                  </a:lnTo>
                  <a:lnTo>
                    <a:pt x="302" y="303"/>
                  </a:lnTo>
                  <a:lnTo>
                    <a:pt x="605" y="303"/>
                  </a:lnTo>
                  <a:lnTo>
                    <a:pt x="611" y="303"/>
                  </a:lnTo>
                  <a:lnTo>
                    <a:pt x="617" y="305"/>
                  </a:lnTo>
                  <a:lnTo>
                    <a:pt x="622" y="308"/>
                  </a:lnTo>
                  <a:lnTo>
                    <a:pt x="626" y="311"/>
                  </a:lnTo>
                  <a:lnTo>
                    <a:pt x="631" y="316"/>
                  </a:lnTo>
                  <a:lnTo>
                    <a:pt x="633" y="321"/>
                  </a:lnTo>
                  <a:lnTo>
                    <a:pt x="635" y="326"/>
                  </a:lnTo>
                  <a:lnTo>
                    <a:pt x="636" y="333"/>
                  </a:lnTo>
                  <a:lnTo>
                    <a:pt x="636" y="363"/>
                  </a:lnTo>
                  <a:lnTo>
                    <a:pt x="575" y="363"/>
                  </a:lnTo>
                  <a:lnTo>
                    <a:pt x="566" y="364"/>
                  </a:lnTo>
                  <a:lnTo>
                    <a:pt x="559" y="365"/>
                  </a:lnTo>
                  <a:lnTo>
                    <a:pt x="551" y="368"/>
                  </a:lnTo>
                  <a:lnTo>
                    <a:pt x="545" y="371"/>
                  </a:lnTo>
                  <a:lnTo>
                    <a:pt x="538" y="376"/>
                  </a:lnTo>
                  <a:lnTo>
                    <a:pt x="532" y="381"/>
                  </a:lnTo>
                  <a:lnTo>
                    <a:pt x="528" y="386"/>
                  </a:lnTo>
                  <a:lnTo>
                    <a:pt x="523" y="393"/>
                  </a:lnTo>
                  <a:lnTo>
                    <a:pt x="385" y="393"/>
                  </a:lnTo>
                  <a:close/>
                  <a:moveTo>
                    <a:pt x="60" y="635"/>
                  </a:moveTo>
                  <a:lnTo>
                    <a:pt x="60" y="424"/>
                  </a:lnTo>
                  <a:lnTo>
                    <a:pt x="61" y="417"/>
                  </a:lnTo>
                  <a:lnTo>
                    <a:pt x="63" y="412"/>
                  </a:lnTo>
                  <a:lnTo>
                    <a:pt x="65" y="407"/>
                  </a:lnTo>
                  <a:lnTo>
                    <a:pt x="70" y="402"/>
                  </a:lnTo>
                  <a:lnTo>
                    <a:pt x="74" y="398"/>
                  </a:lnTo>
                  <a:lnTo>
                    <a:pt x="79" y="396"/>
                  </a:lnTo>
                  <a:lnTo>
                    <a:pt x="85" y="394"/>
                  </a:lnTo>
                  <a:lnTo>
                    <a:pt x="91" y="393"/>
                  </a:lnTo>
                  <a:lnTo>
                    <a:pt x="332" y="393"/>
                  </a:lnTo>
                  <a:lnTo>
                    <a:pt x="339" y="394"/>
                  </a:lnTo>
                  <a:lnTo>
                    <a:pt x="344" y="396"/>
                  </a:lnTo>
                  <a:lnTo>
                    <a:pt x="350" y="398"/>
                  </a:lnTo>
                  <a:lnTo>
                    <a:pt x="354" y="402"/>
                  </a:lnTo>
                  <a:lnTo>
                    <a:pt x="358" y="407"/>
                  </a:lnTo>
                  <a:lnTo>
                    <a:pt x="360" y="412"/>
                  </a:lnTo>
                  <a:lnTo>
                    <a:pt x="363" y="417"/>
                  </a:lnTo>
                  <a:lnTo>
                    <a:pt x="364" y="424"/>
                  </a:lnTo>
                  <a:lnTo>
                    <a:pt x="364" y="635"/>
                  </a:lnTo>
                  <a:lnTo>
                    <a:pt x="60" y="635"/>
                  </a:lnTo>
                  <a:close/>
                  <a:moveTo>
                    <a:pt x="394" y="756"/>
                  </a:moveTo>
                  <a:lnTo>
                    <a:pt x="30" y="756"/>
                  </a:lnTo>
                  <a:lnTo>
                    <a:pt x="30" y="696"/>
                  </a:lnTo>
                  <a:lnTo>
                    <a:pt x="31" y="690"/>
                  </a:lnTo>
                  <a:lnTo>
                    <a:pt x="32" y="684"/>
                  </a:lnTo>
                  <a:lnTo>
                    <a:pt x="35" y="679"/>
                  </a:lnTo>
                  <a:lnTo>
                    <a:pt x="40" y="675"/>
                  </a:lnTo>
                  <a:lnTo>
                    <a:pt x="44" y="670"/>
                  </a:lnTo>
                  <a:lnTo>
                    <a:pt x="48" y="668"/>
                  </a:lnTo>
                  <a:lnTo>
                    <a:pt x="55" y="666"/>
                  </a:lnTo>
                  <a:lnTo>
                    <a:pt x="60" y="665"/>
                  </a:lnTo>
                  <a:lnTo>
                    <a:pt x="364" y="665"/>
                  </a:lnTo>
                  <a:lnTo>
                    <a:pt x="369" y="666"/>
                  </a:lnTo>
                  <a:lnTo>
                    <a:pt x="375" y="668"/>
                  </a:lnTo>
                  <a:lnTo>
                    <a:pt x="380" y="670"/>
                  </a:lnTo>
                  <a:lnTo>
                    <a:pt x="385" y="675"/>
                  </a:lnTo>
                  <a:lnTo>
                    <a:pt x="388" y="679"/>
                  </a:lnTo>
                  <a:lnTo>
                    <a:pt x="391" y="684"/>
                  </a:lnTo>
                  <a:lnTo>
                    <a:pt x="393" y="690"/>
                  </a:lnTo>
                  <a:lnTo>
                    <a:pt x="394" y="696"/>
                  </a:lnTo>
                  <a:lnTo>
                    <a:pt x="394" y="756"/>
                  </a:lnTo>
                  <a:close/>
                  <a:moveTo>
                    <a:pt x="302" y="60"/>
                  </a:moveTo>
                  <a:lnTo>
                    <a:pt x="304" y="54"/>
                  </a:lnTo>
                  <a:lnTo>
                    <a:pt x="305" y="49"/>
                  </a:lnTo>
                  <a:lnTo>
                    <a:pt x="308" y="43"/>
                  </a:lnTo>
                  <a:lnTo>
                    <a:pt x="311" y="39"/>
                  </a:lnTo>
                  <a:lnTo>
                    <a:pt x="316" y="36"/>
                  </a:lnTo>
                  <a:lnTo>
                    <a:pt x="321" y="33"/>
                  </a:lnTo>
                  <a:lnTo>
                    <a:pt x="327" y="30"/>
                  </a:lnTo>
                  <a:lnTo>
                    <a:pt x="332" y="30"/>
                  </a:lnTo>
                  <a:lnTo>
                    <a:pt x="575" y="30"/>
                  </a:lnTo>
                  <a:lnTo>
                    <a:pt x="581" y="30"/>
                  </a:lnTo>
                  <a:lnTo>
                    <a:pt x="587" y="33"/>
                  </a:lnTo>
                  <a:lnTo>
                    <a:pt x="592" y="36"/>
                  </a:lnTo>
                  <a:lnTo>
                    <a:pt x="596" y="39"/>
                  </a:lnTo>
                  <a:lnTo>
                    <a:pt x="600" y="43"/>
                  </a:lnTo>
                  <a:lnTo>
                    <a:pt x="603" y="49"/>
                  </a:lnTo>
                  <a:lnTo>
                    <a:pt x="605" y="54"/>
                  </a:lnTo>
                  <a:lnTo>
                    <a:pt x="605" y="60"/>
                  </a:lnTo>
                  <a:lnTo>
                    <a:pt x="605" y="273"/>
                  </a:lnTo>
                  <a:lnTo>
                    <a:pt x="302" y="273"/>
                  </a:lnTo>
                  <a:lnTo>
                    <a:pt x="302" y="60"/>
                  </a:lnTo>
                  <a:close/>
                  <a:moveTo>
                    <a:pt x="877" y="644"/>
                  </a:moveTo>
                  <a:lnTo>
                    <a:pt x="877" y="424"/>
                  </a:lnTo>
                  <a:lnTo>
                    <a:pt x="877" y="417"/>
                  </a:lnTo>
                  <a:lnTo>
                    <a:pt x="876" y="411"/>
                  </a:lnTo>
                  <a:lnTo>
                    <a:pt x="875" y="406"/>
                  </a:lnTo>
                  <a:lnTo>
                    <a:pt x="873" y="400"/>
                  </a:lnTo>
                  <a:lnTo>
                    <a:pt x="870" y="395"/>
                  </a:lnTo>
                  <a:lnTo>
                    <a:pt x="868" y="389"/>
                  </a:lnTo>
                  <a:lnTo>
                    <a:pt x="863" y="385"/>
                  </a:lnTo>
                  <a:lnTo>
                    <a:pt x="860" y="381"/>
                  </a:lnTo>
                  <a:lnTo>
                    <a:pt x="856" y="377"/>
                  </a:lnTo>
                  <a:lnTo>
                    <a:pt x="850" y="373"/>
                  </a:lnTo>
                  <a:lnTo>
                    <a:pt x="846" y="370"/>
                  </a:lnTo>
                  <a:lnTo>
                    <a:pt x="841" y="368"/>
                  </a:lnTo>
                  <a:lnTo>
                    <a:pt x="835" y="366"/>
                  </a:lnTo>
                  <a:lnTo>
                    <a:pt x="829" y="364"/>
                  </a:lnTo>
                  <a:lnTo>
                    <a:pt x="824" y="364"/>
                  </a:lnTo>
                  <a:lnTo>
                    <a:pt x="817" y="363"/>
                  </a:lnTo>
                  <a:lnTo>
                    <a:pt x="666" y="363"/>
                  </a:lnTo>
                  <a:lnTo>
                    <a:pt x="666" y="333"/>
                  </a:lnTo>
                  <a:lnTo>
                    <a:pt x="665" y="324"/>
                  </a:lnTo>
                  <a:lnTo>
                    <a:pt x="664" y="317"/>
                  </a:lnTo>
                  <a:lnTo>
                    <a:pt x="661" y="309"/>
                  </a:lnTo>
                  <a:lnTo>
                    <a:pt x="657" y="303"/>
                  </a:lnTo>
                  <a:lnTo>
                    <a:pt x="653" y="296"/>
                  </a:lnTo>
                  <a:lnTo>
                    <a:pt x="648" y="290"/>
                  </a:lnTo>
                  <a:lnTo>
                    <a:pt x="642" y="284"/>
                  </a:lnTo>
                  <a:lnTo>
                    <a:pt x="636" y="280"/>
                  </a:lnTo>
                  <a:lnTo>
                    <a:pt x="636" y="60"/>
                  </a:lnTo>
                  <a:lnTo>
                    <a:pt x="635" y="54"/>
                  </a:lnTo>
                  <a:lnTo>
                    <a:pt x="634" y="49"/>
                  </a:lnTo>
                  <a:lnTo>
                    <a:pt x="633" y="42"/>
                  </a:lnTo>
                  <a:lnTo>
                    <a:pt x="631" y="37"/>
                  </a:lnTo>
                  <a:lnTo>
                    <a:pt x="628" y="31"/>
                  </a:lnTo>
                  <a:lnTo>
                    <a:pt x="625" y="27"/>
                  </a:lnTo>
                  <a:lnTo>
                    <a:pt x="622" y="22"/>
                  </a:lnTo>
                  <a:lnTo>
                    <a:pt x="618" y="18"/>
                  </a:lnTo>
                  <a:lnTo>
                    <a:pt x="613" y="14"/>
                  </a:lnTo>
                  <a:lnTo>
                    <a:pt x="609" y="10"/>
                  </a:lnTo>
                  <a:lnTo>
                    <a:pt x="604" y="7"/>
                  </a:lnTo>
                  <a:lnTo>
                    <a:pt x="598" y="5"/>
                  </a:lnTo>
                  <a:lnTo>
                    <a:pt x="593" y="3"/>
                  </a:lnTo>
                  <a:lnTo>
                    <a:pt x="587" y="1"/>
                  </a:lnTo>
                  <a:lnTo>
                    <a:pt x="581" y="0"/>
                  </a:lnTo>
                  <a:lnTo>
                    <a:pt x="575" y="0"/>
                  </a:lnTo>
                  <a:lnTo>
                    <a:pt x="332" y="0"/>
                  </a:lnTo>
                  <a:lnTo>
                    <a:pt x="327" y="0"/>
                  </a:lnTo>
                  <a:lnTo>
                    <a:pt x="321" y="1"/>
                  </a:lnTo>
                  <a:lnTo>
                    <a:pt x="315" y="3"/>
                  </a:lnTo>
                  <a:lnTo>
                    <a:pt x="309" y="5"/>
                  </a:lnTo>
                  <a:lnTo>
                    <a:pt x="304" y="7"/>
                  </a:lnTo>
                  <a:lnTo>
                    <a:pt x="299" y="10"/>
                  </a:lnTo>
                  <a:lnTo>
                    <a:pt x="294" y="14"/>
                  </a:lnTo>
                  <a:lnTo>
                    <a:pt x="290" y="18"/>
                  </a:lnTo>
                  <a:lnTo>
                    <a:pt x="286" y="22"/>
                  </a:lnTo>
                  <a:lnTo>
                    <a:pt x="283" y="27"/>
                  </a:lnTo>
                  <a:lnTo>
                    <a:pt x="280" y="31"/>
                  </a:lnTo>
                  <a:lnTo>
                    <a:pt x="277" y="37"/>
                  </a:lnTo>
                  <a:lnTo>
                    <a:pt x="275" y="42"/>
                  </a:lnTo>
                  <a:lnTo>
                    <a:pt x="273" y="49"/>
                  </a:lnTo>
                  <a:lnTo>
                    <a:pt x="272" y="54"/>
                  </a:lnTo>
                  <a:lnTo>
                    <a:pt x="272" y="60"/>
                  </a:lnTo>
                  <a:lnTo>
                    <a:pt x="272" y="280"/>
                  </a:lnTo>
                  <a:lnTo>
                    <a:pt x="266" y="284"/>
                  </a:lnTo>
                  <a:lnTo>
                    <a:pt x="260" y="290"/>
                  </a:lnTo>
                  <a:lnTo>
                    <a:pt x="255" y="296"/>
                  </a:lnTo>
                  <a:lnTo>
                    <a:pt x="251" y="303"/>
                  </a:lnTo>
                  <a:lnTo>
                    <a:pt x="247" y="309"/>
                  </a:lnTo>
                  <a:lnTo>
                    <a:pt x="245" y="317"/>
                  </a:lnTo>
                  <a:lnTo>
                    <a:pt x="242" y="324"/>
                  </a:lnTo>
                  <a:lnTo>
                    <a:pt x="242" y="333"/>
                  </a:lnTo>
                  <a:lnTo>
                    <a:pt x="242" y="363"/>
                  </a:lnTo>
                  <a:lnTo>
                    <a:pt x="91" y="363"/>
                  </a:lnTo>
                  <a:lnTo>
                    <a:pt x="85" y="364"/>
                  </a:lnTo>
                  <a:lnTo>
                    <a:pt x="78" y="364"/>
                  </a:lnTo>
                  <a:lnTo>
                    <a:pt x="73" y="366"/>
                  </a:lnTo>
                  <a:lnTo>
                    <a:pt x="68" y="368"/>
                  </a:lnTo>
                  <a:lnTo>
                    <a:pt x="62" y="370"/>
                  </a:lnTo>
                  <a:lnTo>
                    <a:pt x="57" y="373"/>
                  </a:lnTo>
                  <a:lnTo>
                    <a:pt x="53" y="377"/>
                  </a:lnTo>
                  <a:lnTo>
                    <a:pt x="48" y="381"/>
                  </a:lnTo>
                  <a:lnTo>
                    <a:pt x="44" y="385"/>
                  </a:lnTo>
                  <a:lnTo>
                    <a:pt x="41" y="389"/>
                  </a:lnTo>
                  <a:lnTo>
                    <a:pt x="38" y="395"/>
                  </a:lnTo>
                  <a:lnTo>
                    <a:pt x="35" y="400"/>
                  </a:lnTo>
                  <a:lnTo>
                    <a:pt x="33" y="406"/>
                  </a:lnTo>
                  <a:lnTo>
                    <a:pt x="31" y="411"/>
                  </a:lnTo>
                  <a:lnTo>
                    <a:pt x="31" y="417"/>
                  </a:lnTo>
                  <a:lnTo>
                    <a:pt x="30" y="424"/>
                  </a:lnTo>
                  <a:lnTo>
                    <a:pt x="30" y="644"/>
                  </a:lnTo>
                  <a:lnTo>
                    <a:pt x="24" y="648"/>
                  </a:lnTo>
                  <a:lnTo>
                    <a:pt x="18" y="653"/>
                  </a:lnTo>
                  <a:lnTo>
                    <a:pt x="13" y="659"/>
                  </a:lnTo>
                  <a:lnTo>
                    <a:pt x="9" y="665"/>
                  </a:lnTo>
                  <a:lnTo>
                    <a:pt x="4" y="672"/>
                  </a:lnTo>
                  <a:lnTo>
                    <a:pt x="2" y="680"/>
                  </a:lnTo>
                  <a:lnTo>
                    <a:pt x="1" y="688"/>
                  </a:lnTo>
                  <a:lnTo>
                    <a:pt x="0" y="696"/>
                  </a:lnTo>
                  <a:lnTo>
                    <a:pt x="0" y="771"/>
                  </a:lnTo>
                  <a:lnTo>
                    <a:pt x="0" y="774"/>
                  </a:lnTo>
                  <a:lnTo>
                    <a:pt x="1" y="778"/>
                  </a:lnTo>
                  <a:lnTo>
                    <a:pt x="2" y="780"/>
                  </a:lnTo>
                  <a:lnTo>
                    <a:pt x="4" y="782"/>
                  </a:lnTo>
                  <a:lnTo>
                    <a:pt x="6" y="784"/>
                  </a:lnTo>
                  <a:lnTo>
                    <a:pt x="10" y="785"/>
                  </a:lnTo>
                  <a:lnTo>
                    <a:pt x="12" y="786"/>
                  </a:lnTo>
                  <a:lnTo>
                    <a:pt x="15" y="786"/>
                  </a:lnTo>
                  <a:lnTo>
                    <a:pt x="409" y="786"/>
                  </a:lnTo>
                  <a:lnTo>
                    <a:pt x="412" y="786"/>
                  </a:lnTo>
                  <a:lnTo>
                    <a:pt x="414" y="785"/>
                  </a:lnTo>
                  <a:lnTo>
                    <a:pt x="417" y="784"/>
                  </a:lnTo>
                  <a:lnTo>
                    <a:pt x="419" y="782"/>
                  </a:lnTo>
                  <a:lnTo>
                    <a:pt x="421" y="780"/>
                  </a:lnTo>
                  <a:lnTo>
                    <a:pt x="423" y="778"/>
                  </a:lnTo>
                  <a:lnTo>
                    <a:pt x="424" y="774"/>
                  </a:lnTo>
                  <a:lnTo>
                    <a:pt x="424" y="771"/>
                  </a:lnTo>
                  <a:lnTo>
                    <a:pt x="424" y="696"/>
                  </a:lnTo>
                  <a:lnTo>
                    <a:pt x="423" y="688"/>
                  </a:lnTo>
                  <a:lnTo>
                    <a:pt x="421" y="680"/>
                  </a:lnTo>
                  <a:lnTo>
                    <a:pt x="419" y="672"/>
                  </a:lnTo>
                  <a:lnTo>
                    <a:pt x="415" y="665"/>
                  </a:lnTo>
                  <a:lnTo>
                    <a:pt x="411" y="659"/>
                  </a:lnTo>
                  <a:lnTo>
                    <a:pt x="405" y="653"/>
                  </a:lnTo>
                  <a:lnTo>
                    <a:pt x="400" y="648"/>
                  </a:lnTo>
                  <a:lnTo>
                    <a:pt x="394" y="644"/>
                  </a:lnTo>
                  <a:lnTo>
                    <a:pt x="394" y="424"/>
                  </a:lnTo>
                  <a:lnTo>
                    <a:pt x="515" y="424"/>
                  </a:lnTo>
                  <a:lnTo>
                    <a:pt x="515" y="644"/>
                  </a:lnTo>
                  <a:lnTo>
                    <a:pt x="508" y="648"/>
                  </a:lnTo>
                  <a:lnTo>
                    <a:pt x="502" y="653"/>
                  </a:lnTo>
                  <a:lnTo>
                    <a:pt x="497" y="659"/>
                  </a:lnTo>
                  <a:lnTo>
                    <a:pt x="492" y="665"/>
                  </a:lnTo>
                  <a:lnTo>
                    <a:pt x="489" y="672"/>
                  </a:lnTo>
                  <a:lnTo>
                    <a:pt x="486" y="680"/>
                  </a:lnTo>
                  <a:lnTo>
                    <a:pt x="485" y="688"/>
                  </a:lnTo>
                  <a:lnTo>
                    <a:pt x="484" y="696"/>
                  </a:lnTo>
                  <a:lnTo>
                    <a:pt x="484" y="771"/>
                  </a:lnTo>
                  <a:lnTo>
                    <a:pt x="485" y="774"/>
                  </a:lnTo>
                  <a:lnTo>
                    <a:pt x="486" y="778"/>
                  </a:lnTo>
                  <a:lnTo>
                    <a:pt x="487" y="780"/>
                  </a:lnTo>
                  <a:lnTo>
                    <a:pt x="489" y="782"/>
                  </a:lnTo>
                  <a:lnTo>
                    <a:pt x="491" y="784"/>
                  </a:lnTo>
                  <a:lnTo>
                    <a:pt x="493" y="785"/>
                  </a:lnTo>
                  <a:lnTo>
                    <a:pt x="497" y="786"/>
                  </a:lnTo>
                  <a:lnTo>
                    <a:pt x="500" y="786"/>
                  </a:lnTo>
                  <a:lnTo>
                    <a:pt x="892" y="786"/>
                  </a:lnTo>
                  <a:lnTo>
                    <a:pt x="896" y="786"/>
                  </a:lnTo>
                  <a:lnTo>
                    <a:pt x="899" y="785"/>
                  </a:lnTo>
                  <a:lnTo>
                    <a:pt x="901" y="784"/>
                  </a:lnTo>
                  <a:lnTo>
                    <a:pt x="903" y="782"/>
                  </a:lnTo>
                  <a:lnTo>
                    <a:pt x="905" y="780"/>
                  </a:lnTo>
                  <a:lnTo>
                    <a:pt x="906" y="778"/>
                  </a:lnTo>
                  <a:lnTo>
                    <a:pt x="907" y="774"/>
                  </a:lnTo>
                  <a:lnTo>
                    <a:pt x="907" y="771"/>
                  </a:lnTo>
                  <a:lnTo>
                    <a:pt x="907" y="696"/>
                  </a:lnTo>
                  <a:lnTo>
                    <a:pt x="907" y="688"/>
                  </a:lnTo>
                  <a:lnTo>
                    <a:pt x="905" y="680"/>
                  </a:lnTo>
                  <a:lnTo>
                    <a:pt x="903" y="672"/>
                  </a:lnTo>
                  <a:lnTo>
                    <a:pt x="900" y="665"/>
                  </a:lnTo>
                  <a:lnTo>
                    <a:pt x="896" y="659"/>
                  </a:lnTo>
                  <a:lnTo>
                    <a:pt x="890" y="653"/>
                  </a:lnTo>
                  <a:lnTo>
                    <a:pt x="884" y="648"/>
                  </a:lnTo>
                  <a:lnTo>
                    <a:pt x="877" y="64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76" name="Google Shape;276;p5"/>
            <p:cNvSpPr/>
            <p:nvPr/>
          </p:nvSpPr>
          <p:spPr>
            <a:xfrm>
              <a:off x="487363" y="957263"/>
              <a:ext cx="76200" cy="57150"/>
            </a:xfrm>
            <a:custGeom>
              <a:avLst/>
              <a:gdLst/>
              <a:ahLst/>
              <a:cxnLst/>
              <a:rect l="l" t="t" r="r" b="b"/>
              <a:pathLst>
                <a:path w="242" h="181" extrusionOk="0">
                  <a:moveTo>
                    <a:pt x="212" y="151"/>
                  </a:moveTo>
                  <a:lnTo>
                    <a:pt x="30" y="151"/>
                  </a:lnTo>
                  <a:lnTo>
                    <a:pt x="30" y="30"/>
                  </a:lnTo>
                  <a:lnTo>
                    <a:pt x="212" y="30"/>
                  </a:lnTo>
                  <a:lnTo>
                    <a:pt x="212" y="151"/>
                  </a:lnTo>
                  <a:close/>
                  <a:moveTo>
                    <a:pt x="227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6" y="2"/>
                  </a:lnTo>
                  <a:lnTo>
                    <a:pt x="4" y="4"/>
                  </a:lnTo>
                  <a:lnTo>
                    <a:pt x="3" y="6"/>
                  </a:lnTo>
                  <a:lnTo>
                    <a:pt x="1" y="8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1"/>
                  </a:lnTo>
                  <a:lnTo>
                    <a:pt x="3" y="175"/>
                  </a:lnTo>
                  <a:lnTo>
                    <a:pt x="4" y="177"/>
                  </a:lnTo>
                  <a:lnTo>
                    <a:pt x="6" y="179"/>
                  </a:lnTo>
                  <a:lnTo>
                    <a:pt x="10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227" y="181"/>
                  </a:lnTo>
                  <a:lnTo>
                    <a:pt x="230" y="181"/>
                  </a:lnTo>
                  <a:lnTo>
                    <a:pt x="233" y="180"/>
                  </a:lnTo>
                  <a:lnTo>
                    <a:pt x="236" y="178"/>
                  </a:lnTo>
                  <a:lnTo>
                    <a:pt x="238" y="177"/>
                  </a:lnTo>
                  <a:lnTo>
                    <a:pt x="239" y="175"/>
                  </a:lnTo>
                  <a:lnTo>
                    <a:pt x="241" y="171"/>
                  </a:lnTo>
                  <a:lnTo>
                    <a:pt x="242" y="169"/>
                  </a:lnTo>
                  <a:lnTo>
                    <a:pt x="242" y="166"/>
                  </a:lnTo>
                  <a:lnTo>
                    <a:pt x="242" y="15"/>
                  </a:lnTo>
                  <a:lnTo>
                    <a:pt x="242" y="12"/>
                  </a:lnTo>
                  <a:lnTo>
                    <a:pt x="241" y="8"/>
                  </a:lnTo>
                  <a:lnTo>
                    <a:pt x="239" y="6"/>
                  </a:lnTo>
                  <a:lnTo>
                    <a:pt x="238" y="4"/>
                  </a:lnTo>
                  <a:lnTo>
                    <a:pt x="236" y="2"/>
                  </a:lnTo>
                  <a:lnTo>
                    <a:pt x="233" y="1"/>
                  </a:lnTo>
                  <a:lnTo>
                    <a:pt x="230" y="0"/>
                  </a:lnTo>
                  <a:lnTo>
                    <a:pt x="2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03606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6"/>
          <p:cNvSpPr/>
          <p:nvPr/>
        </p:nvSpPr>
        <p:spPr>
          <a:xfrm>
            <a:off x="0" y="266700"/>
            <a:ext cx="12192000" cy="5524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282" name="Google Shape;282;p6"/>
          <p:cNvGrpSpPr/>
          <p:nvPr/>
        </p:nvGrpSpPr>
        <p:grpSpPr>
          <a:xfrm>
            <a:off x="271463" y="171450"/>
            <a:ext cx="790575" cy="742950"/>
            <a:chOff x="11182350" y="171450"/>
            <a:chExt cx="790575" cy="742950"/>
          </a:xfrm>
        </p:grpSpPr>
        <p:sp>
          <p:nvSpPr>
            <p:cNvPr id="283" name="Google Shape;283;p6"/>
            <p:cNvSpPr/>
            <p:nvPr/>
          </p:nvSpPr>
          <p:spPr>
            <a:xfrm>
              <a:off x="11182350" y="171450"/>
              <a:ext cx="742950" cy="74295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84" name="Google Shape;284;p6"/>
            <p:cNvSpPr/>
            <p:nvPr/>
          </p:nvSpPr>
          <p:spPr>
            <a:xfrm>
              <a:off x="11925300" y="171450"/>
              <a:ext cx="47625" cy="95250"/>
            </a:xfrm>
            <a:prstGeom prst="rtTriangle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85" name="Google Shape;285;p6"/>
            <p:cNvSpPr/>
            <p:nvPr/>
          </p:nvSpPr>
          <p:spPr>
            <a:xfrm rot="10800000" flipH="1">
              <a:off x="11925300" y="819150"/>
              <a:ext cx="47625" cy="95250"/>
            </a:xfrm>
            <a:prstGeom prst="rtTriangle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286" name="Google Shape;286;p6"/>
          <p:cNvSpPr txBox="1"/>
          <p:nvPr/>
        </p:nvSpPr>
        <p:spPr>
          <a:xfrm>
            <a:off x="1285876" y="327481"/>
            <a:ext cx="9636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 smtClean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Off page </a:t>
            </a:r>
            <a:r>
              <a:rPr lang="en-US" sz="2800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Optimization</a:t>
            </a:r>
            <a:endParaRPr sz="2800" b="0" i="0" u="none" strike="noStrike" cap="none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287" name="Google Shape;287;p6"/>
          <p:cNvGrpSpPr/>
          <p:nvPr/>
        </p:nvGrpSpPr>
        <p:grpSpPr>
          <a:xfrm>
            <a:off x="451715" y="377056"/>
            <a:ext cx="382447" cy="331736"/>
            <a:chOff x="304800" y="822325"/>
            <a:chExt cx="287338" cy="249238"/>
          </a:xfrm>
        </p:grpSpPr>
        <p:sp>
          <p:nvSpPr>
            <p:cNvPr id="288" name="Google Shape;288;p6"/>
            <p:cNvSpPr/>
            <p:nvPr/>
          </p:nvSpPr>
          <p:spPr>
            <a:xfrm>
              <a:off x="333375" y="957263"/>
              <a:ext cx="76200" cy="57150"/>
            </a:xfrm>
            <a:custGeom>
              <a:avLst/>
              <a:gdLst/>
              <a:ahLst/>
              <a:cxnLst/>
              <a:rect l="l" t="t" r="r" b="b"/>
              <a:pathLst>
                <a:path w="241" h="181" extrusionOk="0">
                  <a:moveTo>
                    <a:pt x="211" y="151"/>
                  </a:moveTo>
                  <a:lnTo>
                    <a:pt x="30" y="151"/>
                  </a:lnTo>
                  <a:lnTo>
                    <a:pt x="30" y="30"/>
                  </a:lnTo>
                  <a:lnTo>
                    <a:pt x="211" y="30"/>
                  </a:lnTo>
                  <a:lnTo>
                    <a:pt x="211" y="151"/>
                  </a:lnTo>
                  <a:close/>
                  <a:moveTo>
                    <a:pt x="226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4" y="4"/>
                  </a:lnTo>
                  <a:lnTo>
                    <a:pt x="2" y="6"/>
                  </a:lnTo>
                  <a:lnTo>
                    <a:pt x="1" y="8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1"/>
                  </a:lnTo>
                  <a:lnTo>
                    <a:pt x="2" y="175"/>
                  </a:lnTo>
                  <a:lnTo>
                    <a:pt x="4" y="177"/>
                  </a:lnTo>
                  <a:lnTo>
                    <a:pt x="7" y="179"/>
                  </a:lnTo>
                  <a:lnTo>
                    <a:pt x="9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226" y="181"/>
                  </a:lnTo>
                  <a:lnTo>
                    <a:pt x="230" y="181"/>
                  </a:lnTo>
                  <a:lnTo>
                    <a:pt x="233" y="180"/>
                  </a:lnTo>
                  <a:lnTo>
                    <a:pt x="235" y="178"/>
                  </a:lnTo>
                  <a:lnTo>
                    <a:pt x="237" y="177"/>
                  </a:lnTo>
                  <a:lnTo>
                    <a:pt x="239" y="175"/>
                  </a:lnTo>
                  <a:lnTo>
                    <a:pt x="240" y="171"/>
                  </a:lnTo>
                  <a:lnTo>
                    <a:pt x="241" y="169"/>
                  </a:lnTo>
                  <a:lnTo>
                    <a:pt x="241" y="166"/>
                  </a:lnTo>
                  <a:lnTo>
                    <a:pt x="241" y="15"/>
                  </a:lnTo>
                  <a:lnTo>
                    <a:pt x="241" y="12"/>
                  </a:lnTo>
                  <a:lnTo>
                    <a:pt x="240" y="8"/>
                  </a:lnTo>
                  <a:lnTo>
                    <a:pt x="239" y="6"/>
                  </a:lnTo>
                  <a:lnTo>
                    <a:pt x="237" y="4"/>
                  </a:lnTo>
                  <a:lnTo>
                    <a:pt x="235" y="2"/>
                  </a:lnTo>
                  <a:lnTo>
                    <a:pt x="233" y="1"/>
                  </a:lnTo>
                  <a:lnTo>
                    <a:pt x="230" y="0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89" name="Google Shape;289;p6"/>
            <p:cNvSpPr/>
            <p:nvPr/>
          </p:nvSpPr>
          <p:spPr>
            <a:xfrm>
              <a:off x="409575" y="841375"/>
              <a:ext cx="77788" cy="57150"/>
            </a:xfrm>
            <a:custGeom>
              <a:avLst/>
              <a:gdLst/>
              <a:ahLst/>
              <a:cxnLst/>
              <a:rect l="l" t="t" r="r" b="b"/>
              <a:pathLst>
                <a:path w="243" h="182" extrusionOk="0">
                  <a:moveTo>
                    <a:pt x="213" y="152"/>
                  </a:moveTo>
                  <a:lnTo>
                    <a:pt x="32" y="152"/>
                  </a:lnTo>
                  <a:lnTo>
                    <a:pt x="32" y="30"/>
                  </a:lnTo>
                  <a:lnTo>
                    <a:pt x="213" y="30"/>
                  </a:lnTo>
                  <a:lnTo>
                    <a:pt x="213" y="152"/>
                  </a:lnTo>
                  <a:close/>
                  <a:moveTo>
                    <a:pt x="228" y="0"/>
                  </a:moveTo>
                  <a:lnTo>
                    <a:pt x="15" y="0"/>
                  </a:lnTo>
                  <a:lnTo>
                    <a:pt x="13" y="0"/>
                  </a:lnTo>
                  <a:lnTo>
                    <a:pt x="10" y="1"/>
                  </a:lnTo>
                  <a:lnTo>
                    <a:pt x="8" y="3"/>
                  </a:lnTo>
                  <a:lnTo>
                    <a:pt x="6" y="5"/>
                  </a:lnTo>
                  <a:lnTo>
                    <a:pt x="4" y="7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0" y="15"/>
                  </a:lnTo>
                  <a:lnTo>
                    <a:pt x="0" y="167"/>
                  </a:lnTo>
                  <a:lnTo>
                    <a:pt x="2" y="170"/>
                  </a:lnTo>
                  <a:lnTo>
                    <a:pt x="2" y="173"/>
                  </a:lnTo>
                  <a:lnTo>
                    <a:pt x="4" y="175"/>
                  </a:lnTo>
                  <a:lnTo>
                    <a:pt x="6" y="177"/>
                  </a:lnTo>
                  <a:lnTo>
                    <a:pt x="8" y="179"/>
                  </a:lnTo>
                  <a:lnTo>
                    <a:pt x="10" y="180"/>
                  </a:lnTo>
                  <a:lnTo>
                    <a:pt x="13" y="182"/>
                  </a:lnTo>
                  <a:lnTo>
                    <a:pt x="15" y="182"/>
                  </a:lnTo>
                  <a:lnTo>
                    <a:pt x="228" y="182"/>
                  </a:lnTo>
                  <a:lnTo>
                    <a:pt x="231" y="182"/>
                  </a:lnTo>
                  <a:lnTo>
                    <a:pt x="233" y="180"/>
                  </a:lnTo>
                  <a:lnTo>
                    <a:pt x="236" y="179"/>
                  </a:lnTo>
                  <a:lnTo>
                    <a:pt x="239" y="177"/>
                  </a:lnTo>
                  <a:lnTo>
                    <a:pt x="241" y="175"/>
                  </a:lnTo>
                  <a:lnTo>
                    <a:pt x="242" y="173"/>
                  </a:lnTo>
                  <a:lnTo>
                    <a:pt x="243" y="170"/>
                  </a:lnTo>
                  <a:lnTo>
                    <a:pt x="243" y="167"/>
                  </a:lnTo>
                  <a:lnTo>
                    <a:pt x="243" y="15"/>
                  </a:lnTo>
                  <a:lnTo>
                    <a:pt x="243" y="12"/>
                  </a:lnTo>
                  <a:lnTo>
                    <a:pt x="242" y="10"/>
                  </a:lnTo>
                  <a:lnTo>
                    <a:pt x="241" y="7"/>
                  </a:lnTo>
                  <a:lnTo>
                    <a:pt x="239" y="5"/>
                  </a:lnTo>
                  <a:lnTo>
                    <a:pt x="236" y="4"/>
                  </a:lnTo>
                  <a:lnTo>
                    <a:pt x="233" y="1"/>
                  </a:lnTo>
                  <a:lnTo>
                    <a:pt x="231" y="0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90" name="Google Shape;290;p6"/>
            <p:cNvSpPr/>
            <p:nvPr/>
          </p:nvSpPr>
          <p:spPr>
            <a:xfrm>
              <a:off x="304800" y="822325"/>
              <a:ext cx="287338" cy="249238"/>
            </a:xfrm>
            <a:custGeom>
              <a:avLst/>
              <a:gdLst/>
              <a:ahLst/>
              <a:cxnLst/>
              <a:rect l="l" t="t" r="r" b="b"/>
              <a:pathLst>
                <a:path w="907" h="786" extrusionOk="0">
                  <a:moveTo>
                    <a:pt x="877" y="756"/>
                  </a:moveTo>
                  <a:lnTo>
                    <a:pt x="515" y="756"/>
                  </a:lnTo>
                  <a:lnTo>
                    <a:pt x="515" y="696"/>
                  </a:lnTo>
                  <a:lnTo>
                    <a:pt x="515" y="690"/>
                  </a:lnTo>
                  <a:lnTo>
                    <a:pt x="517" y="684"/>
                  </a:lnTo>
                  <a:lnTo>
                    <a:pt x="520" y="679"/>
                  </a:lnTo>
                  <a:lnTo>
                    <a:pt x="523" y="675"/>
                  </a:lnTo>
                  <a:lnTo>
                    <a:pt x="528" y="670"/>
                  </a:lnTo>
                  <a:lnTo>
                    <a:pt x="533" y="668"/>
                  </a:lnTo>
                  <a:lnTo>
                    <a:pt x="538" y="666"/>
                  </a:lnTo>
                  <a:lnTo>
                    <a:pt x="545" y="665"/>
                  </a:lnTo>
                  <a:lnTo>
                    <a:pt x="847" y="665"/>
                  </a:lnTo>
                  <a:lnTo>
                    <a:pt x="854" y="666"/>
                  </a:lnTo>
                  <a:lnTo>
                    <a:pt x="859" y="668"/>
                  </a:lnTo>
                  <a:lnTo>
                    <a:pt x="864" y="670"/>
                  </a:lnTo>
                  <a:lnTo>
                    <a:pt x="869" y="675"/>
                  </a:lnTo>
                  <a:lnTo>
                    <a:pt x="872" y="679"/>
                  </a:lnTo>
                  <a:lnTo>
                    <a:pt x="875" y="684"/>
                  </a:lnTo>
                  <a:lnTo>
                    <a:pt x="877" y="690"/>
                  </a:lnTo>
                  <a:lnTo>
                    <a:pt x="877" y="696"/>
                  </a:lnTo>
                  <a:lnTo>
                    <a:pt x="877" y="756"/>
                  </a:lnTo>
                  <a:close/>
                  <a:moveTo>
                    <a:pt x="545" y="424"/>
                  </a:moveTo>
                  <a:lnTo>
                    <a:pt x="545" y="417"/>
                  </a:lnTo>
                  <a:lnTo>
                    <a:pt x="547" y="412"/>
                  </a:lnTo>
                  <a:lnTo>
                    <a:pt x="550" y="407"/>
                  </a:lnTo>
                  <a:lnTo>
                    <a:pt x="553" y="402"/>
                  </a:lnTo>
                  <a:lnTo>
                    <a:pt x="558" y="398"/>
                  </a:lnTo>
                  <a:lnTo>
                    <a:pt x="563" y="396"/>
                  </a:lnTo>
                  <a:lnTo>
                    <a:pt x="568" y="394"/>
                  </a:lnTo>
                  <a:lnTo>
                    <a:pt x="575" y="393"/>
                  </a:lnTo>
                  <a:lnTo>
                    <a:pt x="817" y="393"/>
                  </a:lnTo>
                  <a:lnTo>
                    <a:pt x="823" y="394"/>
                  </a:lnTo>
                  <a:lnTo>
                    <a:pt x="829" y="396"/>
                  </a:lnTo>
                  <a:lnTo>
                    <a:pt x="834" y="398"/>
                  </a:lnTo>
                  <a:lnTo>
                    <a:pt x="839" y="402"/>
                  </a:lnTo>
                  <a:lnTo>
                    <a:pt x="842" y="407"/>
                  </a:lnTo>
                  <a:lnTo>
                    <a:pt x="845" y="412"/>
                  </a:lnTo>
                  <a:lnTo>
                    <a:pt x="846" y="417"/>
                  </a:lnTo>
                  <a:lnTo>
                    <a:pt x="847" y="424"/>
                  </a:lnTo>
                  <a:lnTo>
                    <a:pt x="847" y="635"/>
                  </a:lnTo>
                  <a:lnTo>
                    <a:pt x="545" y="635"/>
                  </a:lnTo>
                  <a:lnTo>
                    <a:pt x="545" y="424"/>
                  </a:lnTo>
                  <a:close/>
                  <a:moveTo>
                    <a:pt x="385" y="393"/>
                  </a:moveTo>
                  <a:lnTo>
                    <a:pt x="381" y="386"/>
                  </a:lnTo>
                  <a:lnTo>
                    <a:pt x="375" y="381"/>
                  </a:lnTo>
                  <a:lnTo>
                    <a:pt x="370" y="376"/>
                  </a:lnTo>
                  <a:lnTo>
                    <a:pt x="364" y="371"/>
                  </a:lnTo>
                  <a:lnTo>
                    <a:pt x="356" y="368"/>
                  </a:lnTo>
                  <a:lnTo>
                    <a:pt x="349" y="365"/>
                  </a:lnTo>
                  <a:lnTo>
                    <a:pt x="341" y="364"/>
                  </a:lnTo>
                  <a:lnTo>
                    <a:pt x="332" y="363"/>
                  </a:lnTo>
                  <a:lnTo>
                    <a:pt x="272" y="363"/>
                  </a:lnTo>
                  <a:lnTo>
                    <a:pt x="272" y="333"/>
                  </a:lnTo>
                  <a:lnTo>
                    <a:pt x="273" y="326"/>
                  </a:lnTo>
                  <a:lnTo>
                    <a:pt x="275" y="321"/>
                  </a:lnTo>
                  <a:lnTo>
                    <a:pt x="278" y="316"/>
                  </a:lnTo>
                  <a:lnTo>
                    <a:pt x="281" y="311"/>
                  </a:lnTo>
                  <a:lnTo>
                    <a:pt x="285" y="308"/>
                  </a:lnTo>
                  <a:lnTo>
                    <a:pt x="291" y="305"/>
                  </a:lnTo>
                  <a:lnTo>
                    <a:pt x="296" y="303"/>
                  </a:lnTo>
                  <a:lnTo>
                    <a:pt x="302" y="303"/>
                  </a:lnTo>
                  <a:lnTo>
                    <a:pt x="605" y="303"/>
                  </a:lnTo>
                  <a:lnTo>
                    <a:pt x="611" y="303"/>
                  </a:lnTo>
                  <a:lnTo>
                    <a:pt x="617" y="305"/>
                  </a:lnTo>
                  <a:lnTo>
                    <a:pt x="622" y="308"/>
                  </a:lnTo>
                  <a:lnTo>
                    <a:pt x="626" y="311"/>
                  </a:lnTo>
                  <a:lnTo>
                    <a:pt x="631" y="316"/>
                  </a:lnTo>
                  <a:lnTo>
                    <a:pt x="633" y="321"/>
                  </a:lnTo>
                  <a:lnTo>
                    <a:pt x="635" y="326"/>
                  </a:lnTo>
                  <a:lnTo>
                    <a:pt x="636" y="333"/>
                  </a:lnTo>
                  <a:lnTo>
                    <a:pt x="636" y="363"/>
                  </a:lnTo>
                  <a:lnTo>
                    <a:pt x="575" y="363"/>
                  </a:lnTo>
                  <a:lnTo>
                    <a:pt x="566" y="364"/>
                  </a:lnTo>
                  <a:lnTo>
                    <a:pt x="559" y="365"/>
                  </a:lnTo>
                  <a:lnTo>
                    <a:pt x="551" y="368"/>
                  </a:lnTo>
                  <a:lnTo>
                    <a:pt x="545" y="371"/>
                  </a:lnTo>
                  <a:lnTo>
                    <a:pt x="538" y="376"/>
                  </a:lnTo>
                  <a:lnTo>
                    <a:pt x="532" y="381"/>
                  </a:lnTo>
                  <a:lnTo>
                    <a:pt x="528" y="386"/>
                  </a:lnTo>
                  <a:lnTo>
                    <a:pt x="523" y="393"/>
                  </a:lnTo>
                  <a:lnTo>
                    <a:pt x="385" y="393"/>
                  </a:lnTo>
                  <a:close/>
                  <a:moveTo>
                    <a:pt x="60" y="635"/>
                  </a:moveTo>
                  <a:lnTo>
                    <a:pt x="60" y="424"/>
                  </a:lnTo>
                  <a:lnTo>
                    <a:pt x="61" y="417"/>
                  </a:lnTo>
                  <a:lnTo>
                    <a:pt x="63" y="412"/>
                  </a:lnTo>
                  <a:lnTo>
                    <a:pt x="65" y="407"/>
                  </a:lnTo>
                  <a:lnTo>
                    <a:pt x="70" y="402"/>
                  </a:lnTo>
                  <a:lnTo>
                    <a:pt x="74" y="398"/>
                  </a:lnTo>
                  <a:lnTo>
                    <a:pt x="79" y="396"/>
                  </a:lnTo>
                  <a:lnTo>
                    <a:pt x="85" y="394"/>
                  </a:lnTo>
                  <a:lnTo>
                    <a:pt x="91" y="393"/>
                  </a:lnTo>
                  <a:lnTo>
                    <a:pt x="332" y="393"/>
                  </a:lnTo>
                  <a:lnTo>
                    <a:pt x="339" y="394"/>
                  </a:lnTo>
                  <a:lnTo>
                    <a:pt x="344" y="396"/>
                  </a:lnTo>
                  <a:lnTo>
                    <a:pt x="350" y="398"/>
                  </a:lnTo>
                  <a:lnTo>
                    <a:pt x="354" y="402"/>
                  </a:lnTo>
                  <a:lnTo>
                    <a:pt x="358" y="407"/>
                  </a:lnTo>
                  <a:lnTo>
                    <a:pt x="360" y="412"/>
                  </a:lnTo>
                  <a:lnTo>
                    <a:pt x="363" y="417"/>
                  </a:lnTo>
                  <a:lnTo>
                    <a:pt x="364" y="424"/>
                  </a:lnTo>
                  <a:lnTo>
                    <a:pt x="364" y="635"/>
                  </a:lnTo>
                  <a:lnTo>
                    <a:pt x="60" y="635"/>
                  </a:lnTo>
                  <a:close/>
                  <a:moveTo>
                    <a:pt x="394" y="756"/>
                  </a:moveTo>
                  <a:lnTo>
                    <a:pt x="30" y="756"/>
                  </a:lnTo>
                  <a:lnTo>
                    <a:pt x="30" y="696"/>
                  </a:lnTo>
                  <a:lnTo>
                    <a:pt x="31" y="690"/>
                  </a:lnTo>
                  <a:lnTo>
                    <a:pt x="32" y="684"/>
                  </a:lnTo>
                  <a:lnTo>
                    <a:pt x="35" y="679"/>
                  </a:lnTo>
                  <a:lnTo>
                    <a:pt x="40" y="675"/>
                  </a:lnTo>
                  <a:lnTo>
                    <a:pt x="44" y="670"/>
                  </a:lnTo>
                  <a:lnTo>
                    <a:pt x="48" y="668"/>
                  </a:lnTo>
                  <a:lnTo>
                    <a:pt x="55" y="666"/>
                  </a:lnTo>
                  <a:lnTo>
                    <a:pt x="60" y="665"/>
                  </a:lnTo>
                  <a:lnTo>
                    <a:pt x="364" y="665"/>
                  </a:lnTo>
                  <a:lnTo>
                    <a:pt x="369" y="666"/>
                  </a:lnTo>
                  <a:lnTo>
                    <a:pt x="375" y="668"/>
                  </a:lnTo>
                  <a:lnTo>
                    <a:pt x="380" y="670"/>
                  </a:lnTo>
                  <a:lnTo>
                    <a:pt x="385" y="675"/>
                  </a:lnTo>
                  <a:lnTo>
                    <a:pt x="388" y="679"/>
                  </a:lnTo>
                  <a:lnTo>
                    <a:pt x="391" y="684"/>
                  </a:lnTo>
                  <a:lnTo>
                    <a:pt x="393" y="690"/>
                  </a:lnTo>
                  <a:lnTo>
                    <a:pt x="394" y="696"/>
                  </a:lnTo>
                  <a:lnTo>
                    <a:pt x="394" y="756"/>
                  </a:lnTo>
                  <a:close/>
                  <a:moveTo>
                    <a:pt x="302" y="60"/>
                  </a:moveTo>
                  <a:lnTo>
                    <a:pt x="304" y="54"/>
                  </a:lnTo>
                  <a:lnTo>
                    <a:pt x="305" y="49"/>
                  </a:lnTo>
                  <a:lnTo>
                    <a:pt x="308" y="43"/>
                  </a:lnTo>
                  <a:lnTo>
                    <a:pt x="311" y="39"/>
                  </a:lnTo>
                  <a:lnTo>
                    <a:pt x="316" y="36"/>
                  </a:lnTo>
                  <a:lnTo>
                    <a:pt x="321" y="33"/>
                  </a:lnTo>
                  <a:lnTo>
                    <a:pt x="327" y="30"/>
                  </a:lnTo>
                  <a:lnTo>
                    <a:pt x="332" y="30"/>
                  </a:lnTo>
                  <a:lnTo>
                    <a:pt x="575" y="30"/>
                  </a:lnTo>
                  <a:lnTo>
                    <a:pt x="581" y="30"/>
                  </a:lnTo>
                  <a:lnTo>
                    <a:pt x="587" y="33"/>
                  </a:lnTo>
                  <a:lnTo>
                    <a:pt x="592" y="36"/>
                  </a:lnTo>
                  <a:lnTo>
                    <a:pt x="596" y="39"/>
                  </a:lnTo>
                  <a:lnTo>
                    <a:pt x="600" y="43"/>
                  </a:lnTo>
                  <a:lnTo>
                    <a:pt x="603" y="49"/>
                  </a:lnTo>
                  <a:lnTo>
                    <a:pt x="605" y="54"/>
                  </a:lnTo>
                  <a:lnTo>
                    <a:pt x="605" y="60"/>
                  </a:lnTo>
                  <a:lnTo>
                    <a:pt x="605" y="273"/>
                  </a:lnTo>
                  <a:lnTo>
                    <a:pt x="302" y="273"/>
                  </a:lnTo>
                  <a:lnTo>
                    <a:pt x="302" y="60"/>
                  </a:lnTo>
                  <a:close/>
                  <a:moveTo>
                    <a:pt x="877" y="644"/>
                  </a:moveTo>
                  <a:lnTo>
                    <a:pt x="877" y="424"/>
                  </a:lnTo>
                  <a:lnTo>
                    <a:pt x="877" y="417"/>
                  </a:lnTo>
                  <a:lnTo>
                    <a:pt x="876" y="411"/>
                  </a:lnTo>
                  <a:lnTo>
                    <a:pt x="875" y="406"/>
                  </a:lnTo>
                  <a:lnTo>
                    <a:pt x="873" y="400"/>
                  </a:lnTo>
                  <a:lnTo>
                    <a:pt x="870" y="395"/>
                  </a:lnTo>
                  <a:lnTo>
                    <a:pt x="868" y="389"/>
                  </a:lnTo>
                  <a:lnTo>
                    <a:pt x="863" y="385"/>
                  </a:lnTo>
                  <a:lnTo>
                    <a:pt x="860" y="381"/>
                  </a:lnTo>
                  <a:lnTo>
                    <a:pt x="856" y="377"/>
                  </a:lnTo>
                  <a:lnTo>
                    <a:pt x="850" y="373"/>
                  </a:lnTo>
                  <a:lnTo>
                    <a:pt x="846" y="370"/>
                  </a:lnTo>
                  <a:lnTo>
                    <a:pt x="841" y="368"/>
                  </a:lnTo>
                  <a:lnTo>
                    <a:pt x="835" y="366"/>
                  </a:lnTo>
                  <a:lnTo>
                    <a:pt x="829" y="364"/>
                  </a:lnTo>
                  <a:lnTo>
                    <a:pt x="824" y="364"/>
                  </a:lnTo>
                  <a:lnTo>
                    <a:pt x="817" y="363"/>
                  </a:lnTo>
                  <a:lnTo>
                    <a:pt x="666" y="363"/>
                  </a:lnTo>
                  <a:lnTo>
                    <a:pt x="666" y="333"/>
                  </a:lnTo>
                  <a:lnTo>
                    <a:pt x="665" y="324"/>
                  </a:lnTo>
                  <a:lnTo>
                    <a:pt x="664" y="317"/>
                  </a:lnTo>
                  <a:lnTo>
                    <a:pt x="661" y="309"/>
                  </a:lnTo>
                  <a:lnTo>
                    <a:pt x="657" y="303"/>
                  </a:lnTo>
                  <a:lnTo>
                    <a:pt x="653" y="296"/>
                  </a:lnTo>
                  <a:lnTo>
                    <a:pt x="648" y="290"/>
                  </a:lnTo>
                  <a:lnTo>
                    <a:pt x="642" y="284"/>
                  </a:lnTo>
                  <a:lnTo>
                    <a:pt x="636" y="280"/>
                  </a:lnTo>
                  <a:lnTo>
                    <a:pt x="636" y="60"/>
                  </a:lnTo>
                  <a:lnTo>
                    <a:pt x="635" y="54"/>
                  </a:lnTo>
                  <a:lnTo>
                    <a:pt x="634" y="49"/>
                  </a:lnTo>
                  <a:lnTo>
                    <a:pt x="633" y="42"/>
                  </a:lnTo>
                  <a:lnTo>
                    <a:pt x="631" y="37"/>
                  </a:lnTo>
                  <a:lnTo>
                    <a:pt x="628" y="31"/>
                  </a:lnTo>
                  <a:lnTo>
                    <a:pt x="625" y="27"/>
                  </a:lnTo>
                  <a:lnTo>
                    <a:pt x="622" y="22"/>
                  </a:lnTo>
                  <a:lnTo>
                    <a:pt x="618" y="18"/>
                  </a:lnTo>
                  <a:lnTo>
                    <a:pt x="613" y="14"/>
                  </a:lnTo>
                  <a:lnTo>
                    <a:pt x="609" y="10"/>
                  </a:lnTo>
                  <a:lnTo>
                    <a:pt x="604" y="7"/>
                  </a:lnTo>
                  <a:lnTo>
                    <a:pt x="598" y="5"/>
                  </a:lnTo>
                  <a:lnTo>
                    <a:pt x="593" y="3"/>
                  </a:lnTo>
                  <a:lnTo>
                    <a:pt x="587" y="1"/>
                  </a:lnTo>
                  <a:lnTo>
                    <a:pt x="581" y="0"/>
                  </a:lnTo>
                  <a:lnTo>
                    <a:pt x="575" y="0"/>
                  </a:lnTo>
                  <a:lnTo>
                    <a:pt x="332" y="0"/>
                  </a:lnTo>
                  <a:lnTo>
                    <a:pt x="327" y="0"/>
                  </a:lnTo>
                  <a:lnTo>
                    <a:pt x="321" y="1"/>
                  </a:lnTo>
                  <a:lnTo>
                    <a:pt x="315" y="3"/>
                  </a:lnTo>
                  <a:lnTo>
                    <a:pt x="309" y="5"/>
                  </a:lnTo>
                  <a:lnTo>
                    <a:pt x="304" y="7"/>
                  </a:lnTo>
                  <a:lnTo>
                    <a:pt x="299" y="10"/>
                  </a:lnTo>
                  <a:lnTo>
                    <a:pt x="294" y="14"/>
                  </a:lnTo>
                  <a:lnTo>
                    <a:pt x="290" y="18"/>
                  </a:lnTo>
                  <a:lnTo>
                    <a:pt x="286" y="22"/>
                  </a:lnTo>
                  <a:lnTo>
                    <a:pt x="283" y="27"/>
                  </a:lnTo>
                  <a:lnTo>
                    <a:pt x="280" y="31"/>
                  </a:lnTo>
                  <a:lnTo>
                    <a:pt x="277" y="37"/>
                  </a:lnTo>
                  <a:lnTo>
                    <a:pt x="275" y="42"/>
                  </a:lnTo>
                  <a:lnTo>
                    <a:pt x="273" y="49"/>
                  </a:lnTo>
                  <a:lnTo>
                    <a:pt x="272" y="54"/>
                  </a:lnTo>
                  <a:lnTo>
                    <a:pt x="272" y="60"/>
                  </a:lnTo>
                  <a:lnTo>
                    <a:pt x="272" y="280"/>
                  </a:lnTo>
                  <a:lnTo>
                    <a:pt x="266" y="284"/>
                  </a:lnTo>
                  <a:lnTo>
                    <a:pt x="260" y="290"/>
                  </a:lnTo>
                  <a:lnTo>
                    <a:pt x="255" y="296"/>
                  </a:lnTo>
                  <a:lnTo>
                    <a:pt x="251" y="303"/>
                  </a:lnTo>
                  <a:lnTo>
                    <a:pt x="247" y="309"/>
                  </a:lnTo>
                  <a:lnTo>
                    <a:pt x="245" y="317"/>
                  </a:lnTo>
                  <a:lnTo>
                    <a:pt x="242" y="324"/>
                  </a:lnTo>
                  <a:lnTo>
                    <a:pt x="242" y="333"/>
                  </a:lnTo>
                  <a:lnTo>
                    <a:pt x="242" y="363"/>
                  </a:lnTo>
                  <a:lnTo>
                    <a:pt x="91" y="363"/>
                  </a:lnTo>
                  <a:lnTo>
                    <a:pt x="85" y="364"/>
                  </a:lnTo>
                  <a:lnTo>
                    <a:pt x="78" y="364"/>
                  </a:lnTo>
                  <a:lnTo>
                    <a:pt x="73" y="366"/>
                  </a:lnTo>
                  <a:lnTo>
                    <a:pt x="68" y="368"/>
                  </a:lnTo>
                  <a:lnTo>
                    <a:pt x="62" y="370"/>
                  </a:lnTo>
                  <a:lnTo>
                    <a:pt x="57" y="373"/>
                  </a:lnTo>
                  <a:lnTo>
                    <a:pt x="53" y="377"/>
                  </a:lnTo>
                  <a:lnTo>
                    <a:pt x="48" y="381"/>
                  </a:lnTo>
                  <a:lnTo>
                    <a:pt x="44" y="385"/>
                  </a:lnTo>
                  <a:lnTo>
                    <a:pt x="41" y="389"/>
                  </a:lnTo>
                  <a:lnTo>
                    <a:pt x="38" y="395"/>
                  </a:lnTo>
                  <a:lnTo>
                    <a:pt x="35" y="400"/>
                  </a:lnTo>
                  <a:lnTo>
                    <a:pt x="33" y="406"/>
                  </a:lnTo>
                  <a:lnTo>
                    <a:pt x="31" y="411"/>
                  </a:lnTo>
                  <a:lnTo>
                    <a:pt x="31" y="417"/>
                  </a:lnTo>
                  <a:lnTo>
                    <a:pt x="30" y="424"/>
                  </a:lnTo>
                  <a:lnTo>
                    <a:pt x="30" y="644"/>
                  </a:lnTo>
                  <a:lnTo>
                    <a:pt x="24" y="648"/>
                  </a:lnTo>
                  <a:lnTo>
                    <a:pt x="18" y="653"/>
                  </a:lnTo>
                  <a:lnTo>
                    <a:pt x="13" y="659"/>
                  </a:lnTo>
                  <a:lnTo>
                    <a:pt x="9" y="665"/>
                  </a:lnTo>
                  <a:lnTo>
                    <a:pt x="4" y="672"/>
                  </a:lnTo>
                  <a:lnTo>
                    <a:pt x="2" y="680"/>
                  </a:lnTo>
                  <a:lnTo>
                    <a:pt x="1" y="688"/>
                  </a:lnTo>
                  <a:lnTo>
                    <a:pt x="0" y="696"/>
                  </a:lnTo>
                  <a:lnTo>
                    <a:pt x="0" y="771"/>
                  </a:lnTo>
                  <a:lnTo>
                    <a:pt x="0" y="774"/>
                  </a:lnTo>
                  <a:lnTo>
                    <a:pt x="1" y="778"/>
                  </a:lnTo>
                  <a:lnTo>
                    <a:pt x="2" y="780"/>
                  </a:lnTo>
                  <a:lnTo>
                    <a:pt x="4" y="782"/>
                  </a:lnTo>
                  <a:lnTo>
                    <a:pt x="6" y="784"/>
                  </a:lnTo>
                  <a:lnTo>
                    <a:pt x="10" y="785"/>
                  </a:lnTo>
                  <a:lnTo>
                    <a:pt x="12" y="786"/>
                  </a:lnTo>
                  <a:lnTo>
                    <a:pt x="15" y="786"/>
                  </a:lnTo>
                  <a:lnTo>
                    <a:pt x="409" y="786"/>
                  </a:lnTo>
                  <a:lnTo>
                    <a:pt x="412" y="786"/>
                  </a:lnTo>
                  <a:lnTo>
                    <a:pt x="414" y="785"/>
                  </a:lnTo>
                  <a:lnTo>
                    <a:pt x="417" y="784"/>
                  </a:lnTo>
                  <a:lnTo>
                    <a:pt x="419" y="782"/>
                  </a:lnTo>
                  <a:lnTo>
                    <a:pt x="421" y="780"/>
                  </a:lnTo>
                  <a:lnTo>
                    <a:pt x="423" y="778"/>
                  </a:lnTo>
                  <a:lnTo>
                    <a:pt x="424" y="774"/>
                  </a:lnTo>
                  <a:lnTo>
                    <a:pt x="424" y="771"/>
                  </a:lnTo>
                  <a:lnTo>
                    <a:pt x="424" y="696"/>
                  </a:lnTo>
                  <a:lnTo>
                    <a:pt x="423" y="688"/>
                  </a:lnTo>
                  <a:lnTo>
                    <a:pt x="421" y="680"/>
                  </a:lnTo>
                  <a:lnTo>
                    <a:pt x="419" y="672"/>
                  </a:lnTo>
                  <a:lnTo>
                    <a:pt x="415" y="665"/>
                  </a:lnTo>
                  <a:lnTo>
                    <a:pt x="411" y="659"/>
                  </a:lnTo>
                  <a:lnTo>
                    <a:pt x="405" y="653"/>
                  </a:lnTo>
                  <a:lnTo>
                    <a:pt x="400" y="648"/>
                  </a:lnTo>
                  <a:lnTo>
                    <a:pt x="394" y="644"/>
                  </a:lnTo>
                  <a:lnTo>
                    <a:pt x="394" y="424"/>
                  </a:lnTo>
                  <a:lnTo>
                    <a:pt x="515" y="424"/>
                  </a:lnTo>
                  <a:lnTo>
                    <a:pt x="515" y="644"/>
                  </a:lnTo>
                  <a:lnTo>
                    <a:pt x="508" y="648"/>
                  </a:lnTo>
                  <a:lnTo>
                    <a:pt x="502" y="653"/>
                  </a:lnTo>
                  <a:lnTo>
                    <a:pt x="497" y="659"/>
                  </a:lnTo>
                  <a:lnTo>
                    <a:pt x="492" y="665"/>
                  </a:lnTo>
                  <a:lnTo>
                    <a:pt x="489" y="672"/>
                  </a:lnTo>
                  <a:lnTo>
                    <a:pt x="486" y="680"/>
                  </a:lnTo>
                  <a:lnTo>
                    <a:pt x="485" y="688"/>
                  </a:lnTo>
                  <a:lnTo>
                    <a:pt x="484" y="696"/>
                  </a:lnTo>
                  <a:lnTo>
                    <a:pt x="484" y="771"/>
                  </a:lnTo>
                  <a:lnTo>
                    <a:pt x="485" y="774"/>
                  </a:lnTo>
                  <a:lnTo>
                    <a:pt x="486" y="778"/>
                  </a:lnTo>
                  <a:lnTo>
                    <a:pt x="487" y="780"/>
                  </a:lnTo>
                  <a:lnTo>
                    <a:pt x="489" y="782"/>
                  </a:lnTo>
                  <a:lnTo>
                    <a:pt x="491" y="784"/>
                  </a:lnTo>
                  <a:lnTo>
                    <a:pt x="493" y="785"/>
                  </a:lnTo>
                  <a:lnTo>
                    <a:pt x="497" y="786"/>
                  </a:lnTo>
                  <a:lnTo>
                    <a:pt x="500" y="786"/>
                  </a:lnTo>
                  <a:lnTo>
                    <a:pt x="892" y="786"/>
                  </a:lnTo>
                  <a:lnTo>
                    <a:pt x="896" y="786"/>
                  </a:lnTo>
                  <a:lnTo>
                    <a:pt x="899" y="785"/>
                  </a:lnTo>
                  <a:lnTo>
                    <a:pt x="901" y="784"/>
                  </a:lnTo>
                  <a:lnTo>
                    <a:pt x="903" y="782"/>
                  </a:lnTo>
                  <a:lnTo>
                    <a:pt x="905" y="780"/>
                  </a:lnTo>
                  <a:lnTo>
                    <a:pt x="906" y="778"/>
                  </a:lnTo>
                  <a:lnTo>
                    <a:pt x="907" y="774"/>
                  </a:lnTo>
                  <a:lnTo>
                    <a:pt x="907" y="771"/>
                  </a:lnTo>
                  <a:lnTo>
                    <a:pt x="907" y="696"/>
                  </a:lnTo>
                  <a:lnTo>
                    <a:pt x="907" y="688"/>
                  </a:lnTo>
                  <a:lnTo>
                    <a:pt x="905" y="680"/>
                  </a:lnTo>
                  <a:lnTo>
                    <a:pt x="903" y="672"/>
                  </a:lnTo>
                  <a:lnTo>
                    <a:pt x="900" y="665"/>
                  </a:lnTo>
                  <a:lnTo>
                    <a:pt x="896" y="659"/>
                  </a:lnTo>
                  <a:lnTo>
                    <a:pt x="890" y="653"/>
                  </a:lnTo>
                  <a:lnTo>
                    <a:pt x="884" y="648"/>
                  </a:lnTo>
                  <a:lnTo>
                    <a:pt x="877" y="64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91" name="Google Shape;291;p6"/>
            <p:cNvSpPr/>
            <p:nvPr/>
          </p:nvSpPr>
          <p:spPr>
            <a:xfrm>
              <a:off x="487363" y="957263"/>
              <a:ext cx="76200" cy="57150"/>
            </a:xfrm>
            <a:custGeom>
              <a:avLst/>
              <a:gdLst/>
              <a:ahLst/>
              <a:cxnLst/>
              <a:rect l="l" t="t" r="r" b="b"/>
              <a:pathLst>
                <a:path w="242" h="181" extrusionOk="0">
                  <a:moveTo>
                    <a:pt x="212" y="151"/>
                  </a:moveTo>
                  <a:lnTo>
                    <a:pt x="30" y="151"/>
                  </a:lnTo>
                  <a:lnTo>
                    <a:pt x="30" y="30"/>
                  </a:lnTo>
                  <a:lnTo>
                    <a:pt x="212" y="30"/>
                  </a:lnTo>
                  <a:lnTo>
                    <a:pt x="212" y="151"/>
                  </a:lnTo>
                  <a:close/>
                  <a:moveTo>
                    <a:pt x="227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6" y="2"/>
                  </a:lnTo>
                  <a:lnTo>
                    <a:pt x="4" y="4"/>
                  </a:lnTo>
                  <a:lnTo>
                    <a:pt x="3" y="6"/>
                  </a:lnTo>
                  <a:lnTo>
                    <a:pt x="1" y="8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1"/>
                  </a:lnTo>
                  <a:lnTo>
                    <a:pt x="3" y="175"/>
                  </a:lnTo>
                  <a:lnTo>
                    <a:pt x="4" y="177"/>
                  </a:lnTo>
                  <a:lnTo>
                    <a:pt x="6" y="179"/>
                  </a:lnTo>
                  <a:lnTo>
                    <a:pt x="10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227" y="181"/>
                  </a:lnTo>
                  <a:lnTo>
                    <a:pt x="230" y="181"/>
                  </a:lnTo>
                  <a:lnTo>
                    <a:pt x="233" y="180"/>
                  </a:lnTo>
                  <a:lnTo>
                    <a:pt x="236" y="178"/>
                  </a:lnTo>
                  <a:lnTo>
                    <a:pt x="238" y="177"/>
                  </a:lnTo>
                  <a:lnTo>
                    <a:pt x="239" y="175"/>
                  </a:lnTo>
                  <a:lnTo>
                    <a:pt x="241" y="171"/>
                  </a:lnTo>
                  <a:lnTo>
                    <a:pt x="242" y="169"/>
                  </a:lnTo>
                  <a:lnTo>
                    <a:pt x="242" y="166"/>
                  </a:lnTo>
                  <a:lnTo>
                    <a:pt x="242" y="15"/>
                  </a:lnTo>
                  <a:lnTo>
                    <a:pt x="242" y="12"/>
                  </a:lnTo>
                  <a:lnTo>
                    <a:pt x="241" y="8"/>
                  </a:lnTo>
                  <a:lnTo>
                    <a:pt x="239" y="6"/>
                  </a:lnTo>
                  <a:lnTo>
                    <a:pt x="238" y="4"/>
                  </a:lnTo>
                  <a:lnTo>
                    <a:pt x="236" y="2"/>
                  </a:lnTo>
                  <a:lnTo>
                    <a:pt x="233" y="1"/>
                  </a:lnTo>
                  <a:lnTo>
                    <a:pt x="230" y="0"/>
                  </a:lnTo>
                  <a:lnTo>
                    <a:pt x="2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292" name="Google Shape;292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293" name="Google Shape;293;p6" descr="C:\Users\Admin\Downloads\logo (2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37606" y="5569228"/>
            <a:ext cx="131445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6"/>
          <p:cNvSpPr/>
          <p:nvPr/>
        </p:nvSpPr>
        <p:spPr>
          <a:xfrm>
            <a:off x="1285876" y="1756611"/>
            <a:ext cx="23903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6"/>
          <p:cNvSpPr/>
          <p:nvPr/>
        </p:nvSpPr>
        <p:spPr>
          <a:xfrm>
            <a:off x="451715" y="914402"/>
            <a:ext cx="9853135" cy="7860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  <a:latin typeface="Calibri" pitchFamily="34" charset="0"/>
              <a:cs typeface="Calibri" pitchFamily="34" charset="0"/>
            </a:endParaRPr>
          </a:p>
          <a:p>
            <a:pPr marL="91440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</a:pPr>
            <a:r>
              <a:rPr lang="en-US" sz="200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Use High Quality Backlinks – Most of the Focus on Content Related Activity – Web 2.0, Article Submission, Blog Posting</a:t>
            </a:r>
            <a:endParaRPr sz="2000" dirty="0">
              <a:solidFill>
                <a:schemeClr val="dk1"/>
              </a:solidFill>
              <a:latin typeface="Calibri" pitchFamily="34" charset="0"/>
              <a:cs typeface="Calibri" pitchFamily="34" charset="0"/>
            </a:endParaRPr>
          </a:p>
          <a:p>
            <a:pPr marL="91440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</a:pPr>
            <a:r>
              <a:rPr lang="en-US" sz="200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Using the Good DA Submission Sites</a:t>
            </a:r>
          </a:p>
          <a:p>
            <a:pPr marL="91440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</a:pPr>
            <a:r>
              <a:rPr lang="en-US" sz="200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GMB Posting Along with Keywords In Hash tag</a:t>
            </a:r>
          </a:p>
          <a:p>
            <a:pPr marL="546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</a:pPr>
            <a:endParaRPr lang="en-US" sz="2000" dirty="0" smtClean="0">
              <a:solidFill>
                <a:schemeClr val="dk1"/>
              </a:solidFill>
              <a:latin typeface="Calibri" pitchFamily="34" charset="0"/>
              <a:cs typeface="Calibri" pitchFamily="34" charset="0"/>
            </a:endParaRPr>
          </a:p>
          <a:p>
            <a:pPr marL="546100" lvl="1">
              <a:lnSpc>
                <a:spcPct val="115000"/>
              </a:lnSpc>
              <a:buClr>
                <a:schemeClr val="dk1"/>
              </a:buClr>
              <a:buSzPts val="2200"/>
            </a:pPr>
            <a:r>
              <a:rPr lang="en-US" sz="2000" dirty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Calendar – </a:t>
            </a:r>
            <a:r>
              <a:rPr lang="en-US" sz="2000" dirty="0">
                <a:solidFill>
                  <a:schemeClr val="dk1"/>
                </a:solidFill>
                <a:latin typeface="Calibri" pitchFamily="34" charset="0"/>
                <a:cs typeface="Calibri" pitchFamily="34" charset="0"/>
                <a:hlinkClick r:id="rId4"/>
              </a:rPr>
              <a:t>https://</a:t>
            </a:r>
            <a:r>
              <a:rPr lang="en-US" sz="200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  <a:hlinkClick r:id="rId4"/>
              </a:rPr>
              <a:t>docs.google.com/spreadsheets/d/1W0yJOsy46p63wOT2gVr3uqr6xANKnlst/edit?gid=1974542408#gid=1974542408</a:t>
            </a:r>
            <a:endParaRPr lang="en-US" sz="2000" dirty="0" smtClean="0">
              <a:solidFill>
                <a:schemeClr val="dk1"/>
              </a:solidFill>
              <a:latin typeface="Calibri" pitchFamily="34" charset="0"/>
              <a:cs typeface="Calibri" pitchFamily="34" charset="0"/>
            </a:endParaRPr>
          </a:p>
          <a:p>
            <a:pPr marL="546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</a:pPr>
            <a:endParaRPr lang="en-US" sz="2000" dirty="0" smtClean="0">
              <a:solidFill>
                <a:schemeClr val="dk1"/>
              </a:solidFill>
              <a:latin typeface="Calibri" pitchFamily="34" charset="0"/>
              <a:cs typeface="Calibri" pitchFamily="34" charset="0"/>
            </a:endParaRPr>
          </a:p>
          <a:p>
            <a:pPr marL="91440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</a:pPr>
            <a:r>
              <a:rPr lang="en-US" sz="200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Publish Google reviews – Optimized Keywords</a:t>
            </a:r>
          </a:p>
          <a:p>
            <a:pPr marL="91440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</a:pPr>
            <a:r>
              <a:rPr lang="en-US" sz="200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Major Focus on </a:t>
            </a:r>
            <a:r>
              <a:rPr lang="en-US" sz="2000" dirty="0" err="1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Quora</a:t>
            </a:r>
            <a:r>
              <a:rPr lang="en-US" sz="200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 Q &amp; A </a:t>
            </a:r>
          </a:p>
          <a:p>
            <a:pPr marL="91440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</a:pPr>
            <a:r>
              <a:rPr lang="en-US" sz="200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Promoting the Website Blogs in Content related Activity – Write some pitch added the internal linking. </a:t>
            </a:r>
          </a:p>
          <a:p>
            <a:pPr marL="91440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</a:pPr>
            <a:r>
              <a:rPr lang="en-US" sz="200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Use the High impression and clicks blogs For promotions, Also Suggest the Keywords as shown in GSC.</a:t>
            </a:r>
          </a:p>
          <a:p>
            <a:pPr marL="91440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</a:pPr>
            <a:endParaRPr lang="en-US" sz="2000" dirty="0" smtClean="0">
              <a:solidFill>
                <a:schemeClr val="dk1"/>
              </a:solidFill>
              <a:latin typeface="Calibri" pitchFamily="34" charset="0"/>
              <a:cs typeface="Calibri" pitchFamily="34" charset="0"/>
            </a:endParaRPr>
          </a:p>
          <a:p>
            <a:pPr marL="546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</a:pPr>
            <a:endParaRPr lang="en-US" sz="2000" dirty="0" smtClean="0">
              <a:solidFill>
                <a:schemeClr val="dk1"/>
              </a:solidFill>
              <a:latin typeface="Calibri" pitchFamily="34" charset="0"/>
              <a:cs typeface="Calibri" pitchFamily="34" charset="0"/>
            </a:endParaRPr>
          </a:p>
          <a:p>
            <a:pPr marL="546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</a:pPr>
            <a:endParaRPr sz="2000" dirty="0">
              <a:solidFill>
                <a:schemeClr val="dk1"/>
              </a:solidFill>
              <a:latin typeface="Calibri" pitchFamily="34" charset="0"/>
              <a:cs typeface="Calibri" pitchFamily="34" charset="0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 pitchFamily="34" charset="0"/>
              <a:cs typeface="Calibri" pitchFamily="34" charset="0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endParaRPr sz="2400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1a7d45fbd8_1_42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320" name="Google Shape;320;g31a7d45fbd8_1_42"/>
          <p:cNvGrpSpPr/>
          <p:nvPr/>
        </p:nvGrpSpPr>
        <p:grpSpPr>
          <a:xfrm>
            <a:off x="271463" y="171450"/>
            <a:ext cx="790650" cy="743100"/>
            <a:chOff x="11182350" y="171450"/>
            <a:chExt cx="790650" cy="743100"/>
          </a:xfrm>
        </p:grpSpPr>
        <p:sp>
          <p:nvSpPr>
            <p:cNvPr id="321" name="Google Shape;321;g31a7d45fbd8_1_42"/>
            <p:cNvSpPr/>
            <p:nvPr/>
          </p:nvSpPr>
          <p:spPr>
            <a:xfrm>
              <a:off x="11182350" y="17145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22" name="Google Shape;322;g31a7d45fbd8_1_42"/>
            <p:cNvSpPr/>
            <p:nvPr/>
          </p:nvSpPr>
          <p:spPr>
            <a:xfrm>
              <a:off x="11925300" y="171450"/>
              <a:ext cx="47700" cy="95400"/>
            </a:xfrm>
            <a:prstGeom prst="rtTriangle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23" name="Google Shape;323;g31a7d45fbd8_1_42"/>
            <p:cNvSpPr/>
            <p:nvPr/>
          </p:nvSpPr>
          <p:spPr>
            <a:xfrm rot="10800000" flipH="1">
              <a:off x="11925300" y="819300"/>
              <a:ext cx="47700" cy="95100"/>
            </a:xfrm>
            <a:prstGeom prst="rtTriangle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324" name="Google Shape;324;g31a7d45fbd8_1_42"/>
          <p:cNvGrpSpPr/>
          <p:nvPr/>
        </p:nvGrpSpPr>
        <p:grpSpPr>
          <a:xfrm>
            <a:off x="451715" y="377055"/>
            <a:ext cx="382446" cy="331737"/>
            <a:chOff x="304800" y="822325"/>
            <a:chExt cx="287338" cy="249239"/>
          </a:xfrm>
        </p:grpSpPr>
        <p:sp>
          <p:nvSpPr>
            <p:cNvPr id="325" name="Google Shape;325;g31a7d45fbd8_1_42"/>
            <p:cNvSpPr/>
            <p:nvPr/>
          </p:nvSpPr>
          <p:spPr>
            <a:xfrm>
              <a:off x="333375" y="957263"/>
              <a:ext cx="76200" cy="57150"/>
            </a:xfrm>
            <a:custGeom>
              <a:avLst/>
              <a:gdLst/>
              <a:ahLst/>
              <a:cxnLst/>
              <a:rect l="l" t="t" r="r" b="b"/>
              <a:pathLst>
                <a:path w="241" h="181" extrusionOk="0">
                  <a:moveTo>
                    <a:pt x="211" y="151"/>
                  </a:moveTo>
                  <a:lnTo>
                    <a:pt x="30" y="151"/>
                  </a:lnTo>
                  <a:lnTo>
                    <a:pt x="30" y="30"/>
                  </a:lnTo>
                  <a:lnTo>
                    <a:pt x="211" y="30"/>
                  </a:lnTo>
                  <a:lnTo>
                    <a:pt x="211" y="151"/>
                  </a:lnTo>
                  <a:close/>
                  <a:moveTo>
                    <a:pt x="226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4" y="4"/>
                  </a:lnTo>
                  <a:lnTo>
                    <a:pt x="2" y="6"/>
                  </a:lnTo>
                  <a:lnTo>
                    <a:pt x="1" y="8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1"/>
                  </a:lnTo>
                  <a:lnTo>
                    <a:pt x="2" y="175"/>
                  </a:lnTo>
                  <a:lnTo>
                    <a:pt x="4" y="177"/>
                  </a:lnTo>
                  <a:lnTo>
                    <a:pt x="7" y="179"/>
                  </a:lnTo>
                  <a:lnTo>
                    <a:pt x="9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226" y="181"/>
                  </a:lnTo>
                  <a:lnTo>
                    <a:pt x="230" y="181"/>
                  </a:lnTo>
                  <a:lnTo>
                    <a:pt x="233" y="180"/>
                  </a:lnTo>
                  <a:lnTo>
                    <a:pt x="235" y="178"/>
                  </a:lnTo>
                  <a:lnTo>
                    <a:pt x="237" y="177"/>
                  </a:lnTo>
                  <a:lnTo>
                    <a:pt x="239" y="175"/>
                  </a:lnTo>
                  <a:lnTo>
                    <a:pt x="240" y="171"/>
                  </a:lnTo>
                  <a:lnTo>
                    <a:pt x="241" y="169"/>
                  </a:lnTo>
                  <a:lnTo>
                    <a:pt x="241" y="166"/>
                  </a:lnTo>
                  <a:lnTo>
                    <a:pt x="241" y="15"/>
                  </a:lnTo>
                  <a:lnTo>
                    <a:pt x="241" y="12"/>
                  </a:lnTo>
                  <a:lnTo>
                    <a:pt x="240" y="8"/>
                  </a:lnTo>
                  <a:lnTo>
                    <a:pt x="239" y="6"/>
                  </a:lnTo>
                  <a:lnTo>
                    <a:pt x="237" y="4"/>
                  </a:lnTo>
                  <a:lnTo>
                    <a:pt x="235" y="2"/>
                  </a:lnTo>
                  <a:lnTo>
                    <a:pt x="233" y="1"/>
                  </a:lnTo>
                  <a:lnTo>
                    <a:pt x="230" y="0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26" name="Google Shape;326;g31a7d45fbd8_1_42"/>
            <p:cNvSpPr/>
            <p:nvPr/>
          </p:nvSpPr>
          <p:spPr>
            <a:xfrm>
              <a:off x="409575" y="841375"/>
              <a:ext cx="77788" cy="57150"/>
            </a:xfrm>
            <a:custGeom>
              <a:avLst/>
              <a:gdLst/>
              <a:ahLst/>
              <a:cxnLst/>
              <a:rect l="l" t="t" r="r" b="b"/>
              <a:pathLst>
                <a:path w="243" h="182" extrusionOk="0">
                  <a:moveTo>
                    <a:pt x="213" y="152"/>
                  </a:moveTo>
                  <a:lnTo>
                    <a:pt x="32" y="152"/>
                  </a:lnTo>
                  <a:lnTo>
                    <a:pt x="32" y="30"/>
                  </a:lnTo>
                  <a:lnTo>
                    <a:pt x="213" y="30"/>
                  </a:lnTo>
                  <a:lnTo>
                    <a:pt x="213" y="152"/>
                  </a:lnTo>
                  <a:close/>
                  <a:moveTo>
                    <a:pt x="228" y="0"/>
                  </a:moveTo>
                  <a:lnTo>
                    <a:pt x="15" y="0"/>
                  </a:lnTo>
                  <a:lnTo>
                    <a:pt x="13" y="0"/>
                  </a:lnTo>
                  <a:lnTo>
                    <a:pt x="10" y="1"/>
                  </a:lnTo>
                  <a:lnTo>
                    <a:pt x="8" y="3"/>
                  </a:lnTo>
                  <a:lnTo>
                    <a:pt x="6" y="5"/>
                  </a:lnTo>
                  <a:lnTo>
                    <a:pt x="4" y="7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0" y="15"/>
                  </a:lnTo>
                  <a:lnTo>
                    <a:pt x="0" y="167"/>
                  </a:lnTo>
                  <a:lnTo>
                    <a:pt x="2" y="170"/>
                  </a:lnTo>
                  <a:lnTo>
                    <a:pt x="2" y="173"/>
                  </a:lnTo>
                  <a:lnTo>
                    <a:pt x="4" y="175"/>
                  </a:lnTo>
                  <a:lnTo>
                    <a:pt x="6" y="177"/>
                  </a:lnTo>
                  <a:lnTo>
                    <a:pt x="8" y="179"/>
                  </a:lnTo>
                  <a:lnTo>
                    <a:pt x="10" y="180"/>
                  </a:lnTo>
                  <a:lnTo>
                    <a:pt x="13" y="182"/>
                  </a:lnTo>
                  <a:lnTo>
                    <a:pt x="15" y="182"/>
                  </a:lnTo>
                  <a:lnTo>
                    <a:pt x="228" y="182"/>
                  </a:lnTo>
                  <a:lnTo>
                    <a:pt x="231" y="182"/>
                  </a:lnTo>
                  <a:lnTo>
                    <a:pt x="233" y="180"/>
                  </a:lnTo>
                  <a:lnTo>
                    <a:pt x="236" y="179"/>
                  </a:lnTo>
                  <a:lnTo>
                    <a:pt x="239" y="177"/>
                  </a:lnTo>
                  <a:lnTo>
                    <a:pt x="241" y="175"/>
                  </a:lnTo>
                  <a:lnTo>
                    <a:pt x="242" y="173"/>
                  </a:lnTo>
                  <a:lnTo>
                    <a:pt x="243" y="170"/>
                  </a:lnTo>
                  <a:lnTo>
                    <a:pt x="243" y="167"/>
                  </a:lnTo>
                  <a:lnTo>
                    <a:pt x="243" y="15"/>
                  </a:lnTo>
                  <a:lnTo>
                    <a:pt x="243" y="12"/>
                  </a:lnTo>
                  <a:lnTo>
                    <a:pt x="242" y="10"/>
                  </a:lnTo>
                  <a:lnTo>
                    <a:pt x="241" y="7"/>
                  </a:lnTo>
                  <a:lnTo>
                    <a:pt x="239" y="5"/>
                  </a:lnTo>
                  <a:lnTo>
                    <a:pt x="236" y="4"/>
                  </a:lnTo>
                  <a:lnTo>
                    <a:pt x="233" y="1"/>
                  </a:lnTo>
                  <a:lnTo>
                    <a:pt x="231" y="0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27" name="Google Shape;327;g31a7d45fbd8_1_42"/>
            <p:cNvSpPr/>
            <p:nvPr/>
          </p:nvSpPr>
          <p:spPr>
            <a:xfrm>
              <a:off x="304800" y="822325"/>
              <a:ext cx="287338" cy="249239"/>
            </a:xfrm>
            <a:custGeom>
              <a:avLst/>
              <a:gdLst/>
              <a:ahLst/>
              <a:cxnLst/>
              <a:rect l="l" t="t" r="r" b="b"/>
              <a:pathLst>
                <a:path w="907" h="786" extrusionOk="0">
                  <a:moveTo>
                    <a:pt x="877" y="756"/>
                  </a:moveTo>
                  <a:lnTo>
                    <a:pt x="515" y="756"/>
                  </a:lnTo>
                  <a:lnTo>
                    <a:pt x="515" y="696"/>
                  </a:lnTo>
                  <a:lnTo>
                    <a:pt x="515" y="690"/>
                  </a:lnTo>
                  <a:lnTo>
                    <a:pt x="517" y="684"/>
                  </a:lnTo>
                  <a:lnTo>
                    <a:pt x="520" y="679"/>
                  </a:lnTo>
                  <a:lnTo>
                    <a:pt x="523" y="675"/>
                  </a:lnTo>
                  <a:lnTo>
                    <a:pt x="528" y="670"/>
                  </a:lnTo>
                  <a:lnTo>
                    <a:pt x="533" y="668"/>
                  </a:lnTo>
                  <a:lnTo>
                    <a:pt x="538" y="666"/>
                  </a:lnTo>
                  <a:lnTo>
                    <a:pt x="545" y="665"/>
                  </a:lnTo>
                  <a:lnTo>
                    <a:pt x="847" y="665"/>
                  </a:lnTo>
                  <a:lnTo>
                    <a:pt x="854" y="666"/>
                  </a:lnTo>
                  <a:lnTo>
                    <a:pt x="859" y="668"/>
                  </a:lnTo>
                  <a:lnTo>
                    <a:pt x="864" y="670"/>
                  </a:lnTo>
                  <a:lnTo>
                    <a:pt x="869" y="675"/>
                  </a:lnTo>
                  <a:lnTo>
                    <a:pt x="872" y="679"/>
                  </a:lnTo>
                  <a:lnTo>
                    <a:pt x="875" y="684"/>
                  </a:lnTo>
                  <a:lnTo>
                    <a:pt x="877" y="690"/>
                  </a:lnTo>
                  <a:lnTo>
                    <a:pt x="877" y="696"/>
                  </a:lnTo>
                  <a:lnTo>
                    <a:pt x="877" y="756"/>
                  </a:lnTo>
                  <a:close/>
                  <a:moveTo>
                    <a:pt x="545" y="424"/>
                  </a:moveTo>
                  <a:lnTo>
                    <a:pt x="545" y="417"/>
                  </a:lnTo>
                  <a:lnTo>
                    <a:pt x="547" y="412"/>
                  </a:lnTo>
                  <a:lnTo>
                    <a:pt x="550" y="407"/>
                  </a:lnTo>
                  <a:lnTo>
                    <a:pt x="553" y="402"/>
                  </a:lnTo>
                  <a:lnTo>
                    <a:pt x="558" y="398"/>
                  </a:lnTo>
                  <a:lnTo>
                    <a:pt x="563" y="396"/>
                  </a:lnTo>
                  <a:lnTo>
                    <a:pt x="568" y="394"/>
                  </a:lnTo>
                  <a:lnTo>
                    <a:pt x="575" y="393"/>
                  </a:lnTo>
                  <a:lnTo>
                    <a:pt x="817" y="393"/>
                  </a:lnTo>
                  <a:lnTo>
                    <a:pt x="823" y="394"/>
                  </a:lnTo>
                  <a:lnTo>
                    <a:pt x="829" y="396"/>
                  </a:lnTo>
                  <a:lnTo>
                    <a:pt x="834" y="398"/>
                  </a:lnTo>
                  <a:lnTo>
                    <a:pt x="839" y="402"/>
                  </a:lnTo>
                  <a:lnTo>
                    <a:pt x="842" y="407"/>
                  </a:lnTo>
                  <a:lnTo>
                    <a:pt x="845" y="412"/>
                  </a:lnTo>
                  <a:lnTo>
                    <a:pt x="846" y="417"/>
                  </a:lnTo>
                  <a:lnTo>
                    <a:pt x="847" y="424"/>
                  </a:lnTo>
                  <a:lnTo>
                    <a:pt x="847" y="635"/>
                  </a:lnTo>
                  <a:lnTo>
                    <a:pt x="545" y="635"/>
                  </a:lnTo>
                  <a:lnTo>
                    <a:pt x="545" y="424"/>
                  </a:lnTo>
                  <a:close/>
                  <a:moveTo>
                    <a:pt x="385" y="393"/>
                  </a:moveTo>
                  <a:lnTo>
                    <a:pt x="381" y="386"/>
                  </a:lnTo>
                  <a:lnTo>
                    <a:pt x="375" y="381"/>
                  </a:lnTo>
                  <a:lnTo>
                    <a:pt x="370" y="376"/>
                  </a:lnTo>
                  <a:lnTo>
                    <a:pt x="364" y="371"/>
                  </a:lnTo>
                  <a:lnTo>
                    <a:pt x="356" y="368"/>
                  </a:lnTo>
                  <a:lnTo>
                    <a:pt x="349" y="365"/>
                  </a:lnTo>
                  <a:lnTo>
                    <a:pt x="341" y="364"/>
                  </a:lnTo>
                  <a:lnTo>
                    <a:pt x="332" y="363"/>
                  </a:lnTo>
                  <a:lnTo>
                    <a:pt x="272" y="363"/>
                  </a:lnTo>
                  <a:lnTo>
                    <a:pt x="272" y="333"/>
                  </a:lnTo>
                  <a:lnTo>
                    <a:pt x="273" y="326"/>
                  </a:lnTo>
                  <a:lnTo>
                    <a:pt x="275" y="321"/>
                  </a:lnTo>
                  <a:lnTo>
                    <a:pt x="278" y="316"/>
                  </a:lnTo>
                  <a:lnTo>
                    <a:pt x="281" y="311"/>
                  </a:lnTo>
                  <a:lnTo>
                    <a:pt x="285" y="308"/>
                  </a:lnTo>
                  <a:lnTo>
                    <a:pt x="291" y="305"/>
                  </a:lnTo>
                  <a:lnTo>
                    <a:pt x="296" y="303"/>
                  </a:lnTo>
                  <a:lnTo>
                    <a:pt x="302" y="303"/>
                  </a:lnTo>
                  <a:lnTo>
                    <a:pt x="605" y="303"/>
                  </a:lnTo>
                  <a:lnTo>
                    <a:pt x="611" y="303"/>
                  </a:lnTo>
                  <a:lnTo>
                    <a:pt x="617" y="305"/>
                  </a:lnTo>
                  <a:lnTo>
                    <a:pt x="622" y="308"/>
                  </a:lnTo>
                  <a:lnTo>
                    <a:pt x="626" y="311"/>
                  </a:lnTo>
                  <a:lnTo>
                    <a:pt x="631" y="316"/>
                  </a:lnTo>
                  <a:lnTo>
                    <a:pt x="633" y="321"/>
                  </a:lnTo>
                  <a:lnTo>
                    <a:pt x="635" y="326"/>
                  </a:lnTo>
                  <a:lnTo>
                    <a:pt x="636" y="333"/>
                  </a:lnTo>
                  <a:lnTo>
                    <a:pt x="636" y="363"/>
                  </a:lnTo>
                  <a:lnTo>
                    <a:pt x="575" y="363"/>
                  </a:lnTo>
                  <a:lnTo>
                    <a:pt x="566" y="364"/>
                  </a:lnTo>
                  <a:lnTo>
                    <a:pt x="559" y="365"/>
                  </a:lnTo>
                  <a:lnTo>
                    <a:pt x="551" y="368"/>
                  </a:lnTo>
                  <a:lnTo>
                    <a:pt x="545" y="371"/>
                  </a:lnTo>
                  <a:lnTo>
                    <a:pt x="538" y="376"/>
                  </a:lnTo>
                  <a:lnTo>
                    <a:pt x="532" y="381"/>
                  </a:lnTo>
                  <a:lnTo>
                    <a:pt x="528" y="386"/>
                  </a:lnTo>
                  <a:lnTo>
                    <a:pt x="523" y="393"/>
                  </a:lnTo>
                  <a:lnTo>
                    <a:pt x="385" y="393"/>
                  </a:lnTo>
                  <a:close/>
                  <a:moveTo>
                    <a:pt x="60" y="635"/>
                  </a:moveTo>
                  <a:lnTo>
                    <a:pt x="60" y="424"/>
                  </a:lnTo>
                  <a:lnTo>
                    <a:pt x="61" y="417"/>
                  </a:lnTo>
                  <a:lnTo>
                    <a:pt x="63" y="412"/>
                  </a:lnTo>
                  <a:lnTo>
                    <a:pt x="65" y="407"/>
                  </a:lnTo>
                  <a:lnTo>
                    <a:pt x="70" y="402"/>
                  </a:lnTo>
                  <a:lnTo>
                    <a:pt x="74" y="398"/>
                  </a:lnTo>
                  <a:lnTo>
                    <a:pt x="79" y="396"/>
                  </a:lnTo>
                  <a:lnTo>
                    <a:pt x="85" y="394"/>
                  </a:lnTo>
                  <a:lnTo>
                    <a:pt x="91" y="393"/>
                  </a:lnTo>
                  <a:lnTo>
                    <a:pt x="332" y="393"/>
                  </a:lnTo>
                  <a:lnTo>
                    <a:pt x="339" y="394"/>
                  </a:lnTo>
                  <a:lnTo>
                    <a:pt x="344" y="396"/>
                  </a:lnTo>
                  <a:lnTo>
                    <a:pt x="350" y="398"/>
                  </a:lnTo>
                  <a:lnTo>
                    <a:pt x="354" y="402"/>
                  </a:lnTo>
                  <a:lnTo>
                    <a:pt x="358" y="407"/>
                  </a:lnTo>
                  <a:lnTo>
                    <a:pt x="360" y="412"/>
                  </a:lnTo>
                  <a:lnTo>
                    <a:pt x="363" y="417"/>
                  </a:lnTo>
                  <a:lnTo>
                    <a:pt x="364" y="424"/>
                  </a:lnTo>
                  <a:lnTo>
                    <a:pt x="364" y="635"/>
                  </a:lnTo>
                  <a:lnTo>
                    <a:pt x="60" y="635"/>
                  </a:lnTo>
                  <a:close/>
                  <a:moveTo>
                    <a:pt x="394" y="756"/>
                  </a:moveTo>
                  <a:lnTo>
                    <a:pt x="30" y="756"/>
                  </a:lnTo>
                  <a:lnTo>
                    <a:pt x="30" y="696"/>
                  </a:lnTo>
                  <a:lnTo>
                    <a:pt x="31" y="690"/>
                  </a:lnTo>
                  <a:lnTo>
                    <a:pt x="32" y="684"/>
                  </a:lnTo>
                  <a:lnTo>
                    <a:pt x="35" y="679"/>
                  </a:lnTo>
                  <a:lnTo>
                    <a:pt x="40" y="675"/>
                  </a:lnTo>
                  <a:lnTo>
                    <a:pt x="44" y="670"/>
                  </a:lnTo>
                  <a:lnTo>
                    <a:pt x="48" y="668"/>
                  </a:lnTo>
                  <a:lnTo>
                    <a:pt x="55" y="666"/>
                  </a:lnTo>
                  <a:lnTo>
                    <a:pt x="60" y="665"/>
                  </a:lnTo>
                  <a:lnTo>
                    <a:pt x="364" y="665"/>
                  </a:lnTo>
                  <a:lnTo>
                    <a:pt x="369" y="666"/>
                  </a:lnTo>
                  <a:lnTo>
                    <a:pt x="375" y="668"/>
                  </a:lnTo>
                  <a:lnTo>
                    <a:pt x="380" y="670"/>
                  </a:lnTo>
                  <a:lnTo>
                    <a:pt x="385" y="675"/>
                  </a:lnTo>
                  <a:lnTo>
                    <a:pt x="388" y="679"/>
                  </a:lnTo>
                  <a:lnTo>
                    <a:pt x="391" y="684"/>
                  </a:lnTo>
                  <a:lnTo>
                    <a:pt x="393" y="690"/>
                  </a:lnTo>
                  <a:lnTo>
                    <a:pt x="394" y="696"/>
                  </a:lnTo>
                  <a:lnTo>
                    <a:pt x="394" y="756"/>
                  </a:lnTo>
                  <a:close/>
                  <a:moveTo>
                    <a:pt x="302" y="60"/>
                  </a:moveTo>
                  <a:lnTo>
                    <a:pt x="304" y="54"/>
                  </a:lnTo>
                  <a:lnTo>
                    <a:pt x="305" y="49"/>
                  </a:lnTo>
                  <a:lnTo>
                    <a:pt x="308" y="43"/>
                  </a:lnTo>
                  <a:lnTo>
                    <a:pt x="311" y="39"/>
                  </a:lnTo>
                  <a:lnTo>
                    <a:pt x="316" y="36"/>
                  </a:lnTo>
                  <a:lnTo>
                    <a:pt x="321" y="33"/>
                  </a:lnTo>
                  <a:lnTo>
                    <a:pt x="327" y="30"/>
                  </a:lnTo>
                  <a:lnTo>
                    <a:pt x="332" y="30"/>
                  </a:lnTo>
                  <a:lnTo>
                    <a:pt x="575" y="30"/>
                  </a:lnTo>
                  <a:lnTo>
                    <a:pt x="581" y="30"/>
                  </a:lnTo>
                  <a:lnTo>
                    <a:pt x="587" y="33"/>
                  </a:lnTo>
                  <a:lnTo>
                    <a:pt x="592" y="36"/>
                  </a:lnTo>
                  <a:lnTo>
                    <a:pt x="596" y="39"/>
                  </a:lnTo>
                  <a:lnTo>
                    <a:pt x="600" y="43"/>
                  </a:lnTo>
                  <a:lnTo>
                    <a:pt x="603" y="49"/>
                  </a:lnTo>
                  <a:lnTo>
                    <a:pt x="605" y="54"/>
                  </a:lnTo>
                  <a:lnTo>
                    <a:pt x="605" y="60"/>
                  </a:lnTo>
                  <a:lnTo>
                    <a:pt x="605" y="273"/>
                  </a:lnTo>
                  <a:lnTo>
                    <a:pt x="302" y="273"/>
                  </a:lnTo>
                  <a:lnTo>
                    <a:pt x="302" y="60"/>
                  </a:lnTo>
                  <a:close/>
                  <a:moveTo>
                    <a:pt x="877" y="644"/>
                  </a:moveTo>
                  <a:lnTo>
                    <a:pt x="877" y="424"/>
                  </a:lnTo>
                  <a:lnTo>
                    <a:pt x="877" y="417"/>
                  </a:lnTo>
                  <a:lnTo>
                    <a:pt x="876" y="411"/>
                  </a:lnTo>
                  <a:lnTo>
                    <a:pt x="875" y="406"/>
                  </a:lnTo>
                  <a:lnTo>
                    <a:pt x="873" y="400"/>
                  </a:lnTo>
                  <a:lnTo>
                    <a:pt x="870" y="395"/>
                  </a:lnTo>
                  <a:lnTo>
                    <a:pt x="868" y="389"/>
                  </a:lnTo>
                  <a:lnTo>
                    <a:pt x="863" y="385"/>
                  </a:lnTo>
                  <a:lnTo>
                    <a:pt x="860" y="381"/>
                  </a:lnTo>
                  <a:lnTo>
                    <a:pt x="856" y="377"/>
                  </a:lnTo>
                  <a:lnTo>
                    <a:pt x="850" y="373"/>
                  </a:lnTo>
                  <a:lnTo>
                    <a:pt x="846" y="370"/>
                  </a:lnTo>
                  <a:lnTo>
                    <a:pt x="841" y="368"/>
                  </a:lnTo>
                  <a:lnTo>
                    <a:pt x="835" y="366"/>
                  </a:lnTo>
                  <a:lnTo>
                    <a:pt x="829" y="364"/>
                  </a:lnTo>
                  <a:lnTo>
                    <a:pt x="824" y="364"/>
                  </a:lnTo>
                  <a:lnTo>
                    <a:pt x="817" y="363"/>
                  </a:lnTo>
                  <a:lnTo>
                    <a:pt x="666" y="363"/>
                  </a:lnTo>
                  <a:lnTo>
                    <a:pt x="666" y="333"/>
                  </a:lnTo>
                  <a:lnTo>
                    <a:pt x="665" y="324"/>
                  </a:lnTo>
                  <a:lnTo>
                    <a:pt x="664" y="317"/>
                  </a:lnTo>
                  <a:lnTo>
                    <a:pt x="661" y="309"/>
                  </a:lnTo>
                  <a:lnTo>
                    <a:pt x="657" y="303"/>
                  </a:lnTo>
                  <a:lnTo>
                    <a:pt x="653" y="296"/>
                  </a:lnTo>
                  <a:lnTo>
                    <a:pt x="648" y="290"/>
                  </a:lnTo>
                  <a:lnTo>
                    <a:pt x="642" y="284"/>
                  </a:lnTo>
                  <a:lnTo>
                    <a:pt x="636" y="280"/>
                  </a:lnTo>
                  <a:lnTo>
                    <a:pt x="636" y="60"/>
                  </a:lnTo>
                  <a:lnTo>
                    <a:pt x="635" y="54"/>
                  </a:lnTo>
                  <a:lnTo>
                    <a:pt x="634" y="49"/>
                  </a:lnTo>
                  <a:lnTo>
                    <a:pt x="633" y="42"/>
                  </a:lnTo>
                  <a:lnTo>
                    <a:pt x="631" y="37"/>
                  </a:lnTo>
                  <a:lnTo>
                    <a:pt x="628" y="31"/>
                  </a:lnTo>
                  <a:lnTo>
                    <a:pt x="625" y="27"/>
                  </a:lnTo>
                  <a:lnTo>
                    <a:pt x="622" y="22"/>
                  </a:lnTo>
                  <a:lnTo>
                    <a:pt x="618" y="18"/>
                  </a:lnTo>
                  <a:lnTo>
                    <a:pt x="613" y="14"/>
                  </a:lnTo>
                  <a:lnTo>
                    <a:pt x="609" y="10"/>
                  </a:lnTo>
                  <a:lnTo>
                    <a:pt x="604" y="7"/>
                  </a:lnTo>
                  <a:lnTo>
                    <a:pt x="598" y="5"/>
                  </a:lnTo>
                  <a:lnTo>
                    <a:pt x="593" y="3"/>
                  </a:lnTo>
                  <a:lnTo>
                    <a:pt x="587" y="1"/>
                  </a:lnTo>
                  <a:lnTo>
                    <a:pt x="581" y="0"/>
                  </a:lnTo>
                  <a:lnTo>
                    <a:pt x="575" y="0"/>
                  </a:lnTo>
                  <a:lnTo>
                    <a:pt x="332" y="0"/>
                  </a:lnTo>
                  <a:lnTo>
                    <a:pt x="327" y="0"/>
                  </a:lnTo>
                  <a:lnTo>
                    <a:pt x="321" y="1"/>
                  </a:lnTo>
                  <a:lnTo>
                    <a:pt x="315" y="3"/>
                  </a:lnTo>
                  <a:lnTo>
                    <a:pt x="309" y="5"/>
                  </a:lnTo>
                  <a:lnTo>
                    <a:pt x="304" y="7"/>
                  </a:lnTo>
                  <a:lnTo>
                    <a:pt x="299" y="10"/>
                  </a:lnTo>
                  <a:lnTo>
                    <a:pt x="294" y="14"/>
                  </a:lnTo>
                  <a:lnTo>
                    <a:pt x="290" y="18"/>
                  </a:lnTo>
                  <a:lnTo>
                    <a:pt x="286" y="22"/>
                  </a:lnTo>
                  <a:lnTo>
                    <a:pt x="283" y="27"/>
                  </a:lnTo>
                  <a:lnTo>
                    <a:pt x="280" y="31"/>
                  </a:lnTo>
                  <a:lnTo>
                    <a:pt x="277" y="37"/>
                  </a:lnTo>
                  <a:lnTo>
                    <a:pt x="275" y="42"/>
                  </a:lnTo>
                  <a:lnTo>
                    <a:pt x="273" y="49"/>
                  </a:lnTo>
                  <a:lnTo>
                    <a:pt x="272" y="54"/>
                  </a:lnTo>
                  <a:lnTo>
                    <a:pt x="272" y="60"/>
                  </a:lnTo>
                  <a:lnTo>
                    <a:pt x="272" y="280"/>
                  </a:lnTo>
                  <a:lnTo>
                    <a:pt x="266" y="284"/>
                  </a:lnTo>
                  <a:lnTo>
                    <a:pt x="260" y="290"/>
                  </a:lnTo>
                  <a:lnTo>
                    <a:pt x="255" y="296"/>
                  </a:lnTo>
                  <a:lnTo>
                    <a:pt x="251" y="303"/>
                  </a:lnTo>
                  <a:lnTo>
                    <a:pt x="247" y="309"/>
                  </a:lnTo>
                  <a:lnTo>
                    <a:pt x="245" y="317"/>
                  </a:lnTo>
                  <a:lnTo>
                    <a:pt x="242" y="324"/>
                  </a:lnTo>
                  <a:lnTo>
                    <a:pt x="242" y="333"/>
                  </a:lnTo>
                  <a:lnTo>
                    <a:pt x="242" y="363"/>
                  </a:lnTo>
                  <a:lnTo>
                    <a:pt x="91" y="363"/>
                  </a:lnTo>
                  <a:lnTo>
                    <a:pt x="85" y="364"/>
                  </a:lnTo>
                  <a:lnTo>
                    <a:pt x="78" y="364"/>
                  </a:lnTo>
                  <a:lnTo>
                    <a:pt x="73" y="366"/>
                  </a:lnTo>
                  <a:lnTo>
                    <a:pt x="68" y="368"/>
                  </a:lnTo>
                  <a:lnTo>
                    <a:pt x="62" y="370"/>
                  </a:lnTo>
                  <a:lnTo>
                    <a:pt x="57" y="373"/>
                  </a:lnTo>
                  <a:lnTo>
                    <a:pt x="53" y="377"/>
                  </a:lnTo>
                  <a:lnTo>
                    <a:pt x="48" y="381"/>
                  </a:lnTo>
                  <a:lnTo>
                    <a:pt x="44" y="385"/>
                  </a:lnTo>
                  <a:lnTo>
                    <a:pt x="41" y="389"/>
                  </a:lnTo>
                  <a:lnTo>
                    <a:pt x="38" y="395"/>
                  </a:lnTo>
                  <a:lnTo>
                    <a:pt x="35" y="400"/>
                  </a:lnTo>
                  <a:lnTo>
                    <a:pt x="33" y="406"/>
                  </a:lnTo>
                  <a:lnTo>
                    <a:pt x="31" y="411"/>
                  </a:lnTo>
                  <a:lnTo>
                    <a:pt x="31" y="417"/>
                  </a:lnTo>
                  <a:lnTo>
                    <a:pt x="30" y="424"/>
                  </a:lnTo>
                  <a:lnTo>
                    <a:pt x="30" y="644"/>
                  </a:lnTo>
                  <a:lnTo>
                    <a:pt x="24" y="648"/>
                  </a:lnTo>
                  <a:lnTo>
                    <a:pt x="18" y="653"/>
                  </a:lnTo>
                  <a:lnTo>
                    <a:pt x="13" y="659"/>
                  </a:lnTo>
                  <a:lnTo>
                    <a:pt x="9" y="665"/>
                  </a:lnTo>
                  <a:lnTo>
                    <a:pt x="4" y="672"/>
                  </a:lnTo>
                  <a:lnTo>
                    <a:pt x="2" y="680"/>
                  </a:lnTo>
                  <a:lnTo>
                    <a:pt x="1" y="688"/>
                  </a:lnTo>
                  <a:lnTo>
                    <a:pt x="0" y="696"/>
                  </a:lnTo>
                  <a:lnTo>
                    <a:pt x="0" y="771"/>
                  </a:lnTo>
                  <a:lnTo>
                    <a:pt x="0" y="774"/>
                  </a:lnTo>
                  <a:lnTo>
                    <a:pt x="1" y="778"/>
                  </a:lnTo>
                  <a:lnTo>
                    <a:pt x="2" y="780"/>
                  </a:lnTo>
                  <a:lnTo>
                    <a:pt x="4" y="782"/>
                  </a:lnTo>
                  <a:lnTo>
                    <a:pt x="6" y="784"/>
                  </a:lnTo>
                  <a:lnTo>
                    <a:pt x="10" y="785"/>
                  </a:lnTo>
                  <a:lnTo>
                    <a:pt x="12" y="786"/>
                  </a:lnTo>
                  <a:lnTo>
                    <a:pt x="15" y="786"/>
                  </a:lnTo>
                  <a:lnTo>
                    <a:pt x="409" y="786"/>
                  </a:lnTo>
                  <a:lnTo>
                    <a:pt x="412" y="786"/>
                  </a:lnTo>
                  <a:lnTo>
                    <a:pt x="414" y="785"/>
                  </a:lnTo>
                  <a:lnTo>
                    <a:pt x="417" y="784"/>
                  </a:lnTo>
                  <a:lnTo>
                    <a:pt x="419" y="782"/>
                  </a:lnTo>
                  <a:lnTo>
                    <a:pt x="421" y="780"/>
                  </a:lnTo>
                  <a:lnTo>
                    <a:pt x="423" y="778"/>
                  </a:lnTo>
                  <a:lnTo>
                    <a:pt x="424" y="774"/>
                  </a:lnTo>
                  <a:lnTo>
                    <a:pt x="424" y="771"/>
                  </a:lnTo>
                  <a:lnTo>
                    <a:pt x="424" y="696"/>
                  </a:lnTo>
                  <a:lnTo>
                    <a:pt x="423" y="688"/>
                  </a:lnTo>
                  <a:lnTo>
                    <a:pt x="421" y="680"/>
                  </a:lnTo>
                  <a:lnTo>
                    <a:pt x="419" y="672"/>
                  </a:lnTo>
                  <a:lnTo>
                    <a:pt x="415" y="665"/>
                  </a:lnTo>
                  <a:lnTo>
                    <a:pt x="411" y="659"/>
                  </a:lnTo>
                  <a:lnTo>
                    <a:pt x="405" y="653"/>
                  </a:lnTo>
                  <a:lnTo>
                    <a:pt x="400" y="648"/>
                  </a:lnTo>
                  <a:lnTo>
                    <a:pt x="394" y="644"/>
                  </a:lnTo>
                  <a:lnTo>
                    <a:pt x="394" y="424"/>
                  </a:lnTo>
                  <a:lnTo>
                    <a:pt x="515" y="424"/>
                  </a:lnTo>
                  <a:lnTo>
                    <a:pt x="515" y="644"/>
                  </a:lnTo>
                  <a:lnTo>
                    <a:pt x="508" y="648"/>
                  </a:lnTo>
                  <a:lnTo>
                    <a:pt x="502" y="653"/>
                  </a:lnTo>
                  <a:lnTo>
                    <a:pt x="497" y="659"/>
                  </a:lnTo>
                  <a:lnTo>
                    <a:pt x="492" y="665"/>
                  </a:lnTo>
                  <a:lnTo>
                    <a:pt x="489" y="672"/>
                  </a:lnTo>
                  <a:lnTo>
                    <a:pt x="486" y="680"/>
                  </a:lnTo>
                  <a:lnTo>
                    <a:pt x="485" y="688"/>
                  </a:lnTo>
                  <a:lnTo>
                    <a:pt x="484" y="696"/>
                  </a:lnTo>
                  <a:lnTo>
                    <a:pt x="484" y="771"/>
                  </a:lnTo>
                  <a:lnTo>
                    <a:pt x="485" y="774"/>
                  </a:lnTo>
                  <a:lnTo>
                    <a:pt x="486" y="778"/>
                  </a:lnTo>
                  <a:lnTo>
                    <a:pt x="487" y="780"/>
                  </a:lnTo>
                  <a:lnTo>
                    <a:pt x="489" y="782"/>
                  </a:lnTo>
                  <a:lnTo>
                    <a:pt x="491" y="784"/>
                  </a:lnTo>
                  <a:lnTo>
                    <a:pt x="493" y="785"/>
                  </a:lnTo>
                  <a:lnTo>
                    <a:pt x="497" y="786"/>
                  </a:lnTo>
                  <a:lnTo>
                    <a:pt x="500" y="786"/>
                  </a:lnTo>
                  <a:lnTo>
                    <a:pt x="892" y="786"/>
                  </a:lnTo>
                  <a:lnTo>
                    <a:pt x="896" y="786"/>
                  </a:lnTo>
                  <a:lnTo>
                    <a:pt x="899" y="785"/>
                  </a:lnTo>
                  <a:lnTo>
                    <a:pt x="901" y="784"/>
                  </a:lnTo>
                  <a:lnTo>
                    <a:pt x="903" y="782"/>
                  </a:lnTo>
                  <a:lnTo>
                    <a:pt x="905" y="780"/>
                  </a:lnTo>
                  <a:lnTo>
                    <a:pt x="906" y="778"/>
                  </a:lnTo>
                  <a:lnTo>
                    <a:pt x="907" y="774"/>
                  </a:lnTo>
                  <a:lnTo>
                    <a:pt x="907" y="771"/>
                  </a:lnTo>
                  <a:lnTo>
                    <a:pt x="907" y="696"/>
                  </a:lnTo>
                  <a:lnTo>
                    <a:pt x="907" y="688"/>
                  </a:lnTo>
                  <a:lnTo>
                    <a:pt x="905" y="680"/>
                  </a:lnTo>
                  <a:lnTo>
                    <a:pt x="903" y="672"/>
                  </a:lnTo>
                  <a:lnTo>
                    <a:pt x="900" y="665"/>
                  </a:lnTo>
                  <a:lnTo>
                    <a:pt x="896" y="659"/>
                  </a:lnTo>
                  <a:lnTo>
                    <a:pt x="890" y="653"/>
                  </a:lnTo>
                  <a:lnTo>
                    <a:pt x="884" y="648"/>
                  </a:lnTo>
                  <a:lnTo>
                    <a:pt x="877" y="64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28" name="Google Shape;328;g31a7d45fbd8_1_42"/>
            <p:cNvSpPr/>
            <p:nvPr/>
          </p:nvSpPr>
          <p:spPr>
            <a:xfrm>
              <a:off x="487363" y="957263"/>
              <a:ext cx="76200" cy="57150"/>
            </a:xfrm>
            <a:custGeom>
              <a:avLst/>
              <a:gdLst/>
              <a:ahLst/>
              <a:cxnLst/>
              <a:rect l="l" t="t" r="r" b="b"/>
              <a:pathLst>
                <a:path w="242" h="181" extrusionOk="0">
                  <a:moveTo>
                    <a:pt x="212" y="151"/>
                  </a:moveTo>
                  <a:lnTo>
                    <a:pt x="30" y="151"/>
                  </a:lnTo>
                  <a:lnTo>
                    <a:pt x="30" y="30"/>
                  </a:lnTo>
                  <a:lnTo>
                    <a:pt x="212" y="30"/>
                  </a:lnTo>
                  <a:lnTo>
                    <a:pt x="212" y="151"/>
                  </a:lnTo>
                  <a:close/>
                  <a:moveTo>
                    <a:pt x="227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6" y="2"/>
                  </a:lnTo>
                  <a:lnTo>
                    <a:pt x="4" y="4"/>
                  </a:lnTo>
                  <a:lnTo>
                    <a:pt x="3" y="6"/>
                  </a:lnTo>
                  <a:lnTo>
                    <a:pt x="1" y="8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1"/>
                  </a:lnTo>
                  <a:lnTo>
                    <a:pt x="3" y="175"/>
                  </a:lnTo>
                  <a:lnTo>
                    <a:pt x="4" y="177"/>
                  </a:lnTo>
                  <a:lnTo>
                    <a:pt x="6" y="179"/>
                  </a:lnTo>
                  <a:lnTo>
                    <a:pt x="10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227" y="181"/>
                  </a:lnTo>
                  <a:lnTo>
                    <a:pt x="230" y="181"/>
                  </a:lnTo>
                  <a:lnTo>
                    <a:pt x="233" y="180"/>
                  </a:lnTo>
                  <a:lnTo>
                    <a:pt x="236" y="178"/>
                  </a:lnTo>
                  <a:lnTo>
                    <a:pt x="238" y="177"/>
                  </a:lnTo>
                  <a:lnTo>
                    <a:pt x="239" y="175"/>
                  </a:lnTo>
                  <a:lnTo>
                    <a:pt x="241" y="171"/>
                  </a:lnTo>
                  <a:lnTo>
                    <a:pt x="242" y="169"/>
                  </a:lnTo>
                  <a:lnTo>
                    <a:pt x="242" y="166"/>
                  </a:lnTo>
                  <a:lnTo>
                    <a:pt x="242" y="15"/>
                  </a:lnTo>
                  <a:lnTo>
                    <a:pt x="242" y="12"/>
                  </a:lnTo>
                  <a:lnTo>
                    <a:pt x="241" y="8"/>
                  </a:lnTo>
                  <a:lnTo>
                    <a:pt x="239" y="6"/>
                  </a:lnTo>
                  <a:lnTo>
                    <a:pt x="238" y="4"/>
                  </a:lnTo>
                  <a:lnTo>
                    <a:pt x="236" y="2"/>
                  </a:lnTo>
                  <a:lnTo>
                    <a:pt x="233" y="1"/>
                  </a:lnTo>
                  <a:lnTo>
                    <a:pt x="230" y="0"/>
                  </a:lnTo>
                  <a:lnTo>
                    <a:pt x="2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329" name="Google Shape;329;g31a7d45fbd8_1_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330" name="Google Shape;330;g31a7d45fbd8_1_42" descr="C:\Users\Admin\Downloads\logo (2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37606" y="5569228"/>
            <a:ext cx="131445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g31a7d45fbd8_1_42"/>
          <p:cNvSpPr txBox="1"/>
          <p:nvPr/>
        </p:nvSpPr>
        <p:spPr>
          <a:xfrm>
            <a:off x="1285876" y="327481"/>
            <a:ext cx="9636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Organic Traffic </a:t>
            </a:r>
            <a:r>
              <a:rPr lang="en-US" sz="2800" dirty="0" smtClean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Overview</a:t>
            </a:r>
            <a:endParaRPr sz="2800" b="0" i="0" u="none" strike="noStrike" cap="none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2" name="Google Shape;332;g31a7d45fbd8_1_42"/>
          <p:cNvSpPr txBox="1"/>
          <p:nvPr/>
        </p:nvSpPr>
        <p:spPr>
          <a:xfrm>
            <a:off x="451727" y="5472990"/>
            <a:ext cx="91344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❑"/>
            </a:pPr>
            <a:r>
              <a:rPr lang="en-US" sz="1600" b="1" i="0" u="none" strike="noStrike" cap="none" dirty="0" smtClean="0">
                <a:solidFill>
                  <a:srgbClr val="000000"/>
                </a:solidFill>
              </a:rPr>
              <a:t>We Can See the </a:t>
            </a:r>
            <a:r>
              <a:rPr lang="en-US" sz="1600" b="1" dirty="0" smtClean="0"/>
              <a:t>improvement in </a:t>
            </a:r>
            <a:r>
              <a:rPr lang="en-US" sz="1600" b="1" i="0" u="none" strike="noStrike" cap="none" dirty="0" smtClean="0">
                <a:solidFill>
                  <a:srgbClr val="000000"/>
                </a:solidFill>
              </a:rPr>
              <a:t>Organic Traffic  - </a:t>
            </a:r>
            <a:r>
              <a:rPr lang="en-US" sz="1600" b="1" i="0" u="none" strike="noStrike" cap="none" dirty="0" smtClean="0">
                <a:solidFill>
                  <a:srgbClr val="000000"/>
                </a:solidFill>
                <a:highlight>
                  <a:srgbClr val="FFFFFF"/>
                </a:highlight>
              </a:rPr>
              <a:t>Increased by </a:t>
            </a:r>
            <a:r>
              <a:rPr lang="en-US" sz="1600" b="1" dirty="0" smtClean="0">
                <a:solidFill>
                  <a:srgbClr val="00FF00"/>
                </a:solidFill>
                <a:highlight>
                  <a:srgbClr val="FFFFFF"/>
                </a:highlight>
              </a:rPr>
              <a:t>80.6</a:t>
            </a:r>
            <a:r>
              <a:rPr lang="en-US" sz="1600" b="1" i="0" u="none" strike="noStrike" cap="none" dirty="0" smtClean="0">
                <a:solidFill>
                  <a:srgbClr val="00FF00"/>
                </a:solidFill>
                <a:highlight>
                  <a:srgbClr val="FFFFFF"/>
                </a:highlight>
              </a:rPr>
              <a:t>%</a:t>
            </a:r>
            <a:r>
              <a:rPr lang="en-US" sz="1600" b="1" i="0" u="none" strike="noStrike" cap="none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600" b="1" i="0" u="none" strike="noStrike" cap="none" dirty="0" smtClean="0">
                <a:solidFill>
                  <a:srgbClr val="000000"/>
                </a:solidFill>
              </a:rPr>
              <a:t>is As compared to Last</a:t>
            </a:r>
            <a:r>
              <a:rPr lang="en-US" sz="1600" b="1" dirty="0" smtClean="0"/>
              <a:t> 3 months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❑"/>
            </a:pPr>
            <a:r>
              <a:rPr lang="en-US" sz="1600" b="1" dirty="0" smtClean="0"/>
              <a:t>Also See the Improvement in Referring Traffic As well</a:t>
            </a:r>
            <a:endParaRPr sz="1600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9118" y="1624568"/>
            <a:ext cx="9831786" cy="779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9117" y="2403723"/>
            <a:ext cx="9831786" cy="125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876" y="3777706"/>
            <a:ext cx="9875027" cy="13365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66511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1"/>
          <p:cNvSpPr/>
          <p:nvPr/>
        </p:nvSpPr>
        <p:spPr>
          <a:xfrm>
            <a:off x="1014413" y="266700"/>
            <a:ext cx="11177587" cy="5524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397" name="Google Shape;397;p41"/>
          <p:cNvGrpSpPr/>
          <p:nvPr/>
        </p:nvGrpSpPr>
        <p:grpSpPr>
          <a:xfrm>
            <a:off x="271463" y="171450"/>
            <a:ext cx="790575" cy="742950"/>
            <a:chOff x="11182350" y="171450"/>
            <a:chExt cx="790575" cy="742950"/>
          </a:xfrm>
        </p:grpSpPr>
        <p:sp>
          <p:nvSpPr>
            <p:cNvPr id="398" name="Google Shape;398;p41"/>
            <p:cNvSpPr/>
            <p:nvPr/>
          </p:nvSpPr>
          <p:spPr>
            <a:xfrm>
              <a:off x="11182350" y="171450"/>
              <a:ext cx="742950" cy="74295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99" name="Google Shape;399;p41"/>
            <p:cNvSpPr/>
            <p:nvPr/>
          </p:nvSpPr>
          <p:spPr>
            <a:xfrm>
              <a:off x="11925300" y="171450"/>
              <a:ext cx="47625" cy="95250"/>
            </a:xfrm>
            <a:prstGeom prst="rtTriangle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400" name="Google Shape;400;p41"/>
            <p:cNvSpPr/>
            <p:nvPr/>
          </p:nvSpPr>
          <p:spPr>
            <a:xfrm rot="10800000" flipH="1">
              <a:off x="11925300" y="819150"/>
              <a:ext cx="47625" cy="95250"/>
            </a:xfrm>
            <a:prstGeom prst="rtTriangle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401" name="Google Shape;401;p41"/>
          <p:cNvGrpSpPr/>
          <p:nvPr/>
        </p:nvGrpSpPr>
        <p:grpSpPr>
          <a:xfrm>
            <a:off x="451715" y="377056"/>
            <a:ext cx="382447" cy="331736"/>
            <a:chOff x="304800" y="822325"/>
            <a:chExt cx="287338" cy="249238"/>
          </a:xfrm>
        </p:grpSpPr>
        <p:sp>
          <p:nvSpPr>
            <p:cNvPr id="402" name="Google Shape;402;p41"/>
            <p:cNvSpPr/>
            <p:nvPr/>
          </p:nvSpPr>
          <p:spPr>
            <a:xfrm>
              <a:off x="333375" y="957263"/>
              <a:ext cx="76200" cy="57150"/>
            </a:xfrm>
            <a:custGeom>
              <a:avLst/>
              <a:gdLst/>
              <a:ahLst/>
              <a:cxnLst/>
              <a:rect l="l" t="t" r="r" b="b"/>
              <a:pathLst>
                <a:path w="241" h="181" extrusionOk="0">
                  <a:moveTo>
                    <a:pt x="211" y="151"/>
                  </a:moveTo>
                  <a:lnTo>
                    <a:pt x="30" y="151"/>
                  </a:lnTo>
                  <a:lnTo>
                    <a:pt x="30" y="30"/>
                  </a:lnTo>
                  <a:lnTo>
                    <a:pt x="211" y="30"/>
                  </a:lnTo>
                  <a:lnTo>
                    <a:pt x="211" y="151"/>
                  </a:lnTo>
                  <a:close/>
                  <a:moveTo>
                    <a:pt x="226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4" y="4"/>
                  </a:lnTo>
                  <a:lnTo>
                    <a:pt x="2" y="6"/>
                  </a:lnTo>
                  <a:lnTo>
                    <a:pt x="1" y="8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1"/>
                  </a:lnTo>
                  <a:lnTo>
                    <a:pt x="2" y="175"/>
                  </a:lnTo>
                  <a:lnTo>
                    <a:pt x="4" y="177"/>
                  </a:lnTo>
                  <a:lnTo>
                    <a:pt x="7" y="179"/>
                  </a:lnTo>
                  <a:lnTo>
                    <a:pt x="9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226" y="181"/>
                  </a:lnTo>
                  <a:lnTo>
                    <a:pt x="230" y="181"/>
                  </a:lnTo>
                  <a:lnTo>
                    <a:pt x="233" y="180"/>
                  </a:lnTo>
                  <a:lnTo>
                    <a:pt x="235" y="178"/>
                  </a:lnTo>
                  <a:lnTo>
                    <a:pt x="237" y="177"/>
                  </a:lnTo>
                  <a:lnTo>
                    <a:pt x="239" y="175"/>
                  </a:lnTo>
                  <a:lnTo>
                    <a:pt x="240" y="171"/>
                  </a:lnTo>
                  <a:lnTo>
                    <a:pt x="241" y="169"/>
                  </a:lnTo>
                  <a:lnTo>
                    <a:pt x="241" y="166"/>
                  </a:lnTo>
                  <a:lnTo>
                    <a:pt x="241" y="15"/>
                  </a:lnTo>
                  <a:lnTo>
                    <a:pt x="241" y="12"/>
                  </a:lnTo>
                  <a:lnTo>
                    <a:pt x="240" y="8"/>
                  </a:lnTo>
                  <a:lnTo>
                    <a:pt x="239" y="6"/>
                  </a:lnTo>
                  <a:lnTo>
                    <a:pt x="237" y="4"/>
                  </a:lnTo>
                  <a:lnTo>
                    <a:pt x="235" y="2"/>
                  </a:lnTo>
                  <a:lnTo>
                    <a:pt x="233" y="1"/>
                  </a:lnTo>
                  <a:lnTo>
                    <a:pt x="230" y="0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403" name="Google Shape;403;p41"/>
            <p:cNvSpPr/>
            <p:nvPr/>
          </p:nvSpPr>
          <p:spPr>
            <a:xfrm>
              <a:off x="409575" y="841375"/>
              <a:ext cx="77788" cy="57150"/>
            </a:xfrm>
            <a:custGeom>
              <a:avLst/>
              <a:gdLst/>
              <a:ahLst/>
              <a:cxnLst/>
              <a:rect l="l" t="t" r="r" b="b"/>
              <a:pathLst>
                <a:path w="243" h="182" extrusionOk="0">
                  <a:moveTo>
                    <a:pt x="213" y="152"/>
                  </a:moveTo>
                  <a:lnTo>
                    <a:pt x="32" y="152"/>
                  </a:lnTo>
                  <a:lnTo>
                    <a:pt x="32" y="30"/>
                  </a:lnTo>
                  <a:lnTo>
                    <a:pt x="213" y="30"/>
                  </a:lnTo>
                  <a:lnTo>
                    <a:pt x="213" y="152"/>
                  </a:lnTo>
                  <a:close/>
                  <a:moveTo>
                    <a:pt x="228" y="0"/>
                  </a:moveTo>
                  <a:lnTo>
                    <a:pt x="15" y="0"/>
                  </a:lnTo>
                  <a:lnTo>
                    <a:pt x="13" y="0"/>
                  </a:lnTo>
                  <a:lnTo>
                    <a:pt x="10" y="1"/>
                  </a:lnTo>
                  <a:lnTo>
                    <a:pt x="8" y="3"/>
                  </a:lnTo>
                  <a:lnTo>
                    <a:pt x="6" y="5"/>
                  </a:lnTo>
                  <a:lnTo>
                    <a:pt x="4" y="7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0" y="15"/>
                  </a:lnTo>
                  <a:lnTo>
                    <a:pt x="0" y="167"/>
                  </a:lnTo>
                  <a:lnTo>
                    <a:pt x="2" y="170"/>
                  </a:lnTo>
                  <a:lnTo>
                    <a:pt x="2" y="173"/>
                  </a:lnTo>
                  <a:lnTo>
                    <a:pt x="4" y="175"/>
                  </a:lnTo>
                  <a:lnTo>
                    <a:pt x="6" y="177"/>
                  </a:lnTo>
                  <a:lnTo>
                    <a:pt x="8" y="179"/>
                  </a:lnTo>
                  <a:lnTo>
                    <a:pt x="10" y="180"/>
                  </a:lnTo>
                  <a:lnTo>
                    <a:pt x="13" y="182"/>
                  </a:lnTo>
                  <a:lnTo>
                    <a:pt x="15" y="182"/>
                  </a:lnTo>
                  <a:lnTo>
                    <a:pt x="228" y="182"/>
                  </a:lnTo>
                  <a:lnTo>
                    <a:pt x="231" y="182"/>
                  </a:lnTo>
                  <a:lnTo>
                    <a:pt x="233" y="180"/>
                  </a:lnTo>
                  <a:lnTo>
                    <a:pt x="236" y="179"/>
                  </a:lnTo>
                  <a:lnTo>
                    <a:pt x="239" y="177"/>
                  </a:lnTo>
                  <a:lnTo>
                    <a:pt x="241" y="175"/>
                  </a:lnTo>
                  <a:lnTo>
                    <a:pt x="242" y="173"/>
                  </a:lnTo>
                  <a:lnTo>
                    <a:pt x="243" y="170"/>
                  </a:lnTo>
                  <a:lnTo>
                    <a:pt x="243" y="167"/>
                  </a:lnTo>
                  <a:lnTo>
                    <a:pt x="243" y="15"/>
                  </a:lnTo>
                  <a:lnTo>
                    <a:pt x="243" y="12"/>
                  </a:lnTo>
                  <a:lnTo>
                    <a:pt x="242" y="10"/>
                  </a:lnTo>
                  <a:lnTo>
                    <a:pt x="241" y="7"/>
                  </a:lnTo>
                  <a:lnTo>
                    <a:pt x="239" y="5"/>
                  </a:lnTo>
                  <a:lnTo>
                    <a:pt x="236" y="4"/>
                  </a:lnTo>
                  <a:lnTo>
                    <a:pt x="233" y="1"/>
                  </a:lnTo>
                  <a:lnTo>
                    <a:pt x="231" y="0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404" name="Google Shape;404;p41"/>
            <p:cNvSpPr/>
            <p:nvPr/>
          </p:nvSpPr>
          <p:spPr>
            <a:xfrm>
              <a:off x="304800" y="822325"/>
              <a:ext cx="287338" cy="249238"/>
            </a:xfrm>
            <a:custGeom>
              <a:avLst/>
              <a:gdLst/>
              <a:ahLst/>
              <a:cxnLst/>
              <a:rect l="l" t="t" r="r" b="b"/>
              <a:pathLst>
                <a:path w="907" h="786" extrusionOk="0">
                  <a:moveTo>
                    <a:pt x="877" y="756"/>
                  </a:moveTo>
                  <a:lnTo>
                    <a:pt x="515" y="756"/>
                  </a:lnTo>
                  <a:lnTo>
                    <a:pt x="515" y="696"/>
                  </a:lnTo>
                  <a:lnTo>
                    <a:pt x="515" y="690"/>
                  </a:lnTo>
                  <a:lnTo>
                    <a:pt x="517" y="684"/>
                  </a:lnTo>
                  <a:lnTo>
                    <a:pt x="520" y="679"/>
                  </a:lnTo>
                  <a:lnTo>
                    <a:pt x="523" y="675"/>
                  </a:lnTo>
                  <a:lnTo>
                    <a:pt x="528" y="670"/>
                  </a:lnTo>
                  <a:lnTo>
                    <a:pt x="533" y="668"/>
                  </a:lnTo>
                  <a:lnTo>
                    <a:pt x="538" y="666"/>
                  </a:lnTo>
                  <a:lnTo>
                    <a:pt x="545" y="665"/>
                  </a:lnTo>
                  <a:lnTo>
                    <a:pt x="847" y="665"/>
                  </a:lnTo>
                  <a:lnTo>
                    <a:pt x="854" y="666"/>
                  </a:lnTo>
                  <a:lnTo>
                    <a:pt x="859" y="668"/>
                  </a:lnTo>
                  <a:lnTo>
                    <a:pt x="864" y="670"/>
                  </a:lnTo>
                  <a:lnTo>
                    <a:pt x="869" y="675"/>
                  </a:lnTo>
                  <a:lnTo>
                    <a:pt x="872" y="679"/>
                  </a:lnTo>
                  <a:lnTo>
                    <a:pt x="875" y="684"/>
                  </a:lnTo>
                  <a:lnTo>
                    <a:pt x="877" y="690"/>
                  </a:lnTo>
                  <a:lnTo>
                    <a:pt x="877" y="696"/>
                  </a:lnTo>
                  <a:lnTo>
                    <a:pt x="877" y="756"/>
                  </a:lnTo>
                  <a:close/>
                  <a:moveTo>
                    <a:pt x="545" y="424"/>
                  </a:moveTo>
                  <a:lnTo>
                    <a:pt x="545" y="417"/>
                  </a:lnTo>
                  <a:lnTo>
                    <a:pt x="547" y="412"/>
                  </a:lnTo>
                  <a:lnTo>
                    <a:pt x="550" y="407"/>
                  </a:lnTo>
                  <a:lnTo>
                    <a:pt x="553" y="402"/>
                  </a:lnTo>
                  <a:lnTo>
                    <a:pt x="558" y="398"/>
                  </a:lnTo>
                  <a:lnTo>
                    <a:pt x="563" y="396"/>
                  </a:lnTo>
                  <a:lnTo>
                    <a:pt x="568" y="394"/>
                  </a:lnTo>
                  <a:lnTo>
                    <a:pt x="575" y="393"/>
                  </a:lnTo>
                  <a:lnTo>
                    <a:pt x="817" y="393"/>
                  </a:lnTo>
                  <a:lnTo>
                    <a:pt x="823" y="394"/>
                  </a:lnTo>
                  <a:lnTo>
                    <a:pt x="829" y="396"/>
                  </a:lnTo>
                  <a:lnTo>
                    <a:pt x="834" y="398"/>
                  </a:lnTo>
                  <a:lnTo>
                    <a:pt x="839" y="402"/>
                  </a:lnTo>
                  <a:lnTo>
                    <a:pt x="842" y="407"/>
                  </a:lnTo>
                  <a:lnTo>
                    <a:pt x="845" y="412"/>
                  </a:lnTo>
                  <a:lnTo>
                    <a:pt x="846" y="417"/>
                  </a:lnTo>
                  <a:lnTo>
                    <a:pt x="847" y="424"/>
                  </a:lnTo>
                  <a:lnTo>
                    <a:pt x="847" y="635"/>
                  </a:lnTo>
                  <a:lnTo>
                    <a:pt x="545" y="635"/>
                  </a:lnTo>
                  <a:lnTo>
                    <a:pt x="545" y="424"/>
                  </a:lnTo>
                  <a:close/>
                  <a:moveTo>
                    <a:pt x="385" y="393"/>
                  </a:moveTo>
                  <a:lnTo>
                    <a:pt x="381" y="386"/>
                  </a:lnTo>
                  <a:lnTo>
                    <a:pt x="375" y="381"/>
                  </a:lnTo>
                  <a:lnTo>
                    <a:pt x="370" y="376"/>
                  </a:lnTo>
                  <a:lnTo>
                    <a:pt x="364" y="371"/>
                  </a:lnTo>
                  <a:lnTo>
                    <a:pt x="356" y="368"/>
                  </a:lnTo>
                  <a:lnTo>
                    <a:pt x="349" y="365"/>
                  </a:lnTo>
                  <a:lnTo>
                    <a:pt x="341" y="364"/>
                  </a:lnTo>
                  <a:lnTo>
                    <a:pt x="332" y="363"/>
                  </a:lnTo>
                  <a:lnTo>
                    <a:pt x="272" y="363"/>
                  </a:lnTo>
                  <a:lnTo>
                    <a:pt x="272" y="333"/>
                  </a:lnTo>
                  <a:lnTo>
                    <a:pt x="273" y="326"/>
                  </a:lnTo>
                  <a:lnTo>
                    <a:pt x="275" y="321"/>
                  </a:lnTo>
                  <a:lnTo>
                    <a:pt x="278" y="316"/>
                  </a:lnTo>
                  <a:lnTo>
                    <a:pt x="281" y="311"/>
                  </a:lnTo>
                  <a:lnTo>
                    <a:pt x="285" y="308"/>
                  </a:lnTo>
                  <a:lnTo>
                    <a:pt x="291" y="305"/>
                  </a:lnTo>
                  <a:lnTo>
                    <a:pt x="296" y="303"/>
                  </a:lnTo>
                  <a:lnTo>
                    <a:pt x="302" y="303"/>
                  </a:lnTo>
                  <a:lnTo>
                    <a:pt x="605" y="303"/>
                  </a:lnTo>
                  <a:lnTo>
                    <a:pt x="611" y="303"/>
                  </a:lnTo>
                  <a:lnTo>
                    <a:pt x="617" y="305"/>
                  </a:lnTo>
                  <a:lnTo>
                    <a:pt x="622" y="308"/>
                  </a:lnTo>
                  <a:lnTo>
                    <a:pt x="626" y="311"/>
                  </a:lnTo>
                  <a:lnTo>
                    <a:pt x="631" y="316"/>
                  </a:lnTo>
                  <a:lnTo>
                    <a:pt x="633" y="321"/>
                  </a:lnTo>
                  <a:lnTo>
                    <a:pt x="635" y="326"/>
                  </a:lnTo>
                  <a:lnTo>
                    <a:pt x="636" y="333"/>
                  </a:lnTo>
                  <a:lnTo>
                    <a:pt x="636" y="363"/>
                  </a:lnTo>
                  <a:lnTo>
                    <a:pt x="575" y="363"/>
                  </a:lnTo>
                  <a:lnTo>
                    <a:pt x="566" y="364"/>
                  </a:lnTo>
                  <a:lnTo>
                    <a:pt x="559" y="365"/>
                  </a:lnTo>
                  <a:lnTo>
                    <a:pt x="551" y="368"/>
                  </a:lnTo>
                  <a:lnTo>
                    <a:pt x="545" y="371"/>
                  </a:lnTo>
                  <a:lnTo>
                    <a:pt x="538" y="376"/>
                  </a:lnTo>
                  <a:lnTo>
                    <a:pt x="532" y="381"/>
                  </a:lnTo>
                  <a:lnTo>
                    <a:pt x="528" y="386"/>
                  </a:lnTo>
                  <a:lnTo>
                    <a:pt x="523" y="393"/>
                  </a:lnTo>
                  <a:lnTo>
                    <a:pt x="385" y="393"/>
                  </a:lnTo>
                  <a:close/>
                  <a:moveTo>
                    <a:pt x="60" y="635"/>
                  </a:moveTo>
                  <a:lnTo>
                    <a:pt x="60" y="424"/>
                  </a:lnTo>
                  <a:lnTo>
                    <a:pt x="61" y="417"/>
                  </a:lnTo>
                  <a:lnTo>
                    <a:pt x="63" y="412"/>
                  </a:lnTo>
                  <a:lnTo>
                    <a:pt x="65" y="407"/>
                  </a:lnTo>
                  <a:lnTo>
                    <a:pt x="70" y="402"/>
                  </a:lnTo>
                  <a:lnTo>
                    <a:pt x="74" y="398"/>
                  </a:lnTo>
                  <a:lnTo>
                    <a:pt x="79" y="396"/>
                  </a:lnTo>
                  <a:lnTo>
                    <a:pt x="85" y="394"/>
                  </a:lnTo>
                  <a:lnTo>
                    <a:pt x="91" y="393"/>
                  </a:lnTo>
                  <a:lnTo>
                    <a:pt x="332" y="393"/>
                  </a:lnTo>
                  <a:lnTo>
                    <a:pt x="339" y="394"/>
                  </a:lnTo>
                  <a:lnTo>
                    <a:pt x="344" y="396"/>
                  </a:lnTo>
                  <a:lnTo>
                    <a:pt x="350" y="398"/>
                  </a:lnTo>
                  <a:lnTo>
                    <a:pt x="354" y="402"/>
                  </a:lnTo>
                  <a:lnTo>
                    <a:pt x="358" y="407"/>
                  </a:lnTo>
                  <a:lnTo>
                    <a:pt x="360" y="412"/>
                  </a:lnTo>
                  <a:lnTo>
                    <a:pt x="363" y="417"/>
                  </a:lnTo>
                  <a:lnTo>
                    <a:pt x="364" y="424"/>
                  </a:lnTo>
                  <a:lnTo>
                    <a:pt x="364" y="635"/>
                  </a:lnTo>
                  <a:lnTo>
                    <a:pt x="60" y="635"/>
                  </a:lnTo>
                  <a:close/>
                  <a:moveTo>
                    <a:pt x="394" y="756"/>
                  </a:moveTo>
                  <a:lnTo>
                    <a:pt x="30" y="756"/>
                  </a:lnTo>
                  <a:lnTo>
                    <a:pt x="30" y="696"/>
                  </a:lnTo>
                  <a:lnTo>
                    <a:pt x="31" y="690"/>
                  </a:lnTo>
                  <a:lnTo>
                    <a:pt x="32" y="684"/>
                  </a:lnTo>
                  <a:lnTo>
                    <a:pt x="35" y="679"/>
                  </a:lnTo>
                  <a:lnTo>
                    <a:pt x="40" y="675"/>
                  </a:lnTo>
                  <a:lnTo>
                    <a:pt x="44" y="670"/>
                  </a:lnTo>
                  <a:lnTo>
                    <a:pt x="48" y="668"/>
                  </a:lnTo>
                  <a:lnTo>
                    <a:pt x="55" y="666"/>
                  </a:lnTo>
                  <a:lnTo>
                    <a:pt x="60" y="665"/>
                  </a:lnTo>
                  <a:lnTo>
                    <a:pt x="364" y="665"/>
                  </a:lnTo>
                  <a:lnTo>
                    <a:pt x="369" y="666"/>
                  </a:lnTo>
                  <a:lnTo>
                    <a:pt x="375" y="668"/>
                  </a:lnTo>
                  <a:lnTo>
                    <a:pt x="380" y="670"/>
                  </a:lnTo>
                  <a:lnTo>
                    <a:pt x="385" y="675"/>
                  </a:lnTo>
                  <a:lnTo>
                    <a:pt x="388" y="679"/>
                  </a:lnTo>
                  <a:lnTo>
                    <a:pt x="391" y="684"/>
                  </a:lnTo>
                  <a:lnTo>
                    <a:pt x="393" y="690"/>
                  </a:lnTo>
                  <a:lnTo>
                    <a:pt x="394" y="696"/>
                  </a:lnTo>
                  <a:lnTo>
                    <a:pt x="394" y="756"/>
                  </a:lnTo>
                  <a:close/>
                  <a:moveTo>
                    <a:pt x="302" y="60"/>
                  </a:moveTo>
                  <a:lnTo>
                    <a:pt x="304" y="54"/>
                  </a:lnTo>
                  <a:lnTo>
                    <a:pt x="305" y="49"/>
                  </a:lnTo>
                  <a:lnTo>
                    <a:pt x="308" y="43"/>
                  </a:lnTo>
                  <a:lnTo>
                    <a:pt x="311" y="39"/>
                  </a:lnTo>
                  <a:lnTo>
                    <a:pt x="316" y="36"/>
                  </a:lnTo>
                  <a:lnTo>
                    <a:pt x="321" y="33"/>
                  </a:lnTo>
                  <a:lnTo>
                    <a:pt x="327" y="30"/>
                  </a:lnTo>
                  <a:lnTo>
                    <a:pt x="332" y="30"/>
                  </a:lnTo>
                  <a:lnTo>
                    <a:pt x="575" y="30"/>
                  </a:lnTo>
                  <a:lnTo>
                    <a:pt x="581" y="30"/>
                  </a:lnTo>
                  <a:lnTo>
                    <a:pt x="587" y="33"/>
                  </a:lnTo>
                  <a:lnTo>
                    <a:pt x="592" y="36"/>
                  </a:lnTo>
                  <a:lnTo>
                    <a:pt x="596" y="39"/>
                  </a:lnTo>
                  <a:lnTo>
                    <a:pt x="600" y="43"/>
                  </a:lnTo>
                  <a:lnTo>
                    <a:pt x="603" y="49"/>
                  </a:lnTo>
                  <a:lnTo>
                    <a:pt x="605" y="54"/>
                  </a:lnTo>
                  <a:lnTo>
                    <a:pt x="605" y="60"/>
                  </a:lnTo>
                  <a:lnTo>
                    <a:pt x="605" y="273"/>
                  </a:lnTo>
                  <a:lnTo>
                    <a:pt x="302" y="273"/>
                  </a:lnTo>
                  <a:lnTo>
                    <a:pt x="302" y="60"/>
                  </a:lnTo>
                  <a:close/>
                  <a:moveTo>
                    <a:pt x="877" y="644"/>
                  </a:moveTo>
                  <a:lnTo>
                    <a:pt x="877" y="424"/>
                  </a:lnTo>
                  <a:lnTo>
                    <a:pt x="877" y="417"/>
                  </a:lnTo>
                  <a:lnTo>
                    <a:pt x="876" y="411"/>
                  </a:lnTo>
                  <a:lnTo>
                    <a:pt x="875" y="406"/>
                  </a:lnTo>
                  <a:lnTo>
                    <a:pt x="873" y="400"/>
                  </a:lnTo>
                  <a:lnTo>
                    <a:pt x="870" y="395"/>
                  </a:lnTo>
                  <a:lnTo>
                    <a:pt x="868" y="389"/>
                  </a:lnTo>
                  <a:lnTo>
                    <a:pt x="863" y="385"/>
                  </a:lnTo>
                  <a:lnTo>
                    <a:pt x="860" y="381"/>
                  </a:lnTo>
                  <a:lnTo>
                    <a:pt x="856" y="377"/>
                  </a:lnTo>
                  <a:lnTo>
                    <a:pt x="850" y="373"/>
                  </a:lnTo>
                  <a:lnTo>
                    <a:pt x="846" y="370"/>
                  </a:lnTo>
                  <a:lnTo>
                    <a:pt x="841" y="368"/>
                  </a:lnTo>
                  <a:lnTo>
                    <a:pt x="835" y="366"/>
                  </a:lnTo>
                  <a:lnTo>
                    <a:pt x="829" y="364"/>
                  </a:lnTo>
                  <a:lnTo>
                    <a:pt x="824" y="364"/>
                  </a:lnTo>
                  <a:lnTo>
                    <a:pt x="817" y="363"/>
                  </a:lnTo>
                  <a:lnTo>
                    <a:pt x="666" y="363"/>
                  </a:lnTo>
                  <a:lnTo>
                    <a:pt x="666" y="333"/>
                  </a:lnTo>
                  <a:lnTo>
                    <a:pt x="665" y="324"/>
                  </a:lnTo>
                  <a:lnTo>
                    <a:pt x="664" y="317"/>
                  </a:lnTo>
                  <a:lnTo>
                    <a:pt x="661" y="309"/>
                  </a:lnTo>
                  <a:lnTo>
                    <a:pt x="657" y="303"/>
                  </a:lnTo>
                  <a:lnTo>
                    <a:pt x="653" y="296"/>
                  </a:lnTo>
                  <a:lnTo>
                    <a:pt x="648" y="290"/>
                  </a:lnTo>
                  <a:lnTo>
                    <a:pt x="642" y="284"/>
                  </a:lnTo>
                  <a:lnTo>
                    <a:pt x="636" y="280"/>
                  </a:lnTo>
                  <a:lnTo>
                    <a:pt x="636" y="60"/>
                  </a:lnTo>
                  <a:lnTo>
                    <a:pt x="635" y="54"/>
                  </a:lnTo>
                  <a:lnTo>
                    <a:pt x="634" y="49"/>
                  </a:lnTo>
                  <a:lnTo>
                    <a:pt x="633" y="42"/>
                  </a:lnTo>
                  <a:lnTo>
                    <a:pt x="631" y="37"/>
                  </a:lnTo>
                  <a:lnTo>
                    <a:pt x="628" y="31"/>
                  </a:lnTo>
                  <a:lnTo>
                    <a:pt x="625" y="27"/>
                  </a:lnTo>
                  <a:lnTo>
                    <a:pt x="622" y="22"/>
                  </a:lnTo>
                  <a:lnTo>
                    <a:pt x="618" y="18"/>
                  </a:lnTo>
                  <a:lnTo>
                    <a:pt x="613" y="14"/>
                  </a:lnTo>
                  <a:lnTo>
                    <a:pt x="609" y="10"/>
                  </a:lnTo>
                  <a:lnTo>
                    <a:pt x="604" y="7"/>
                  </a:lnTo>
                  <a:lnTo>
                    <a:pt x="598" y="5"/>
                  </a:lnTo>
                  <a:lnTo>
                    <a:pt x="593" y="3"/>
                  </a:lnTo>
                  <a:lnTo>
                    <a:pt x="587" y="1"/>
                  </a:lnTo>
                  <a:lnTo>
                    <a:pt x="581" y="0"/>
                  </a:lnTo>
                  <a:lnTo>
                    <a:pt x="575" y="0"/>
                  </a:lnTo>
                  <a:lnTo>
                    <a:pt x="332" y="0"/>
                  </a:lnTo>
                  <a:lnTo>
                    <a:pt x="327" y="0"/>
                  </a:lnTo>
                  <a:lnTo>
                    <a:pt x="321" y="1"/>
                  </a:lnTo>
                  <a:lnTo>
                    <a:pt x="315" y="3"/>
                  </a:lnTo>
                  <a:lnTo>
                    <a:pt x="309" y="5"/>
                  </a:lnTo>
                  <a:lnTo>
                    <a:pt x="304" y="7"/>
                  </a:lnTo>
                  <a:lnTo>
                    <a:pt x="299" y="10"/>
                  </a:lnTo>
                  <a:lnTo>
                    <a:pt x="294" y="14"/>
                  </a:lnTo>
                  <a:lnTo>
                    <a:pt x="290" y="18"/>
                  </a:lnTo>
                  <a:lnTo>
                    <a:pt x="286" y="22"/>
                  </a:lnTo>
                  <a:lnTo>
                    <a:pt x="283" y="27"/>
                  </a:lnTo>
                  <a:lnTo>
                    <a:pt x="280" y="31"/>
                  </a:lnTo>
                  <a:lnTo>
                    <a:pt x="277" y="37"/>
                  </a:lnTo>
                  <a:lnTo>
                    <a:pt x="275" y="42"/>
                  </a:lnTo>
                  <a:lnTo>
                    <a:pt x="273" y="49"/>
                  </a:lnTo>
                  <a:lnTo>
                    <a:pt x="272" y="54"/>
                  </a:lnTo>
                  <a:lnTo>
                    <a:pt x="272" y="60"/>
                  </a:lnTo>
                  <a:lnTo>
                    <a:pt x="272" y="280"/>
                  </a:lnTo>
                  <a:lnTo>
                    <a:pt x="266" y="284"/>
                  </a:lnTo>
                  <a:lnTo>
                    <a:pt x="260" y="290"/>
                  </a:lnTo>
                  <a:lnTo>
                    <a:pt x="255" y="296"/>
                  </a:lnTo>
                  <a:lnTo>
                    <a:pt x="251" y="303"/>
                  </a:lnTo>
                  <a:lnTo>
                    <a:pt x="247" y="309"/>
                  </a:lnTo>
                  <a:lnTo>
                    <a:pt x="245" y="317"/>
                  </a:lnTo>
                  <a:lnTo>
                    <a:pt x="242" y="324"/>
                  </a:lnTo>
                  <a:lnTo>
                    <a:pt x="242" y="333"/>
                  </a:lnTo>
                  <a:lnTo>
                    <a:pt x="242" y="363"/>
                  </a:lnTo>
                  <a:lnTo>
                    <a:pt x="91" y="363"/>
                  </a:lnTo>
                  <a:lnTo>
                    <a:pt x="85" y="364"/>
                  </a:lnTo>
                  <a:lnTo>
                    <a:pt x="78" y="364"/>
                  </a:lnTo>
                  <a:lnTo>
                    <a:pt x="73" y="366"/>
                  </a:lnTo>
                  <a:lnTo>
                    <a:pt x="68" y="368"/>
                  </a:lnTo>
                  <a:lnTo>
                    <a:pt x="62" y="370"/>
                  </a:lnTo>
                  <a:lnTo>
                    <a:pt x="57" y="373"/>
                  </a:lnTo>
                  <a:lnTo>
                    <a:pt x="53" y="377"/>
                  </a:lnTo>
                  <a:lnTo>
                    <a:pt x="48" y="381"/>
                  </a:lnTo>
                  <a:lnTo>
                    <a:pt x="44" y="385"/>
                  </a:lnTo>
                  <a:lnTo>
                    <a:pt x="41" y="389"/>
                  </a:lnTo>
                  <a:lnTo>
                    <a:pt x="38" y="395"/>
                  </a:lnTo>
                  <a:lnTo>
                    <a:pt x="35" y="400"/>
                  </a:lnTo>
                  <a:lnTo>
                    <a:pt x="33" y="406"/>
                  </a:lnTo>
                  <a:lnTo>
                    <a:pt x="31" y="411"/>
                  </a:lnTo>
                  <a:lnTo>
                    <a:pt x="31" y="417"/>
                  </a:lnTo>
                  <a:lnTo>
                    <a:pt x="30" y="424"/>
                  </a:lnTo>
                  <a:lnTo>
                    <a:pt x="30" y="644"/>
                  </a:lnTo>
                  <a:lnTo>
                    <a:pt x="24" y="648"/>
                  </a:lnTo>
                  <a:lnTo>
                    <a:pt x="18" y="653"/>
                  </a:lnTo>
                  <a:lnTo>
                    <a:pt x="13" y="659"/>
                  </a:lnTo>
                  <a:lnTo>
                    <a:pt x="9" y="665"/>
                  </a:lnTo>
                  <a:lnTo>
                    <a:pt x="4" y="672"/>
                  </a:lnTo>
                  <a:lnTo>
                    <a:pt x="2" y="680"/>
                  </a:lnTo>
                  <a:lnTo>
                    <a:pt x="1" y="688"/>
                  </a:lnTo>
                  <a:lnTo>
                    <a:pt x="0" y="696"/>
                  </a:lnTo>
                  <a:lnTo>
                    <a:pt x="0" y="771"/>
                  </a:lnTo>
                  <a:lnTo>
                    <a:pt x="0" y="774"/>
                  </a:lnTo>
                  <a:lnTo>
                    <a:pt x="1" y="778"/>
                  </a:lnTo>
                  <a:lnTo>
                    <a:pt x="2" y="780"/>
                  </a:lnTo>
                  <a:lnTo>
                    <a:pt x="4" y="782"/>
                  </a:lnTo>
                  <a:lnTo>
                    <a:pt x="6" y="784"/>
                  </a:lnTo>
                  <a:lnTo>
                    <a:pt x="10" y="785"/>
                  </a:lnTo>
                  <a:lnTo>
                    <a:pt x="12" y="786"/>
                  </a:lnTo>
                  <a:lnTo>
                    <a:pt x="15" y="786"/>
                  </a:lnTo>
                  <a:lnTo>
                    <a:pt x="409" y="786"/>
                  </a:lnTo>
                  <a:lnTo>
                    <a:pt x="412" y="786"/>
                  </a:lnTo>
                  <a:lnTo>
                    <a:pt x="414" y="785"/>
                  </a:lnTo>
                  <a:lnTo>
                    <a:pt x="417" y="784"/>
                  </a:lnTo>
                  <a:lnTo>
                    <a:pt x="419" y="782"/>
                  </a:lnTo>
                  <a:lnTo>
                    <a:pt x="421" y="780"/>
                  </a:lnTo>
                  <a:lnTo>
                    <a:pt x="423" y="778"/>
                  </a:lnTo>
                  <a:lnTo>
                    <a:pt x="424" y="774"/>
                  </a:lnTo>
                  <a:lnTo>
                    <a:pt x="424" y="771"/>
                  </a:lnTo>
                  <a:lnTo>
                    <a:pt x="424" y="696"/>
                  </a:lnTo>
                  <a:lnTo>
                    <a:pt x="423" y="688"/>
                  </a:lnTo>
                  <a:lnTo>
                    <a:pt x="421" y="680"/>
                  </a:lnTo>
                  <a:lnTo>
                    <a:pt x="419" y="672"/>
                  </a:lnTo>
                  <a:lnTo>
                    <a:pt x="415" y="665"/>
                  </a:lnTo>
                  <a:lnTo>
                    <a:pt x="411" y="659"/>
                  </a:lnTo>
                  <a:lnTo>
                    <a:pt x="405" y="653"/>
                  </a:lnTo>
                  <a:lnTo>
                    <a:pt x="400" y="648"/>
                  </a:lnTo>
                  <a:lnTo>
                    <a:pt x="394" y="644"/>
                  </a:lnTo>
                  <a:lnTo>
                    <a:pt x="394" y="424"/>
                  </a:lnTo>
                  <a:lnTo>
                    <a:pt x="515" y="424"/>
                  </a:lnTo>
                  <a:lnTo>
                    <a:pt x="515" y="644"/>
                  </a:lnTo>
                  <a:lnTo>
                    <a:pt x="508" y="648"/>
                  </a:lnTo>
                  <a:lnTo>
                    <a:pt x="502" y="653"/>
                  </a:lnTo>
                  <a:lnTo>
                    <a:pt x="497" y="659"/>
                  </a:lnTo>
                  <a:lnTo>
                    <a:pt x="492" y="665"/>
                  </a:lnTo>
                  <a:lnTo>
                    <a:pt x="489" y="672"/>
                  </a:lnTo>
                  <a:lnTo>
                    <a:pt x="486" y="680"/>
                  </a:lnTo>
                  <a:lnTo>
                    <a:pt x="485" y="688"/>
                  </a:lnTo>
                  <a:lnTo>
                    <a:pt x="484" y="696"/>
                  </a:lnTo>
                  <a:lnTo>
                    <a:pt x="484" y="771"/>
                  </a:lnTo>
                  <a:lnTo>
                    <a:pt x="485" y="774"/>
                  </a:lnTo>
                  <a:lnTo>
                    <a:pt x="486" y="778"/>
                  </a:lnTo>
                  <a:lnTo>
                    <a:pt x="487" y="780"/>
                  </a:lnTo>
                  <a:lnTo>
                    <a:pt x="489" y="782"/>
                  </a:lnTo>
                  <a:lnTo>
                    <a:pt x="491" y="784"/>
                  </a:lnTo>
                  <a:lnTo>
                    <a:pt x="493" y="785"/>
                  </a:lnTo>
                  <a:lnTo>
                    <a:pt x="497" y="786"/>
                  </a:lnTo>
                  <a:lnTo>
                    <a:pt x="500" y="786"/>
                  </a:lnTo>
                  <a:lnTo>
                    <a:pt x="892" y="786"/>
                  </a:lnTo>
                  <a:lnTo>
                    <a:pt x="896" y="786"/>
                  </a:lnTo>
                  <a:lnTo>
                    <a:pt x="899" y="785"/>
                  </a:lnTo>
                  <a:lnTo>
                    <a:pt x="901" y="784"/>
                  </a:lnTo>
                  <a:lnTo>
                    <a:pt x="903" y="782"/>
                  </a:lnTo>
                  <a:lnTo>
                    <a:pt x="905" y="780"/>
                  </a:lnTo>
                  <a:lnTo>
                    <a:pt x="906" y="778"/>
                  </a:lnTo>
                  <a:lnTo>
                    <a:pt x="907" y="774"/>
                  </a:lnTo>
                  <a:lnTo>
                    <a:pt x="907" y="771"/>
                  </a:lnTo>
                  <a:lnTo>
                    <a:pt x="907" y="696"/>
                  </a:lnTo>
                  <a:lnTo>
                    <a:pt x="907" y="688"/>
                  </a:lnTo>
                  <a:lnTo>
                    <a:pt x="905" y="680"/>
                  </a:lnTo>
                  <a:lnTo>
                    <a:pt x="903" y="672"/>
                  </a:lnTo>
                  <a:lnTo>
                    <a:pt x="900" y="665"/>
                  </a:lnTo>
                  <a:lnTo>
                    <a:pt x="896" y="659"/>
                  </a:lnTo>
                  <a:lnTo>
                    <a:pt x="890" y="653"/>
                  </a:lnTo>
                  <a:lnTo>
                    <a:pt x="884" y="648"/>
                  </a:lnTo>
                  <a:lnTo>
                    <a:pt x="877" y="64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405" name="Google Shape;405;p41"/>
            <p:cNvSpPr/>
            <p:nvPr/>
          </p:nvSpPr>
          <p:spPr>
            <a:xfrm>
              <a:off x="487363" y="957263"/>
              <a:ext cx="76200" cy="57150"/>
            </a:xfrm>
            <a:custGeom>
              <a:avLst/>
              <a:gdLst/>
              <a:ahLst/>
              <a:cxnLst/>
              <a:rect l="l" t="t" r="r" b="b"/>
              <a:pathLst>
                <a:path w="242" h="181" extrusionOk="0">
                  <a:moveTo>
                    <a:pt x="212" y="151"/>
                  </a:moveTo>
                  <a:lnTo>
                    <a:pt x="30" y="151"/>
                  </a:lnTo>
                  <a:lnTo>
                    <a:pt x="30" y="30"/>
                  </a:lnTo>
                  <a:lnTo>
                    <a:pt x="212" y="30"/>
                  </a:lnTo>
                  <a:lnTo>
                    <a:pt x="212" y="151"/>
                  </a:lnTo>
                  <a:close/>
                  <a:moveTo>
                    <a:pt x="227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6" y="2"/>
                  </a:lnTo>
                  <a:lnTo>
                    <a:pt x="4" y="4"/>
                  </a:lnTo>
                  <a:lnTo>
                    <a:pt x="3" y="6"/>
                  </a:lnTo>
                  <a:lnTo>
                    <a:pt x="1" y="8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1"/>
                  </a:lnTo>
                  <a:lnTo>
                    <a:pt x="3" y="175"/>
                  </a:lnTo>
                  <a:lnTo>
                    <a:pt x="4" y="177"/>
                  </a:lnTo>
                  <a:lnTo>
                    <a:pt x="6" y="179"/>
                  </a:lnTo>
                  <a:lnTo>
                    <a:pt x="10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227" y="181"/>
                  </a:lnTo>
                  <a:lnTo>
                    <a:pt x="230" y="181"/>
                  </a:lnTo>
                  <a:lnTo>
                    <a:pt x="233" y="180"/>
                  </a:lnTo>
                  <a:lnTo>
                    <a:pt x="236" y="178"/>
                  </a:lnTo>
                  <a:lnTo>
                    <a:pt x="238" y="177"/>
                  </a:lnTo>
                  <a:lnTo>
                    <a:pt x="239" y="175"/>
                  </a:lnTo>
                  <a:lnTo>
                    <a:pt x="241" y="171"/>
                  </a:lnTo>
                  <a:lnTo>
                    <a:pt x="242" y="169"/>
                  </a:lnTo>
                  <a:lnTo>
                    <a:pt x="242" y="166"/>
                  </a:lnTo>
                  <a:lnTo>
                    <a:pt x="242" y="15"/>
                  </a:lnTo>
                  <a:lnTo>
                    <a:pt x="242" y="12"/>
                  </a:lnTo>
                  <a:lnTo>
                    <a:pt x="241" y="8"/>
                  </a:lnTo>
                  <a:lnTo>
                    <a:pt x="239" y="6"/>
                  </a:lnTo>
                  <a:lnTo>
                    <a:pt x="238" y="4"/>
                  </a:lnTo>
                  <a:lnTo>
                    <a:pt x="236" y="2"/>
                  </a:lnTo>
                  <a:lnTo>
                    <a:pt x="233" y="1"/>
                  </a:lnTo>
                  <a:lnTo>
                    <a:pt x="230" y="0"/>
                  </a:lnTo>
                  <a:lnTo>
                    <a:pt x="2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406" name="Google Shape;406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407" name="Google Shape;407;p41" descr="C:\Users\Admin\Downloads\logo (2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37606" y="5569228"/>
            <a:ext cx="131445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41"/>
          <p:cNvSpPr txBox="1"/>
          <p:nvPr/>
        </p:nvSpPr>
        <p:spPr>
          <a:xfrm>
            <a:off x="1285876" y="327481"/>
            <a:ext cx="9636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 err="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Semrush</a:t>
            </a:r>
            <a:r>
              <a:rPr lang="en-US" sz="2800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2800" dirty="0" smtClean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Overview </a:t>
            </a:r>
            <a:endParaRPr sz="2800" b="0" i="0" u="none" strike="noStrike" cap="none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0" name="Google Shape;410;p41"/>
          <p:cNvSpPr txBox="1"/>
          <p:nvPr/>
        </p:nvSpPr>
        <p:spPr>
          <a:xfrm>
            <a:off x="6488482" y="1465545"/>
            <a:ext cx="5155918" cy="1314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Organic traffic, </a:t>
            </a:r>
            <a:r>
              <a:rPr lang="en-US" sz="2000" b="1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Organic Keywords Are Improved.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dk1"/>
              </a:solidFill>
              <a:latin typeface="Calibri" pitchFamily="34" charset="0"/>
              <a:cs typeface="Calibri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Referring Domains and Backlink Count Improved Monthly</a:t>
            </a:r>
            <a:endParaRPr sz="2000" b="1" dirty="0">
              <a:solidFill>
                <a:schemeClr val="dk1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038" y="1024264"/>
            <a:ext cx="4474466" cy="3132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956" y="4156390"/>
            <a:ext cx="10429875" cy="2324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1a7d45fbd8_1_42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320" name="Google Shape;320;g31a7d45fbd8_1_42"/>
          <p:cNvGrpSpPr/>
          <p:nvPr/>
        </p:nvGrpSpPr>
        <p:grpSpPr>
          <a:xfrm>
            <a:off x="271463" y="171450"/>
            <a:ext cx="790650" cy="743100"/>
            <a:chOff x="11182350" y="171450"/>
            <a:chExt cx="790650" cy="743100"/>
          </a:xfrm>
        </p:grpSpPr>
        <p:sp>
          <p:nvSpPr>
            <p:cNvPr id="321" name="Google Shape;321;g31a7d45fbd8_1_42"/>
            <p:cNvSpPr/>
            <p:nvPr/>
          </p:nvSpPr>
          <p:spPr>
            <a:xfrm>
              <a:off x="11182350" y="17145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22" name="Google Shape;322;g31a7d45fbd8_1_42"/>
            <p:cNvSpPr/>
            <p:nvPr/>
          </p:nvSpPr>
          <p:spPr>
            <a:xfrm>
              <a:off x="11925300" y="171450"/>
              <a:ext cx="47700" cy="95400"/>
            </a:xfrm>
            <a:prstGeom prst="rtTriangle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23" name="Google Shape;323;g31a7d45fbd8_1_42"/>
            <p:cNvSpPr/>
            <p:nvPr/>
          </p:nvSpPr>
          <p:spPr>
            <a:xfrm rot="10800000" flipH="1">
              <a:off x="11925300" y="819300"/>
              <a:ext cx="47700" cy="95100"/>
            </a:xfrm>
            <a:prstGeom prst="rtTriangle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324" name="Google Shape;324;g31a7d45fbd8_1_42"/>
          <p:cNvGrpSpPr/>
          <p:nvPr/>
        </p:nvGrpSpPr>
        <p:grpSpPr>
          <a:xfrm>
            <a:off x="451715" y="377055"/>
            <a:ext cx="382446" cy="331737"/>
            <a:chOff x="304800" y="822325"/>
            <a:chExt cx="287338" cy="249239"/>
          </a:xfrm>
        </p:grpSpPr>
        <p:sp>
          <p:nvSpPr>
            <p:cNvPr id="325" name="Google Shape;325;g31a7d45fbd8_1_42"/>
            <p:cNvSpPr/>
            <p:nvPr/>
          </p:nvSpPr>
          <p:spPr>
            <a:xfrm>
              <a:off x="333375" y="957263"/>
              <a:ext cx="76200" cy="57150"/>
            </a:xfrm>
            <a:custGeom>
              <a:avLst/>
              <a:gdLst/>
              <a:ahLst/>
              <a:cxnLst/>
              <a:rect l="l" t="t" r="r" b="b"/>
              <a:pathLst>
                <a:path w="241" h="181" extrusionOk="0">
                  <a:moveTo>
                    <a:pt x="211" y="151"/>
                  </a:moveTo>
                  <a:lnTo>
                    <a:pt x="30" y="151"/>
                  </a:lnTo>
                  <a:lnTo>
                    <a:pt x="30" y="30"/>
                  </a:lnTo>
                  <a:lnTo>
                    <a:pt x="211" y="30"/>
                  </a:lnTo>
                  <a:lnTo>
                    <a:pt x="211" y="151"/>
                  </a:lnTo>
                  <a:close/>
                  <a:moveTo>
                    <a:pt x="226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4" y="4"/>
                  </a:lnTo>
                  <a:lnTo>
                    <a:pt x="2" y="6"/>
                  </a:lnTo>
                  <a:lnTo>
                    <a:pt x="1" y="8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1"/>
                  </a:lnTo>
                  <a:lnTo>
                    <a:pt x="2" y="175"/>
                  </a:lnTo>
                  <a:lnTo>
                    <a:pt x="4" y="177"/>
                  </a:lnTo>
                  <a:lnTo>
                    <a:pt x="7" y="179"/>
                  </a:lnTo>
                  <a:lnTo>
                    <a:pt x="9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226" y="181"/>
                  </a:lnTo>
                  <a:lnTo>
                    <a:pt x="230" y="181"/>
                  </a:lnTo>
                  <a:lnTo>
                    <a:pt x="233" y="180"/>
                  </a:lnTo>
                  <a:lnTo>
                    <a:pt x="235" y="178"/>
                  </a:lnTo>
                  <a:lnTo>
                    <a:pt x="237" y="177"/>
                  </a:lnTo>
                  <a:lnTo>
                    <a:pt x="239" y="175"/>
                  </a:lnTo>
                  <a:lnTo>
                    <a:pt x="240" y="171"/>
                  </a:lnTo>
                  <a:lnTo>
                    <a:pt x="241" y="169"/>
                  </a:lnTo>
                  <a:lnTo>
                    <a:pt x="241" y="166"/>
                  </a:lnTo>
                  <a:lnTo>
                    <a:pt x="241" y="15"/>
                  </a:lnTo>
                  <a:lnTo>
                    <a:pt x="241" y="12"/>
                  </a:lnTo>
                  <a:lnTo>
                    <a:pt x="240" y="8"/>
                  </a:lnTo>
                  <a:lnTo>
                    <a:pt x="239" y="6"/>
                  </a:lnTo>
                  <a:lnTo>
                    <a:pt x="237" y="4"/>
                  </a:lnTo>
                  <a:lnTo>
                    <a:pt x="235" y="2"/>
                  </a:lnTo>
                  <a:lnTo>
                    <a:pt x="233" y="1"/>
                  </a:lnTo>
                  <a:lnTo>
                    <a:pt x="230" y="0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26" name="Google Shape;326;g31a7d45fbd8_1_42"/>
            <p:cNvSpPr/>
            <p:nvPr/>
          </p:nvSpPr>
          <p:spPr>
            <a:xfrm>
              <a:off x="409575" y="841375"/>
              <a:ext cx="77788" cy="57150"/>
            </a:xfrm>
            <a:custGeom>
              <a:avLst/>
              <a:gdLst/>
              <a:ahLst/>
              <a:cxnLst/>
              <a:rect l="l" t="t" r="r" b="b"/>
              <a:pathLst>
                <a:path w="243" h="182" extrusionOk="0">
                  <a:moveTo>
                    <a:pt x="213" y="152"/>
                  </a:moveTo>
                  <a:lnTo>
                    <a:pt x="32" y="152"/>
                  </a:lnTo>
                  <a:lnTo>
                    <a:pt x="32" y="30"/>
                  </a:lnTo>
                  <a:lnTo>
                    <a:pt x="213" y="30"/>
                  </a:lnTo>
                  <a:lnTo>
                    <a:pt x="213" y="152"/>
                  </a:lnTo>
                  <a:close/>
                  <a:moveTo>
                    <a:pt x="228" y="0"/>
                  </a:moveTo>
                  <a:lnTo>
                    <a:pt x="15" y="0"/>
                  </a:lnTo>
                  <a:lnTo>
                    <a:pt x="13" y="0"/>
                  </a:lnTo>
                  <a:lnTo>
                    <a:pt x="10" y="1"/>
                  </a:lnTo>
                  <a:lnTo>
                    <a:pt x="8" y="3"/>
                  </a:lnTo>
                  <a:lnTo>
                    <a:pt x="6" y="5"/>
                  </a:lnTo>
                  <a:lnTo>
                    <a:pt x="4" y="7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0" y="15"/>
                  </a:lnTo>
                  <a:lnTo>
                    <a:pt x="0" y="167"/>
                  </a:lnTo>
                  <a:lnTo>
                    <a:pt x="2" y="170"/>
                  </a:lnTo>
                  <a:lnTo>
                    <a:pt x="2" y="173"/>
                  </a:lnTo>
                  <a:lnTo>
                    <a:pt x="4" y="175"/>
                  </a:lnTo>
                  <a:lnTo>
                    <a:pt x="6" y="177"/>
                  </a:lnTo>
                  <a:lnTo>
                    <a:pt x="8" y="179"/>
                  </a:lnTo>
                  <a:lnTo>
                    <a:pt x="10" y="180"/>
                  </a:lnTo>
                  <a:lnTo>
                    <a:pt x="13" y="182"/>
                  </a:lnTo>
                  <a:lnTo>
                    <a:pt x="15" y="182"/>
                  </a:lnTo>
                  <a:lnTo>
                    <a:pt x="228" y="182"/>
                  </a:lnTo>
                  <a:lnTo>
                    <a:pt x="231" y="182"/>
                  </a:lnTo>
                  <a:lnTo>
                    <a:pt x="233" y="180"/>
                  </a:lnTo>
                  <a:lnTo>
                    <a:pt x="236" y="179"/>
                  </a:lnTo>
                  <a:lnTo>
                    <a:pt x="239" y="177"/>
                  </a:lnTo>
                  <a:lnTo>
                    <a:pt x="241" y="175"/>
                  </a:lnTo>
                  <a:lnTo>
                    <a:pt x="242" y="173"/>
                  </a:lnTo>
                  <a:lnTo>
                    <a:pt x="243" y="170"/>
                  </a:lnTo>
                  <a:lnTo>
                    <a:pt x="243" y="167"/>
                  </a:lnTo>
                  <a:lnTo>
                    <a:pt x="243" y="15"/>
                  </a:lnTo>
                  <a:lnTo>
                    <a:pt x="243" y="12"/>
                  </a:lnTo>
                  <a:lnTo>
                    <a:pt x="242" y="10"/>
                  </a:lnTo>
                  <a:lnTo>
                    <a:pt x="241" y="7"/>
                  </a:lnTo>
                  <a:lnTo>
                    <a:pt x="239" y="5"/>
                  </a:lnTo>
                  <a:lnTo>
                    <a:pt x="236" y="4"/>
                  </a:lnTo>
                  <a:lnTo>
                    <a:pt x="233" y="1"/>
                  </a:lnTo>
                  <a:lnTo>
                    <a:pt x="231" y="0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27" name="Google Shape;327;g31a7d45fbd8_1_42"/>
            <p:cNvSpPr/>
            <p:nvPr/>
          </p:nvSpPr>
          <p:spPr>
            <a:xfrm>
              <a:off x="304800" y="822325"/>
              <a:ext cx="287338" cy="249239"/>
            </a:xfrm>
            <a:custGeom>
              <a:avLst/>
              <a:gdLst/>
              <a:ahLst/>
              <a:cxnLst/>
              <a:rect l="l" t="t" r="r" b="b"/>
              <a:pathLst>
                <a:path w="907" h="786" extrusionOk="0">
                  <a:moveTo>
                    <a:pt x="877" y="756"/>
                  </a:moveTo>
                  <a:lnTo>
                    <a:pt x="515" y="756"/>
                  </a:lnTo>
                  <a:lnTo>
                    <a:pt x="515" y="696"/>
                  </a:lnTo>
                  <a:lnTo>
                    <a:pt x="515" y="690"/>
                  </a:lnTo>
                  <a:lnTo>
                    <a:pt x="517" y="684"/>
                  </a:lnTo>
                  <a:lnTo>
                    <a:pt x="520" y="679"/>
                  </a:lnTo>
                  <a:lnTo>
                    <a:pt x="523" y="675"/>
                  </a:lnTo>
                  <a:lnTo>
                    <a:pt x="528" y="670"/>
                  </a:lnTo>
                  <a:lnTo>
                    <a:pt x="533" y="668"/>
                  </a:lnTo>
                  <a:lnTo>
                    <a:pt x="538" y="666"/>
                  </a:lnTo>
                  <a:lnTo>
                    <a:pt x="545" y="665"/>
                  </a:lnTo>
                  <a:lnTo>
                    <a:pt x="847" y="665"/>
                  </a:lnTo>
                  <a:lnTo>
                    <a:pt x="854" y="666"/>
                  </a:lnTo>
                  <a:lnTo>
                    <a:pt x="859" y="668"/>
                  </a:lnTo>
                  <a:lnTo>
                    <a:pt x="864" y="670"/>
                  </a:lnTo>
                  <a:lnTo>
                    <a:pt x="869" y="675"/>
                  </a:lnTo>
                  <a:lnTo>
                    <a:pt x="872" y="679"/>
                  </a:lnTo>
                  <a:lnTo>
                    <a:pt x="875" y="684"/>
                  </a:lnTo>
                  <a:lnTo>
                    <a:pt x="877" y="690"/>
                  </a:lnTo>
                  <a:lnTo>
                    <a:pt x="877" y="696"/>
                  </a:lnTo>
                  <a:lnTo>
                    <a:pt x="877" y="756"/>
                  </a:lnTo>
                  <a:close/>
                  <a:moveTo>
                    <a:pt x="545" y="424"/>
                  </a:moveTo>
                  <a:lnTo>
                    <a:pt x="545" y="417"/>
                  </a:lnTo>
                  <a:lnTo>
                    <a:pt x="547" y="412"/>
                  </a:lnTo>
                  <a:lnTo>
                    <a:pt x="550" y="407"/>
                  </a:lnTo>
                  <a:lnTo>
                    <a:pt x="553" y="402"/>
                  </a:lnTo>
                  <a:lnTo>
                    <a:pt x="558" y="398"/>
                  </a:lnTo>
                  <a:lnTo>
                    <a:pt x="563" y="396"/>
                  </a:lnTo>
                  <a:lnTo>
                    <a:pt x="568" y="394"/>
                  </a:lnTo>
                  <a:lnTo>
                    <a:pt x="575" y="393"/>
                  </a:lnTo>
                  <a:lnTo>
                    <a:pt x="817" y="393"/>
                  </a:lnTo>
                  <a:lnTo>
                    <a:pt x="823" y="394"/>
                  </a:lnTo>
                  <a:lnTo>
                    <a:pt x="829" y="396"/>
                  </a:lnTo>
                  <a:lnTo>
                    <a:pt x="834" y="398"/>
                  </a:lnTo>
                  <a:lnTo>
                    <a:pt x="839" y="402"/>
                  </a:lnTo>
                  <a:lnTo>
                    <a:pt x="842" y="407"/>
                  </a:lnTo>
                  <a:lnTo>
                    <a:pt x="845" y="412"/>
                  </a:lnTo>
                  <a:lnTo>
                    <a:pt x="846" y="417"/>
                  </a:lnTo>
                  <a:lnTo>
                    <a:pt x="847" y="424"/>
                  </a:lnTo>
                  <a:lnTo>
                    <a:pt x="847" y="635"/>
                  </a:lnTo>
                  <a:lnTo>
                    <a:pt x="545" y="635"/>
                  </a:lnTo>
                  <a:lnTo>
                    <a:pt x="545" y="424"/>
                  </a:lnTo>
                  <a:close/>
                  <a:moveTo>
                    <a:pt x="385" y="393"/>
                  </a:moveTo>
                  <a:lnTo>
                    <a:pt x="381" y="386"/>
                  </a:lnTo>
                  <a:lnTo>
                    <a:pt x="375" y="381"/>
                  </a:lnTo>
                  <a:lnTo>
                    <a:pt x="370" y="376"/>
                  </a:lnTo>
                  <a:lnTo>
                    <a:pt x="364" y="371"/>
                  </a:lnTo>
                  <a:lnTo>
                    <a:pt x="356" y="368"/>
                  </a:lnTo>
                  <a:lnTo>
                    <a:pt x="349" y="365"/>
                  </a:lnTo>
                  <a:lnTo>
                    <a:pt x="341" y="364"/>
                  </a:lnTo>
                  <a:lnTo>
                    <a:pt x="332" y="363"/>
                  </a:lnTo>
                  <a:lnTo>
                    <a:pt x="272" y="363"/>
                  </a:lnTo>
                  <a:lnTo>
                    <a:pt x="272" y="333"/>
                  </a:lnTo>
                  <a:lnTo>
                    <a:pt x="273" y="326"/>
                  </a:lnTo>
                  <a:lnTo>
                    <a:pt x="275" y="321"/>
                  </a:lnTo>
                  <a:lnTo>
                    <a:pt x="278" y="316"/>
                  </a:lnTo>
                  <a:lnTo>
                    <a:pt x="281" y="311"/>
                  </a:lnTo>
                  <a:lnTo>
                    <a:pt x="285" y="308"/>
                  </a:lnTo>
                  <a:lnTo>
                    <a:pt x="291" y="305"/>
                  </a:lnTo>
                  <a:lnTo>
                    <a:pt x="296" y="303"/>
                  </a:lnTo>
                  <a:lnTo>
                    <a:pt x="302" y="303"/>
                  </a:lnTo>
                  <a:lnTo>
                    <a:pt x="605" y="303"/>
                  </a:lnTo>
                  <a:lnTo>
                    <a:pt x="611" y="303"/>
                  </a:lnTo>
                  <a:lnTo>
                    <a:pt x="617" y="305"/>
                  </a:lnTo>
                  <a:lnTo>
                    <a:pt x="622" y="308"/>
                  </a:lnTo>
                  <a:lnTo>
                    <a:pt x="626" y="311"/>
                  </a:lnTo>
                  <a:lnTo>
                    <a:pt x="631" y="316"/>
                  </a:lnTo>
                  <a:lnTo>
                    <a:pt x="633" y="321"/>
                  </a:lnTo>
                  <a:lnTo>
                    <a:pt x="635" y="326"/>
                  </a:lnTo>
                  <a:lnTo>
                    <a:pt x="636" y="333"/>
                  </a:lnTo>
                  <a:lnTo>
                    <a:pt x="636" y="363"/>
                  </a:lnTo>
                  <a:lnTo>
                    <a:pt x="575" y="363"/>
                  </a:lnTo>
                  <a:lnTo>
                    <a:pt x="566" y="364"/>
                  </a:lnTo>
                  <a:lnTo>
                    <a:pt x="559" y="365"/>
                  </a:lnTo>
                  <a:lnTo>
                    <a:pt x="551" y="368"/>
                  </a:lnTo>
                  <a:lnTo>
                    <a:pt x="545" y="371"/>
                  </a:lnTo>
                  <a:lnTo>
                    <a:pt x="538" y="376"/>
                  </a:lnTo>
                  <a:lnTo>
                    <a:pt x="532" y="381"/>
                  </a:lnTo>
                  <a:lnTo>
                    <a:pt x="528" y="386"/>
                  </a:lnTo>
                  <a:lnTo>
                    <a:pt x="523" y="393"/>
                  </a:lnTo>
                  <a:lnTo>
                    <a:pt x="385" y="393"/>
                  </a:lnTo>
                  <a:close/>
                  <a:moveTo>
                    <a:pt x="60" y="635"/>
                  </a:moveTo>
                  <a:lnTo>
                    <a:pt x="60" y="424"/>
                  </a:lnTo>
                  <a:lnTo>
                    <a:pt x="61" y="417"/>
                  </a:lnTo>
                  <a:lnTo>
                    <a:pt x="63" y="412"/>
                  </a:lnTo>
                  <a:lnTo>
                    <a:pt x="65" y="407"/>
                  </a:lnTo>
                  <a:lnTo>
                    <a:pt x="70" y="402"/>
                  </a:lnTo>
                  <a:lnTo>
                    <a:pt x="74" y="398"/>
                  </a:lnTo>
                  <a:lnTo>
                    <a:pt x="79" y="396"/>
                  </a:lnTo>
                  <a:lnTo>
                    <a:pt x="85" y="394"/>
                  </a:lnTo>
                  <a:lnTo>
                    <a:pt x="91" y="393"/>
                  </a:lnTo>
                  <a:lnTo>
                    <a:pt x="332" y="393"/>
                  </a:lnTo>
                  <a:lnTo>
                    <a:pt x="339" y="394"/>
                  </a:lnTo>
                  <a:lnTo>
                    <a:pt x="344" y="396"/>
                  </a:lnTo>
                  <a:lnTo>
                    <a:pt x="350" y="398"/>
                  </a:lnTo>
                  <a:lnTo>
                    <a:pt x="354" y="402"/>
                  </a:lnTo>
                  <a:lnTo>
                    <a:pt x="358" y="407"/>
                  </a:lnTo>
                  <a:lnTo>
                    <a:pt x="360" y="412"/>
                  </a:lnTo>
                  <a:lnTo>
                    <a:pt x="363" y="417"/>
                  </a:lnTo>
                  <a:lnTo>
                    <a:pt x="364" y="424"/>
                  </a:lnTo>
                  <a:lnTo>
                    <a:pt x="364" y="635"/>
                  </a:lnTo>
                  <a:lnTo>
                    <a:pt x="60" y="635"/>
                  </a:lnTo>
                  <a:close/>
                  <a:moveTo>
                    <a:pt x="394" y="756"/>
                  </a:moveTo>
                  <a:lnTo>
                    <a:pt x="30" y="756"/>
                  </a:lnTo>
                  <a:lnTo>
                    <a:pt x="30" y="696"/>
                  </a:lnTo>
                  <a:lnTo>
                    <a:pt x="31" y="690"/>
                  </a:lnTo>
                  <a:lnTo>
                    <a:pt x="32" y="684"/>
                  </a:lnTo>
                  <a:lnTo>
                    <a:pt x="35" y="679"/>
                  </a:lnTo>
                  <a:lnTo>
                    <a:pt x="40" y="675"/>
                  </a:lnTo>
                  <a:lnTo>
                    <a:pt x="44" y="670"/>
                  </a:lnTo>
                  <a:lnTo>
                    <a:pt x="48" y="668"/>
                  </a:lnTo>
                  <a:lnTo>
                    <a:pt x="55" y="666"/>
                  </a:lnTo>
                  <a:lnTo>
                    <a:pt x="60" y="665"/>
                  </a:lnTo>
                  <a:lnTo>
                    <a:pt x="364" y="665"/>
                  </a:lnTo>
                  <a:lnTo>
                    <a:pt x="369" y="666"/>
                  </a:lnTo>
                  <a:lnTo>
                    <a:pt x="375" y="668"/>
                  </a:lnTo>
                  <a:lnTo>
                    <a:pt x="380" y="670"/>
                  </a:lnTo>
                  <a:lnTo>
                    <a:pt x="385" y="675"/>
                  </a:lnTo>
                  <a:lnTo>
                    <a:pt x="388" y="679"/>
                  </a:lnTo>
                  <a:lnTo>
                    <a:pt x="391" y="684"/>
                  </a:lnTo>
                  <a:lnTo>
                    <a:pt x="393" y="690"/>
                  </a:lnTo>
                  <a:lnTo>
                    <a:pt x="394" y="696"/>
                  </a:lnTo>
                  <a:lnTo>
                    <a:pt x="394" y="756"/>
                  </a:lnTo>
                  <a:close/>
                  <a:moveTo>
                    <a:pt x="302" y="60"/>
                  </a:moveTo>
                  <a:lnTo>
                    <a:pt x="304" y="54"/>
                  </a:lnTo>
                  <a:lnTo>
                    <a:pt x="305" y="49"/>
                  </a:lnTo>
                  <a:lnTo>
                    <a:pt x="308" y="43"/>
                  </a:lnTo>
                  <a:lnTo>
                    <a:pt x="311" y="39"/>
                  </a:lnTo>
                  <a:lnTo>
                    <a:pt x="316" y="36"/>
                  </a:lnTo>
                  <a:lnTo>
                    <a:pt x="321" y="33"/>
                  </a:lnTo>
                  <a:lnTo>
                    <a:pt x="327" y="30"/>
                  </a:lnTo>
                  <a:lnTo>
                    <a:pt x="332" y="30"/>
                  </a:lnTo>
                  <a:lnTo>
                    <a:pt x="575" y="30"/>
                  </a:lnTo>
                  <a:lnTo>
                    <a:pt x="581" y="30"/>
                  </a:lnTo>
                  <a:lnTo>
                    <a:pt x="587" y="33"/>
                  </a:lnTo>
                  <a:lnTo>
                    <a:pt x="592" y="36"/>
                  </a:lnTo>
                  <a:lnTo>
                    <a:pt x="596" y="39"/>
                  </a:lnTo>
                  <a:lnTo>
                    <a:pt x="600" y="43"/>
                  </a:lnTo>
                  <a:lnTo>
                    <a:pt x="603" y="49"/>
                  </a:lnTo>
                  <a:lnTo>
                    <a:pt x="605" y="54"/>
                  </a:lnTo>
                  <a:lnTo>
                    <a:pt x="605" y="60"/>
                  </a:lnTo>
                  <a:lnTo>
                    <a:pt x="605" y="273"/>
                  </a:lnTo>
                  <a:lnTo>
                    <a:pt x="302" y="273"/>
                  </a:lnTo>
                  <a:lnTo>
                    <a:pt x="302" y="60"/>
                  </a:lnTo>
                  <a:close/>
                  <a:moveTo>
                    <a:pt x="877" y="644"/>
                  </a:moveTo>
                  <a:lnTo>
                    <a:pt x="877" y="424"/>
                  </a:lnTo>
                  <a:lnTo>
                    <a:pt x="877" y="417"/>
                  </a:lnTo>
                  <a:lnTo>
                    <a:pt x="876" y="411"/>
                  </a:lnTo>
                  <a:lnTo>
                    <a:pt x="875" y="406"/>
                  </a:lnTo>
                  <a:lnTo>
                    <a:pt x="873" y="400"/>
                  </a:lnTo>
                  <a:lnTo>
                    <a:pt x="870" y="395"/>
                  </a:lnTo>
                  <a:lnTo>
                    <a:pt x="868" y="389"/>
                  </a:lnTo>
                  <a:lnTo>
                    <a:pt x="863" y="385"/>
                  </a:lnTo>
                  <a:lnTo>
                    <a:pt x="860" y="381"/>
                  </a:lnTo>
                  <a:lnTo>
                    <a:pt x="856" y="377"/>
                  </a:lnTo>
                  <a:lnTo>
                    <a:pt x="850" y="373"/>
                  </a:lnTo>
                  <a:lnTo>
                    <a:pt x="846" y="370"/>
                  </a:lnTo>
                  <a:lnTo>
                    <a:pt x="841" y="368"/>
                  </a:lnTo>
                  <a:lnTo>
                    <a:pt x="835" y="366"/>
                  </a:lnTo>
                  <a:lnTo>
                    <a:pt x="829" y="364"/>
                  </a:lnTo>
                  <a:lnTo>
                    <a:pt x="824" y="364"/>
                  </a:lnTo>
                  <a:lnTo>
                    <a:pt x="817" y="363"/>
                  </a:lnTo>
                  <a:lnTo>
                    <a:pt x="666" y="363"/>
                  </a:lnTo>
                  <a:lnTo>
                    <a:pt x="666" y="333"/>
                  </a:lnTo>
                  <a:lnTo>
                    <a:pt x="665" y="324"/>
                  </a:lnTo>
                  <a:lnTo>
                    <a:pt x="664" y="317"/>
                  </a:lnTo>
                  <a:lnTo>
                    <a:pt x="661" y="309"/>
                  </a:lnTo>
                  <a:lnTo>
                    <a:pt x="657" y="303"/>
                  </a:lnTo>
                  <a:lnTo>
                    <a:pt x="653" y="296"/>
                  </a:lnTo>
                  <a:lnTo>
                    <a:pt x="648" y="290"/>
                  </a:lnTo>
                  <a:lnTo>
                    <a:pt x="642" y="284"/>
                  </a:lnTo>
                  <a:lnTo>
                    <a:pt x="636" y="280"/>
                  </a:lnTo>
                  <a:lnTo>
                    <a:pt x="636" y="60"/>
                  </a:lnTo>
                  <a:lnTo>
                    <a:pt x="635" y="54"/>
                  </a:lnTo>
                  <a:lnTo>
                    <a:pt x="634" y="49"/>
                  </a:lnTo>
                  <a:lnTo>
                    <a:pt x="633" y="42"/>
                  </a:lnTo>
                  <a:lnTo>
                    <a:pt x="631" y="37"/>
                  </a:lnTo>
                  <a:lnTo>
                    <a:pt x="628" y="31"/>
                  </a:lnTo>
                  <a:lnTo>
                    <a:pt x="625" y="27"/>
                  </a:lnTo>
                  <a:lnTo>
                    <a:pt x="622" y="22"/>
                  </a:lnTo>
                  <a:lnTo>
                    <a:pt x="618" y="18"/>
                  </a:lnTo>
                  <a:lnTo>
                    <a:pt x="613" y="14"/>
                  </a:lnTo>
                  <a:lnTo>
                    <a:pt x="609" y="10"/>
                  </a:lnTo>
                  <a:lnTo>
                    <a:pt x="604" y="7"/>
                  </a:lnTo>
                  <a:lnTo>
                    <a:pt x="598" y="5"/>
                  </a:lnTo>
                  <a:lnTo>
                    <a:pt x="593" y="3"/>
                  </a:lnTo>
                  <a:lnTo>
                    <a:pt x="587" y="1"/>
                  </a:lnTo>
                  <a:lnTo>
                    <a:pt x="581" y="0"/>
                  </a:lnTo>
                  <a:lnTo>
                    <a:pt x="575" y="0"/>
                  </a:lnTo>
                  <a:lnTo>
                    <a:pt x="332" y="0"/>
                  </a:lnTo>
                  <a:lnTo>
                    <a:pt x="327" y="0"/>
                  </a:lnTo>
                  <a:lnTo>
                    <a:pt x="321" y="1"/>
                  </a:lnTo>
                  <a:lnTo>
                    <a:pt x="315" y="3"/>
                  </a:lnTo>
                  <a:lnTo>
                    <a:pt x="309" y="5"/>
                  </a:lnTo>
                  <a:lnTo>
                    <a:pt x="304" y="7"/>
                  </a:lnTo>
                  <a:lnTo>
                    <a:pt x="299" y="10"/>
                  </a:lnTo>
                  <a:lnTo>
                    <a:pt x="294" y="14"/>
                  </a:lnTo>
                  <a:lnTo>
                    <a:pt x="290" y="18"/>
                  </a:lnTo>
                  <a:lnTo>
                    <a:pt x="286" y="22"/>
                  </a:lnTo>
                  <a:lnTo>
                    <a:pt x="283" y="27"/>
                  </a:lnTo>
                  <a:lnTo>
                    <a:pt x="280" y="31"/>
                  </a:lnTo>
                  <a:lnTo>
                    <a:pt x="277" y="37"/>
                  </a:lnTo>
                  <a:lnTo>
                    <a:pt x="275" y="42"/>
                  </a:lnTo>
                  <a:lnTo>
                    <a:pt x="273" y="49"/>
                  </a:lnTo>
                  <a:lnTo>
                    <a:pt x="272" y="54"/>
                  </a:lnTo>
                  <a:lnTo>
                    <a:pt x="272" y="60"/>
                  </a:lnTo>
                  <a:lnTo>
                    <a:pt x="272" y="280"/>
                  </a:lnTo>
                  <a:lnTo>
                    <a:pt x="266" y="284"/>
                  </a:lnTo>
                  <a:lnTo>
                    <a:pt x="260" y="290"/>
                  </a:lnTo>
                  <a:lnTo>
                    <a:pt x="255" y="296"/>
                  </a:lnTo>
                  <a:lnTo>
                    <a:pt x="251" y="303"/>
                  </a:lnTo>
                  <a:lnTo>
                    <a:pt x="247" y="309"/>
                  </a:lnTo>
                  <a:lnTo>
                    <a:pt x="245" y="317"/>
                  </a:lnTo>
                  <a:lnTo>
                    <a:pt x="242" y="324"/>
                  </a:lnTo>
                  <a:lnTo>
                    <a:pt x="242" y="333"/>
                  </a:lnTo>
                  <a:lnTo>
                    <a:pt x="242" y="363"/>
                  </a:lnTo>
                  <a:lnTo>
                    <a:pt x="91" y="363"/>
                  </a:lnTo>
                  <a:lnTo>
                    <a:pt x="85" y="364"/>
                  </a:lnTo>
                  <a:lnTo>
                    <a:pt x="78" y="364"/>
                  </a:lnTo>
                  <a:lnTo>
                    <a:pt x="73" y="366"/>
                  </a:lnTo>
                  <a:lnTo>
                    <a:pt x="68" y="368"/>
                  </a:lnTo>
                  <a:lnTo>
                    <a:pt x="62" y="370"/>
                  </a:lnTo>
                  <a:lnTo>
                    <a:pt x="57" y="373"/>
                  </a:lnTo>
                  <a:lnTo>
                    <a:pt x="53" y="377"/>
                  </a:lnTo>
                  <a:lnTo>
                    <a:pt x="48" y="381"/>
                  </a:lnTo>
                  <a:lnTo>
                    <a:pt x="44" y="385"/>
                  </a:lnTo>
                  <a:lnTo>
                    <a:pt x="41" y="389"/>
                  </a:lnTo>
                  <a:lnTo>
                    <a:pt x="38" y="395"/>
                  </a:lnTo>
                  <a:lnTo>
                    <a:pt x="35" y="400"/>
                  </a:lnTo>
                  <a:lnTo>
                    <a:pt x="33" y="406"/>
                  </a:lnTo>
                  <a:lnTo>
                    <a:pt x="31" y="411"/>
                  </a:lnTo>
                  <a:lnTo>
                    <a:pt x="31" y="417"/>
                  </a:lnTo>
                  <a:lnTo>
                    <a:pt x="30" y="424"/>
                  </a:lnTo>
                  <a:lnTo>
                    <a:pt x="30" y="644"/>
                  </a:lnTo>
                  <a:lnTo>
                    <a:pt x="24" y="648"/>
                  </a:lnTo>
                  <a:lnTo>
                    <a:pt x="18" y="653"/>
                  </a:lnTo>
                  <a:lnTo>
                    <a:pt x="13" y="659"/>
                  </a:lnTo>
                  <a:lnTo>
                    <a:pt x="9" y="665"/>
                  </a:lnTo>
                  <a:lnTo>
                    <a:pt x="4" y="672"/>
                  </a:lnTo>
                  <a:lnTo>
                    <a:pt x="2" y="680"/>
                  </a:lnTo>
                  <a:lnTo>
                    <a:pt x="1" y="688"/>
                  </a:lnTo>
                  <a:lnTo>
                    <a:pt x="0" y="696"/>
                  </a:lnTo>
                  <a:lnTo>
                    <a:pt x="0" y="771"/>
                  </a:lnTo>
                  <a:lnTo>
                    <a:pt x="0" y="774"/>
                  </a:lnTo>
                  <a:lnTo>
                    <a:pt x="1" y="778"/>
                  </a:lnTo>
                  <a:lnTo>
                    <a:pt x="2" y="780"/>
                  </a:lnTo>
                  <a:lnTo>
                    <a:pt x="4" y="782"/>
                  </a:lnTo>
                  <a:lnTo>
                    <a:pt x="6" y="784"/>
                  </a:lnTo>
                  <a:lnTo>
                    <a:pt x="10" y="785"/>
                  </a:lnTo>
                  <a:lnTo>
                    <a:pt x="12" y="786"/>
                  </a:lnTo>
                  <a:lnTo>
                    <a:pt x="15" y="786"/>
                  </a:lnTo>
                  <a:lnTo>
                    <a:pt x="409" y="786"/>
                  </a:lnTo>
                  <a:lnTo>
                    <a:pt x="412" y="786"/>
                  </a:lnTo>
                  <a:lnTo>
                    <a:pt x="414" y="785"/>
                  </a:lnTo>
                  <a:lnTo>
                    <a:pt x="417" y="784"/>
                  </a:lnTo>
                  <a:lnTo>
                    <a:pt x="419" y="782"/>
                  </a:lnTo>
                  <a:lnTo>
                    <a:pt x="421" y="780"/>
                  </a:lnTo>
                  <a:lnTo>
                    <a:pt x="423" y="778"/>
                  </a:lnTo>
                  <a:lnTo>
                    <a:pt x="424" y="774"/>
                  </a:lnTo>
                  <a:lnTo>
                    <a:pt x="424" y="771"/>
                  </a:lnTo>
                  <a:lnTo>
                    <a:pt x="424" y="696"/>
                  </a:lnTo>
                  <a:lnTo>
                    <a:pt x="423" y="688"/>
                  </a:lnTo>
                  <a:lnTo>
                    <a:pt x="421" y="680"/>
                  </a:lnTo>
                  <a:lnTo>
                    <a:pt x="419" y="672"/>
                  </a:lnTo>
                  <a:lnTo>
                    <a:pt x="415" y="665"/>
                  </a:lnTo>
                  <a:lnTo>
                    <a:pt x="411" y="659"/>
                  </a:lnTo>
                  <a:lnTo>
                    <a:pt x="405" y="653"/>
                  </a:lnTo>
                  <a:lnTo>
                    <a:pt x="400" y="648"/>
                  </a:lnTo>
                  <a:lnTo>
                    <a:pt x="394" y="644"/>
                  </a:lnTo>
                  <a:lnTo>
                    <a:pt x="394" y="424"/>
                  </a:lnTo>
                  <a:lnTo>
                    <a:pt x="515" y="424"/>
                  </a:lnTo>
                  <a:lnTo>
                    <a:pt x="515" y="644"/>
                  </a:lnTo>
                  <a:lnTo>
                    <a:pt x="508" y="648"/>
                  </a:lnTo>
                  <a:lnTo>
                    <a:pt x="502" y="653"/>
                  </a:lnTo>
                  <a:lnTo>
                    <a:pt x="497" y="659"/>
                  </a:lnTo>
                  <a:lnTo>
                    <a:pt x="492" y="665"/>
                  </a:lnTo>
                  <a:lnTo>
                    <a:pt x="489" y="672"/>
                  </a:lnTo>
                  <a:lnTo>
                    <a:pt x="486" y="680"/>
                  </a:lnTo>
                  <a:lnTo>
                    <a:pt x="485" y="688"/>
                  </a:lnTo>
                  <a:lnTo>
                    <a:pt x="484" y="696"/>
                  </a:lnTo>
                  <a:lnTo>
                    <a:pt x="484" y="771"/>
                  </a:lnTo>
                  <a:lnTo>
                    <a:pt x="485" y="774"/>
                  </a:lnTo>
                  <a:lnTo>
                    <a:pt x="486" y="778"/>
                  </a:lnTo>
                  <a:lnTo>
                    <a:pt x="487" y="780"/>
                  </a:lnTo>
                  <a:lnTo>
                    <a:pt x="489" y="782"/>
                  </a:lnTo>
                  <a:lnTo>
                    <a:pt x="491" y="784"/>
                  </a:lnTo>
                  <a:lnTo>
                    <a:pt x="493" y="785"/>
                  </a:lnTo>
                  <a:lnTo>
                    <a:pt x="497" y="786"/>
                  </a:lnTo>
                  <a:lnTo>
                    <a:pt x="500" y="786"/>
                  </a:lnTo>
                  <a:lnTo>
                    <a:pt x="892" y="786"/>
                  </a:lnTo>
                  <a:lnTo>
                    <a:pt x="896" y="786"/>
                  </a:lnTo>
                  <a:lnTo>
                    <a:pt x="899" y="785"/>
                  </a:lnTo>
                  <a:lnTo>
                    <a:pt x="901" y="784"/>
                  </a:lnTo>
                  <a:lnTo>
                    <a:pt x="903" y="782"/>
                  </a:lnTo>
                  <a:lnTo>
                    <a:pt x="905" y="780"/>
                  </a:lnTo>
                  <a:lnTo>
                    <a:pt x="906" y="778"/>
                  </a:lnTo>
                  <a:lnTo>
                    <a:pt x="907" y="774"/>
                  </a:lnTo>
                  <a:lnTo>
                    <a:pt x="907" y="771"/>
                  </a:lnTo>
                  <a:lnTo>
                    <a:pt x="907" y="696"/>
                  </a:lnTo>
                  <a:lnTo>
                    <a:pt x="907" y="688"/>
                  </a:lnTo>
                  <a:lnTo>
                    <a:pt x="905" y="680"/>
                  </a:lnTo>
                  <a:lnTo>
                    <a:pt x="903" y="672"/>
                  </a:lnTo>
                  <a:lnTo>
                    <a:pt x="900" y="665"/>
                  </a:lnTo>
                  <a:lnTo>
                    <a:pt x="896" y="659"/>
                  </a:lnTo>
                  <a:lnTo>
                    <a:pt x="890" y="653"/>
                  </a:lnTo>
                  <a:lnTo>
                    <a:pt x="884" y="648"/>
                  </a:lnTo>
                  <a:lnTo>
                    <a:pt x="877" y="64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28" name="Google Shape;328;g31a7d45fbd8_1_42"/>
            <p:cNvSpPr/>
            <p:nvPr/>
          </p:nvSpPr>
          <p:spPr>
            <a:xfrm>
              <a:off x="487363" y="957263"/>
              <a:ext cx="76200" cy="57150"/>
            </a:xfrm>
            <a:custGeom>
              <a:avLst/>
              <a:gdLst/>
              <a:ahLst/>
              <a:cxnLst/>
              <a:rect l="l" t="t" r="r" b="b"/>
              <a:pathLst>
                <a:path w="242" h="181" extrusionOk="0">
                  <a:moveTo>
                    <a:pt x="212" y="151"/>
                  </a:moveTo>
                  <a:lnTo>
                    <a:pt x="30" y="151"/>
                  </a:lnTo>
                  <a:lnTo>
                    <a:pt x="30" y="30"/>
                  </a:lnTo>
                  <a:lnTo>
                    <a:pt x="212" y="30"/>
                  </a:lnTo>
                  <a:lnTo>
                    <a:pt x="212" y="151"/>
                  </a:lnTo>
                  <a:close/>
                  <a:moveTo>
                    <a:pt x="227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6" y="2"/>
                  </a:lnTo>
                  <a:lnTo>
                    <a:pt x="4" y="4"/>
                  </a:lnTo>
                  <a:lnTo>
                    <a:pt x="3" y="6"/>
                  </a:lnTo>
                  <a:lnTo>
                    <a:pt x="1" y="8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1"/>
                  </a:lnTo>
                  <a:lnTo>
                    <a:pt x="3" y="175"/>
                  </a:lnTo>
                  <a:lnTo>
                    <a:pt x="4" y="177"/>
                  </a:lnTo>
                  <a:lnTo>
                    <a:pt x="6" y="179"/>
                  </a:lnTo>
                  <a:lnTo>
                    <a:pt x="10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227" y="181"/>
                  </a:lnTo>
                  <a:lnTo>
                    <a:pt x="230" y="181"/>
                  </a:lnTo>
                  <a:lnTo>
                    <a:pt x="233" y="180"/>
                  </a:lnTo>
                  <a:lnTo>
                    <a:pt x="236" y="178"/>
                  </a:lnTo>
                  <a:lnTo>
                    <a:pt x="238" y="177"/>
                  </a:lnTo>
                  <a:lnTo>
                    <a:pt x="239" y="175"/>
                  </a:lnTo>
                  <a:lnTo>
                    <a:pt x="241" y="171"/>
                  </a:lnTo>
                  <a:lnTo>
                    <a:pt x="242" y="169"/>
                  </a:lnTo>
                  <a:lnTo>
                    <a:pt x="242" y="166"/>
                  </a:lnTo>
                  <a:lnTo>
                    <a:pt x="242" y="15"/>
                  </a:lnTo>
                  <a:lnTo>
                    <a:pt x="242" y="12"/>
                  </a:lnTo>
                  <a:lnTo>
                    <a:pt x="241" y="8"/>
                  </a:lnTo>
                  <a:lnTo>
                    <a:pt x="239" y="6"/>
                  </a:lnTo>
                  <a:lnTo>
                    <a:pt x="238" y="4"/>
                  </a:lnTo>
                  <a:lnTo>
                    <a:pt x="236" y="2"/>
                  </a:lnTo>
                  <a:lnTo>
                    <a:pt x="233" y="1"/>
                  </a:lnTo>
                  <a:lnTo>
                    <a:pt x="230" y="0"/>
                  </a:lnTo>
                  <a:lnTo>
                    <a:pt x="2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329" name="Google Shape;329;g31a7d45fbd8_1_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330" name="Google Shape;330;g31a7d45fbd8_1_42" descr="C:\Users\Admin\Downloads\logo (2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37606" y="5569228"/>
            <a:ext cx="131445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g31a7d45fbd8_1_42"/>
          <p:cNvSpPr txBox="1"/>
          <p:nvPr/>
        </p:nvSpPr>
        <p:spPr>
          <a:xfrm>
            <a:off x="1285876" y="280139"/>
            <a:ext cx="9636000" cy="525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8466" marR="3386" algn="ctr">
              <a:lnSpc>
                <a:spcPts val="3800"/>
              </a:lnSpc>
              <a:spcBef>
                <a:spcPts val="337"/>
              </a:spcBef>
            </a:pPr>
            <a:r>
              <a:rPr lang="en-IN" sz="2800" spc="7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Keyword</a:t>
            </a:r>
            <a:r>
              <a:rPr lang="en-IN" sz="2800" spc="-37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IN" sz="2800" spc="-7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Ranking </a:t>
            </a:r>
            <a:r>
              <a:rPr lang="en-IN" sz="2800" spc="-82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IN" sz="2800" spc="2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Performance</a:t>
            </a:r>
            <a:endParaRPr lang="en-IN" sz="28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9" name="object 4"/>
          <p:cNvSpPr/>
          <p:nvPr/>
        </p:nvSpPr>
        <p:spPr>
          <a:xfrm>
            <a:off x="11709352" y="5191103"/>
            <a:ext cx="483023" cy="983403"/>
          </a:xfrm>
          <a:custGeom>
            <a:avLst/>
            <a:gdLst/>
            <a:ahLst/>
            <a:cxnLst/>
            <a:rect l="l" t="t" r="r" b="b"/>
            <a:pathLst>
              <a:path w="724534" h="1475104">
                <a:moveTo>
                  <a:pt x="0" y="736633"/>
                </a:moveTo>
                <a:lnTo>
                  <a:pt x="1559" y="688097"/>
                </a:lnTo>
                <a:lnTo>
                  <a:pt x="6174" y="640410"/>
                </a:lnTo>
                <a:lnTo>
                  <a:pt x="13748" y="593671"/>
                </a:lnTo>
                <a:lnTo>
                  <a:pt x="24183" y="547974"/>
                </a:lnTo>
                <a:lnTo>
                  <a:pt x="37384" y="503416"/>
                </a:lnTo>
                <a:lnTo>
                  <a:pt x="53254" y="460094"/>
                </a:lnTo>
                <a:lnTo>
                  <a:pt x="71696" y="418103"/>
                </a:lnTo>
                <a:lnTo>
                  <a:pt x="92614" y="377540"/>
                </a:lnTo>
                <a:lnTo>
                  <a:pt x="115911" y="338501"/>
                </a:lnTo>
                <a:lnTo>
                  <a:pt x="141491" y="301083"/>
                </a:lnTo>
                <a:lnTo>
                  <a:pt x="169257" y="265381"/>
                </a:lnTo>
                <a:lnTo>
                  <a:pt x="199112" y="231492"/>
                </a:lnTo>
                <a:lnTo>
                  <a:pt x="230960" y="199512"/>
                </a:lnTo>
                <a:lnTo>
                  <a:pt x="264704" y="169537"/>
                </a:lnTo>
                <a:lnTo>
                  <a:pt x="300248" y="141664"/>
                </a:lnTo>
                <a:lnTo>
                  <a:pt x="337495" y="115989"/>
                </a:lnTo>
                <a:lnTo>
                  <a:pt x="376349" y="92608"/>
                </a:lnTo>
                <a:lnTo>
                  <a:pt x="416712" y="71617"/>
                </a:lnTo>
                <a:lnTo>
                  <a:pt x="458489" y="53112"/>
                </a:lnTo>
                <a:lnTo>
                  <a:pt x="501583" y="37191"/>
                </a:lnTo>
                <a:lnTo>
                  <a:pt x="545897" y="23948"/>
                </a:lnTo>
                <a:lnTo>
                  <a:pt x="591335" y="13481"/>
                </a:lnTo>
                <a:lnTo>
                  <a:pt x="637800" y="5885"/>
                </a:lnTo>
                <a:lnTo>
                  <a:pt x="685195" y="1257"/>
                </a:lnTo>
                <a:lnTo>
                  <a:pt x="723970" y="0"/>
                </a:lnTo>
                <a:lnTo>
                  <a:pt x="723970" y="1474513"/>
                </a:lnTo>
                <a:lnTo>
                  <a:pt x="685195" y="1473251"/>
                </a:lnTo>
                <a:lnTo>
                  <a:pt x="637800" y="1468606"/>
                </a:lnTo>
                <a:lnTo>
                  <a:pt x="591335" y="1460983"/>
                </a:lnTo>
                <a:lnTo>
                  <a:pt x="545897" y="1450480"/>
                </a:lnTo>
                <a:lnTo>
                  <a:pt x="501583" y="1437193"/>
                </a:lnTo>
                <a:lnTo>
                  <a:pt x="458489" y="1421220"/>
                </a:lnTo>
                <a:lnTo>
                  <a:pt x="416712" y="1402658"/>
                </a:lnTo>
                <a:lnTo>
                  <a:pt x="376349" y="1381605"/>
                </a:lnTo>
                <a:lnTo>
                  <a:pt x="337495" y="1358156"/>
                </a:lnTo>
                <a:lnTo>
                  <a:pt x="300248" y="1332410"/>
                </a:lnTo>
                <a:lnTo>
                  <a:pt x="264704" y="1304464"/>
                </a:lnTo>
                <a:lnTo>
                  <a:pt x="230960" y="1274416"/>
                </a:lnTo>
                <a:lnTo>
                  <a:pt x="199112" y="1242361"/>
                </a:lnTo>
                <a:lnTo>
                  <a:pt x="169257" y="1208398"/>
                </a:lnTo>
                <a:lnTo>
                  <a:pt x="141491" y="1172623"/>
                </a:lnTo>
                <a:lnTo>
                  <a:pt x="115911" y="1135134"/>
                </a:lnTo>
                <a:lnTo>
                  <a:pt x="92614" y="1096028"/>
                </a:lnTo>
                <a:lnTo>
                  <a:pt x="71696" y="1055402"/>
                </a:lnTo>
                <a:lnTo>
                  <a:pt x="53254" y="1013354"/>
                </a:lnTo>
                <a:lnTo>
                  <a:pt x="37384" y="969980"/>
                </a:lnTo>
                <a:lnTo>
                  <a:pt x="24183" y="925379"/>
                </a:lnTo>
                <a:lnTo>
                  <a:pt x="13748" y="879646"/>
                </a:lnTo>
                <a:lnTo>
                  <a:pt x="6174" y="832879"/>
                </a:lnTo>
                <a:lnTo>
                  <a:pt x="1559" y="785176"/>
                </a:lnTo>
                <a:lnTo>
                  <a:pt x="0" y="736633"/>
                </a:lnTo>
                <a:close/>
              </a:path>
            </a:pathLst>
          </a:custGeom>
          <a:solidFill>
            <a:srgbClr val="AFCA1F"/>
          </a:solidFill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348506" y="1252603"/>
            <a:ext cx="8597159" cy="954101"/>
          </a:xfrm>
          <a:prstGeom prst="rect">
            <a:avLst/>
          </a:prstGeom>
        </p:spPr>
        <p:txBody>
          <a:bodyPr wrap="square" lIns="60954" tIns="30477" rIns="60954" bIns="30477">
            <a:spAutoFit/>
          </a:bodyPr>
          <a:lstStyle/>
          <a:p>
            <a:r>
              <a:rPr lang="en-US" sz="29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/>
            </a:r>
            <a:br>
              <a:rPr lang="en-US" sz="29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</a:br>
            <a:endParaRPr lang="en-IN" sz="29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2778834"/>
              </p:ext>
            </p:extLst>
          </p:nvPr>
        </p:nvGraphicFramePr>
        <p:xfrm>
          <a:off x="796128" y="1423140"/>
          <a:ext cx="7954027" cy="4984288"/>
        </p:xfrm>
        <a:graphic>
          <a:graphicData uri="http://schemas.openxmlformats.org/drawingml/2006/table">
            <a:tbl>
              <a:tblPr/>
              <a:tblGrid>
                <a:gridCol w="1040327"/>
                <a:gridCol w="4306954"/>
                <a:gridCol w="1404247"/>
                <a:gridCol w="1202499"/>
              </a:tblGrid>
              <a:tr h="58788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1" dirty="0" err="1">
                          <a:effectLst/>
                          <a:latin typeface="Calibri" pitchFamily="34" charset="0"/>
                          <a:cs typeface="Calibri" pitchFamily="34" charset="0"/>
                        </a:rPr>
                        <a:t>Sr</a:t>
                      </a:r>
                      <a:r>
                        <a:rPr lang="en-IN" sz="1600" b="1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 No</a:t>
                      </a:r>
                    </a:p>
                  </a:txBody>
                  <a:tcPr marL="25819" marR="25819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B8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1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Keyword</a:t>
                      </a:r>
                    </a:p>
                  </a:txBody>
                  <a:tcPr marL="25819" marR="25819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B8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600" b="1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Initial Ranking </a:t>
                      </a:r>
                      <a:br>
                        <a:rPr lang="en-IN" sz="1600" b="1" dirty="0">
                          <a:effectLst/>
                          <a:latin typeface="Calibri" pitchFamily="34" charset="0"/>
                          <a:cs typeface="Calibri" pitchFamily="34" charset="0"/>
                        </a:rPr>
                      </a:br>
                      <a:r>
                        <a:rPr lang="en-IN" sz="1600" b="1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(31 Aug 24)</a:t>
                      </a:r>
                    </a:p>
                  </a:txBody>
                  <a:tcPr marL="25819" marR="25819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B8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02 Dec 2024</a:t>
                      </a:r>
                    </a:p>
                  </a:txBody>
                  <a:tcPr marL="25819" marR="25819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C73"/>
                    </a:solidFill>
                  </a:tcPr>
                </a:tc>
              </a:tr>
              <a:tr h="21982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1</a:t>
                      </a:r>
                    </a:p>
                  </a:txBody>
                  <a:tcPr marL="25819" marR="25819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US" sz="1200">
                          <a:effectLst/>
                          <a:latin typeface="Calibri" pitchFamily="34" charset="0"/>
                          <a:cs typeface="Calibri" pitchFamily="34" charset="0"/>
                        </a:rPr>
                        <a:t>share market classes in pune</a:t>
                      </a:r>
                    </a:p>
                  </a:txBody>
                  <a:tcPr marL="25819" marR="25819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14</a:t>
                      </a:r>
                    </a:p>
                  </a:txBody>
                  <a:tcPr marL="25819" marR="25819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>
                          <a:effectLst/>
                          <a:latin typeface="Calibri" pitchFamily="34" charset="0"/>
                          <a:cs typeface="Calibri" pitchFamily="34" charset="0"/>
                        </a:rPr>
                        <a:t>6</a:t>
                      </a:r>
                    </a:p>
                  </a:txBody>
                  <a:tcPr marL="25819" marR="25819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66"/>
                    </a:solidFill>
                  </a:tcPr>
                </a:tc>
              </a:tr>
              <a:tr h="21982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>
                          <a:effectLst/>
                          <a:latin typeface="Calibri" pitchFamily="34" charset="0"/>
                          <a:cs typeface="Calibri" pitchFamily="34" charset="0"/>
                        </a:rPr>
                        <a:t>2</a:t>
                      </a:r>
                    </a:p>
                  </a:txBody>
                  <a:tcPr marL="25819" marR="25819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US" sz="1200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Share Market Courses In Pune</a:t>
                      </a:r>
                    </a:p>
                  </a:txBody>
                  <a:tcPr marL="25819" marR="25819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32</a:t>
                      </a:r>
                    </a:p>
                  </a:txBody>
                  <a:tcPr marL="25819" marR="25819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>
                          <a:effectLst/>
                          <a:latin typeface="Calibri" pitchFamily="34" charset="0"/>
                          <a:cs typeface="Calibri" pitchFamily="34" charset="0"/>
                        </a:rPr>
                        <a:t>7</a:t>
                      </a:r>
                    </a:p>
                  </a:txBody>
                  <a:tcPr marL="25819" marR="25819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66"/>
                    </a:solidFill>
                  </a:tcPr>
                </a:tc>
              </a:tr>
              <a:tr h="21982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>
                          <a:effectLst/>
                          <a:latin typeface="Calibri" pitchFamily="34" charset="0"/>
                          <a:cs typeface="Calibri" pitchFamily="34" charset="0"/>
                        </a:rPr>
                        <a:t>3</a:t>
                      </a:r>
                    </a:p>
                  </a:txBody>
                  <a:tcPr marL="25819" marR="25819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US" sz="1200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best share market courses in </a:t>
                      </a:r>
                      <a:r>
                        <a:rPr lang="en-US" sz="1200" dirty="0" err="1">
                          <a:effectLst/>
                          <a:latin typeface="Calibri" pitchFamily="34" charset="0"/>
                          <a:cs typeface="Calibri" pitchFamily="34" charset="0"/>
                        </a:rPr>
                        <a:t>pune</a:t>
                      </a:r>
                      <a:endParaRPr lang="en-US" sz="1200" dirty="0"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25819" marR="25819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>
                          <a:effectLst/>
                          <a:latin typeface="Calibri" pitchFamily="34" charset="0"/>
                          <a:cs typeface="Calibri" pitchFamily="34" charset="0"/>
                        </a:rPr>
                        <a:t>21</a:t>
                      </a:r>
                    </a:p>
                  </a:txBody>
                  <a:tcPr marL="25819" marR="25819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4</a:t>
                      </a:r>
                    </a:p>
                  </a:txBody>
                  <a:tcPr marL="25819" marR="25819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CB75"/>
                    </a:solidFill>
                  </a:tcPr>
                </a:tc>
              </a:tr>
              <a:tr h="21982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>
                          <a:effectLst/>
                          <a:latin typeface="Calibri" pitchFamily="34" charset="0"/>
                          <a:cs typeface="Calibri" pitchFamily="34" charset="0"/>
                        </a:rPr>
                        <a:t>4</a:t>
                      </a:r>
                    </a:p>
                  </a:txBody>
                  <a:tcPr marL="25819" marR="25819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IN" sz="1200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share market classes</a:t>
                      </a:r>
                    </a:p>
                  </a:txBody>
                  <a:tcPr marL="25819" marR="25819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20</a:t>
                      </a:r>
                    </a:p>
                  </a:txBody>
                  <a:tcPr marL="25819" marR="25819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1</a:t>
                      </a:r>
                    </a:p>
                  </a:txBody>
                  <a:tcPr marL="25819" marR="25819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7BB8A"/>
                    </a:solidFill>
                  </a:tcPr>
                </a:tc>
              </a:tr>
              <a:tr h="21982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>
                          <a:effectLst/>
                          <a:latin typeface="Calibri" pitchFamily="34" charset="0"/>
                          <a:cs typeface="Calibri" pitchFamily="34" charset="0"/>
                        </a:rPr>
                        <a:t>5</a:t>
                      </a:r>
                    </a:p>
                  </a:txBody>
                  <a:tcPr marL="25819" marR="25819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US" sz="1200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Best Share Market Classes In Pune</a:t>
                      </a:r>
                    </a:p>
                  </a:txBody>
                  <a:tcPr marL="25819" marR="25819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16</a:t>
                      </a:r>
                    </a:p>
                  </a:txBody>
                  <a:tcPr marL="25819" marR="25819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>
                          <a:effectLst/>
                          <a:latin typeface="Calibri" pitchFamily="34" charset="0"/>
                          <a:cs typeface="Calibri" pitchFamily="34" charset="0"/>
                        </a:rPr>
                        <a:t>6</a:t>
                      </a:r>
                    </a:p>
                  </a:txBody>
                  <a:tcPr marL="25819" marR="25819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66"/>
                    </a:solidFill>
                  </a:tcPr>
                </a:tc>
              </a:tr>
              <a:tr h="21982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>
                          <a:effectLst/>
                          <a:latin typeface="Calibri" pitchFamily="34" charset="0"/>
                          <a:cs typeface="Calibri" pitchFamily="34" charset="0"/>
                        </a:rPr>
                        <a:t>6</a:t>
                      </a:r>
                    </a:p>
                  </a:txBody>
                  <a:tcPr marL="25819" marR="25819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US" sz="1200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share market classes near me with fees</a:t>
                      </a:r>
                    </a:p>
                  </a:txBody>
                  <a:tcPr marL="25819" marR="25819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12</a:t>
                      </a:r>
                    </a:p>
                  </a:txBody>
                  <a:tcPr marL="25819" marR="25819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>
                          <a:effectLst/>
                          <a:latin typeface="Calibri" pitchFamily="34" charset="0"/>
                          <a:cs typeface="Calibri" pitchFamily="34" charset="0"/>
                        </a:rPr>
                        <a:t>5</a:t>
                      </a:r>
                    </a:p>
                  </a:txBody>
                  <a:tcPr marL="25819" marR="25819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66"/>
                    </a:solidFill>
                  </a:tcPr>
                </a:tc>
              </a:tr>
              <a:tr h="21982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>
                          <a:effectLst/>
                          <a:latin typeface="Calibri" pitchFamily="34" charset="0"/>
                          <a:cs typeface="Calibri" pitchFamily="34" charset="0"/>
                        </a:rPr>
                        <a:t>7</a:t>
                      </a:r>
                    </a:p>
                  </a:txBody>
                  <a:tcPr marL="25819" marR="25819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US" sz="1200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share market course near me</a:t>
                      </a:r>
                    </a:p>
                  </a:txBody>
                  <a:tcPr marL="25819" marR="25819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11</a:t>
                      </a:r>
                    </a:p>
                  </a:txBody>
                  <a:tcPr marL="25819" marR="25819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>
                          <a:effectLst/>
                          <a:latin typeface="Calibri" pitchFamily="34" charset="0"/>
                          <a:cs typeface="Calibri" pitchFamily="34" charset="0"/>
                        </a:rPr>
                        <a:t>6</a:t>
                      </a:r>
                    </a:p>
                  </a:txBody>
                  <a:tcPr marL="25819" marR="25819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66"/>
                    </a:solidFill>
                  </a:tcPr>
                </a:tc>
              </a:tr>
              <a:tr h="21982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>
                          <a:effectLst/>
                          <a:latin typeface="Calibri" pitchFamily="34" charset="0"/>
                          <a:cs typeface="Calibri" pitchFamily="34" charset="0"/>
                        </a:rPr>
                        <a:t>8</a:t>
                      </a:r>
                    </a:p>
                  </a:txBody>
                  <a:tcPr marL="25819" marR="25819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US" sz="1200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share market classes near me</a:t>
                      </a:r>
                    </a:p>
                  </a:txBody>
                  <a:tcPr marL="25819" marR="25819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11</a:t>
                      </a:r>
                    </a:p>
                  </a:txBody>
                  <a:tcPr marL="25819" marR="25819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>
                          <a:effectLst/>
                          <a:latin typeface="Calibri" pitchFamily="34" charset="0"/>
                          <a:cs typeface="Calibri" pitchFamily="34" charset="0"/>
                        </a:rPr>
                        <a:t>4</a:t>
                      </a:r>
                    </a:p>
                  </a:txBody>
                  <a:tcPr marL="25819" marR="25819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7BB8A"/>
                    </a:solidFill>
                  </a:tcPr>
                </a:tc>
              </a:tr>
              <a:tr h="21982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>
                          <a:effectLst/>
                          <a:latin typeface="Calibri" pitchFamily="34" charset="0"/>
                          <a:cs typeface="Calibri" pitchFamily="34" charset="0"/>
                        </a:rPr>
                        <a:t>9</a:t>
                      </a:r>
                    </a:p>
                  </a:txBody>
                  <a:tcPr marL="25819" marR="25819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US" sz="1200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stock market classes in </a:t>
                      </a:r>
                      <a:r>
                        <a:rPr lang="en-US" sz="1200" dirty="0" err="1">
                          <a:effectLst/>
                          <a:latin typeface="Calibri" pitchFamily="34" charset="0"/>
                          <a:cs typeface="Calibri" pitchFamily="34" charset="0"/>
                        </a:rPr>
                        <a:t>pune</a:t>
                      </a:r>
                      <a:endParaRPr lang="en-US" sz="1200" dirty="0"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25819" marR="25819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19</a:t>
                      </a:r>
                    </a:p>
                  </a:txBody>
                  <a:tcPr marL="25819" marR="25819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5</a:t>
                      </a:r>
                    </a:p>
                  </a:txBody>
                  <a:tcPr marL="25819" marR="25819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66"/>
                    </a:solidFill>
                  </a:tcPr>
                </a:tc>
              </a:tr>
              <a:tr h="21982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>
                          <a:effectLst/>
                          <a:latin typeface="Calibri" pitchFamily="34" charset="0"/>
                          <a:cs typeface="Calibri" pitchFamily="34" charset="0"/>
                        </a:rPr>
                        <a:t>10</a:t>
                      </a:r>
                    </a:p>
                  </a:txBody>
                  <a:tcPr marL="25819" marR="25819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IN" sz="1200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stock market institute in </a:t>
                      </a:r>
                      <a:r>
                        <a:rPr lang="en-IN" sz="1200" dirty="0" err="1">
                          <a:effectLst/>
                          <a:latin typeface="Calibri" pitchFamily="34" charset="0"/>
                          <a:cs typeface="Calibri" pitchFamily="34" charset="0"/>
                        </a:rPr>
                        <a:t>pune</a:t>
                      </a:r>
                      <a:endParaRPr lang="en-IN" sz="1200" dirty="0"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25819" marR="25819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Not in 100</a:t>
                      </a:r>
                    </a:p>
                  </a:txBody>
                  <a:tcPr marL="25819" marR="25819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6</a:t>
                      </a:r>
                    </a:p>
                  </a:txBody>
                  <a:tcPr marL="25819" marR="25819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066"/>
                    </a:solidFill>
                  </a:tcPr>
                </a:tc>
              </a:tr>
              <a:tr h="21982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>
                          <a:effectLst/>
                          <a:latin typeface="Calibri" pitchFamily="34" charset="0"/>
                          <a:cs typeface="Calibri" pitchFamily="34" charset="0"/>
                        </a:rPr>
                        <a:t>11</a:t>
                      </a:r>
                    </a:p>
                  </a:txBody>
                  <a:tcPr marL="25819" marR="25819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IN" sz="1200">
                          <a:effectLst/>
                          <a:latin typeface="Calibri" pitchFamily="34" charset="0"/>
                          <a:cs typeface="Calibri" pitchFamily="34" charset="0"/>
                        </a:rPr>
                        <a:t>stock market classes</a:t>
                      </a:r>
                    </a:p>
                  </a:txBody>
                  <a:tcPr marL="25819" marR="25819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31</a:t>
                      </a:r>
                    </a:p>
                  </a:txBody>
                  <a:tcPr marL="25819" marR="25819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2</a:t>
                      </a:r>
                    </a:p>
                  </a:txBody>
                  <a:tcPr marL="25819" marR="25819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7BB8A"/>
                    </a:solidFill>
                  </a:tcPr>
                </a:tc>
              </a:tr>
              <a:tr h="21982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>
                          <a:effectLst/>
                          <a:latin typeface="Calibri" pitchFamily="34" charset="0"/>
                          <a:cs typeface="Calibri" pitchFamily="34" charset="0"/>
                        </a:rPr>
                        <a:t>12</a:t>
                      </a:r>
                    </a:p>
                  </a:txBody>
                  <a:tcPr marL="25819" marR="25819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US" sz="1200">
                          <a:effectLst/>
                          <a:latin typeface="Calibri" pitchFamily="34" charset="0"/>
                          <a:cs typeface="Calibri" pitchFamily="34" charset="0"/>
                        </a:rPr>
                        <a:t>stock market classes near me</a:t>
                      </a:r>
                    </a:p>
                  </a:txBody>
                  <a:tcPr marL="25819" marR="25819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16</a:t>
                      </a:r>
                    </a:p>
                  </a:txBody>
                  <a:tcPr marL="25819" marR="25819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4</a:t>
                      </a:r>
                    </a:p>
                  </a:txBody>
                  <a:tcPr marL="25819" marR="25819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A76"/>
                    </a:solidFill>
                  </a:tcPr>
                </a:tc>
              </a:tr>
              <a:tr h="21982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>
                          <a:effectLst/>
                          <a:latin typeface="Calibri" pitchFamily="34" charset="0"/>
                          <a:cs typeface="Calibri" pitchFamily="34" charset="0"/>
                        </a:rPr>
                        <a:t>13</a:t>
                      </a:r>
                    </a:p>
                  </a:txBody>
                  <a:tcPr marL="25819" marR="25819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US" sz="1200">
                          <a:effectLst/>
                          <a:latin typeface="Calibri" pitchFamily="34" charset="0"/>
                          <a:cs typeface="Calibri" pitchFamily="34" charset="0"/>
                        </a:rPr>
                        <a:t>stock trading classes in pune</a:t>
                      </a:r>
                    </a:p>
                  </a:txBody>
                  <a:tcPr marL="25819" marR="25819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17</a:t>
                      </a:r>
                    </a:p>
                  </a:txBody>
                  <a:tcPr marL="25819" marR="25819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>
                          <a:effectLst/>
                          <a:latin typeface="Calibri" pitchFamily="34" charset="0"/>
                          <a:cs typeface="Calibri" pitchFamily="34" charset="0"/>
                        </a:rPr>
                        <a:t>8</a:t>
                      </a:r>
                    </a:p>
                  </a:txBody>
                  <a:tcPr marL="25819" marR="25819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B46B"/>
                    </a:solidFill>
                  </a:tcPr>
                </a:tc>
              </a:tr>
              <a:tr h="21982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>
                          <a:effectLst/>
                          <a:latin typeface="Calibri" pitchFamily="34" charset="0"/>
                          <a:cs typeface="Calibri" pitchFamily="34" charset="0"/>
                        </a:rPr>
                        <a:t>14</a:t>
                      </a:r>
                    </a:p>
                  </a:txBody>
                  <a:tcPr marL="25819" marR="25819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IN" sz="1200">
                          <a:effectLst/>
                          <a:latin typeface="Calibri" pitchFamily="34" charset="0"/>
                          <a:cs typeface="Calibri" pitchFamily="34" charset="0"/>
                        </a:rPr>
                        <a:t>trading classes near me</a:t>
                      </a:r>
                    </a:p>
                  </a:txBody>
                  <a:tcPr marL="25819" marR="25819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19</a:t>
                      </a:r>
                    </a:p>
                  </a:txBody>
                  <a:tcPr marL="25819" marR="25819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7</a:t>
                      </a:r>
                    </a:p>
                  </a:txBody>
                  <a:tcPr marL="25819" marR="25819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269"/>
                    </a:solidFill>
                  </a:tcPr>
                </a:tc>
              </a:tr>
              <a:tr h="21982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>
                          <a:effectLst/>
                          <a:latin typeface="Calibri" pitchFamily="34" charset="0"/>
                          <a:cs typeface="Calibri" pitchFamily="34" charset="0"/>
                        </a:rPr>
                        <a:t>15</a:t>
                      </a:r>
                    </a:p>
                  </a:txBody>
                  <a:tcPr marL="25819" marR="25819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US" sz="1200">
                          <a:effectLst/>
                          <a:latin typeface="Calibri" pitchFamily="34" charset="0"/>
                          <a:cs typeface="Calibri" pitchFamily="34" charset="0"/>
                        </a:rPr>
                        <a:t>best share trading classes in pune</a:t>
                      </a:r>
                    </a:p>
                  </a:txBody>
                  <a:tcPr marL="25819" marR="25819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>
                          <a:effectLst/>
                          <a:latin typeface="Calibri" pitchFamily="34" charset="0"/>
                          <a:cs typeface="Calibri" pitchFamily="34" charset="0"/>
                        </a:rPr>
                        <a:t>20</a:t>
                      </a:r>
                    </a:p>
                  </a:txBody>
                  <a:tcPr marL="25819" marR="25819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12</a:t>
                      </a:r>
                    </a:p>
                  </a:txBody>
                  <a:tcPr marL="25819" marR="25819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C73"/>
                    </a:solidFill>
                  </a:tcPr>
                </a:tc>
              </a:tr>
              <a:tr h="21982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>
                          <a:effectLst/>
                          <a:latin typeface="Calibri" pitchFamily="34" charset="0"/>
                          <a:cs typeface="Calibri" pitchFamily="34" charset="0"/>
                        </a:rPr>
                        <a:t>16</a:t>
                      </a:r>
                    </a:p>
                  </a:txBody>
                  <a:tcPr marL="25819" marR="25819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US" sz="1100">
                          <a:effectLst/>
                          <a:latin typeface="Calibri" pitchFamily="34" charset="0"/>
                          <a:cs typeface="Calibri" pitchFamily="34" charset="0"/>
                        </a:rPr>
                        <a:t>Best online share market classes near me</a:t>
                      </a:r>
                    </a:p>
                  </a:txBody>
                  <a:tcPr marL="25819" marR="25819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>
                          <a:effectLst/>
                          <a:latin typeface="Calibri" pitchFamily="34" charset="0"/>
                          <a:cs typeface="Calibri" pitchFamily="34" charset="0"/>
                        </a:rPr>
                        <a:t>Not in 100</a:t>
                      </a:r>
                    </a:p>
                  </a:txBody>
                  <a:tcPr marL="25819" marR="25819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3</a:t>
                      </a:r>
                    </a:p>
                  </a:txBody>
                  <a:tcPr marL="25819" marR="25819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C73"/>
                    </a:solidFill>
                  </a:tcPr>
                </a:tc>
              </a:tr>
              <a:tr h="21982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>
                          <a:effectLst/>
                          <a:latin typeface="Calibri" pitchFamily="34" charset="0"/>
                          <a:cs typeface="Calibri" pitchFamily="34" charset="0"/>
                        </a:rPr>
                        <a:t>17</a:t>
                      </a:r>
                    </a:p>
                  </a:txBody>
                  <a:tcPr marL="25819" marR="25819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200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Intraday trading classes in </a:t>
                      </a:r>
                      <a:r>
                        <a:rPr lang="en-US" sz="1200" dirty="0" err="1">
                          <a:effectLst/>
                          <a:latin typeface="Calibri" pitchFamily="34" charset="0"/>
                          <a:cs typeface="Calibri" pitchFamily="34" charset="0"/>
                        </a:rPr>
                        <a:t>pune</a:t>
                      </a:r>
                      <a:endParaRPr lang="en-US" sz="1200" dirty="0"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25819" marR="25819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>
                          <a:effectLst/>
                          <a:latin typeface="Calibri" pitchFamily="34" charset="0"/>
                          <a:cs typeface="Calibri" pitchFamily="34" charset="0"/>
                        </a:rPr>
                        <a:t>Not in 100</a:t>
                      </a:r>
                    </a:p>
                  </a:txBody>
                  <a:tcPr marL="25819" marR="25819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5</a:t>
                      </a:r>
                    </a:p>
                  </a:txBody>
                  <a:tcPr marL="25819" marR="25819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66"/>
                    </a:solidFill>
                  </a:tcPr>
                </a:tc>
              </a:tr>
              <a:tr h="21982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>
                          <a:effectLst/>
                          <a:latin typeface="Calibri" pitchFamily="34" charset="0"/>
                          <a:cs typeface="Calibri" pitchFamily="34" charset="0"/>
                        </a:rPr>
                        <a:t>18</a:t>
                      </a:r>
                    </a:p>
                  </a:txBody>
                  <a:tcPr marL="25819" marR="25819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US" sz="1200">
                          <a:effectLst/>
                          <a:latin typeface="Calibri" pitchFamily="34" charset="0"/>
                          <a:cs typeface="Calibri" pitchFamily="34" charset="0"/>
                        </a:rPr>
                        <a:t>Top share market classes in pune </a:t>
                      </a:r>
                    </a:p>
                  </a:txBody>
                  <a:tcPr marL="25819" marR="25819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>
                          <a:effectLst/>
                          <a:latin typeface="Calibri" pitchFamily="34" charset="0"/>
                          <a:cs typeface="Calibri" pitchFamily="34" charset="0"/>
                        </a:rPr>
                        <a:t>Not in 100</a:t>
                      </a:r>
                    </a:p>
                  </a:txBody>
                  <a:tcPr marL="25819" marR="25819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5</a:t>
                      </a:r>
                    </a:p>
                  </a:txBody>
                  <a:tcPr marL="25819" marR="25819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66"/>
                    </a:solidFill>
                  </a:tcPr>
                </a:tc>
              </a:tr>
              <a:tr h="21982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>
                          <a:effectLst/>
                          <a:latin typeface="Calibri" pitchFamily="34" charset="0"/>
                          <a:cs typeface="Calibri" pitchFamily="34" charset="0"/>
                        </a:rPr>
                        <a:t>19</a:t>
                      </a:r>
                    </a:p>
                  </a:txBody>
                  <a:tcPr marL="25819" marR="25819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200">
                          <a:effectLst/>
                          <a:latin typeface="Calibri" pitchFamily="34" charset="0"/>
                          <a:cs typeface="Calibri" pitchFamily="34" charset="0"/>
                        </a:rPr>
                        <a:t>Top 10 Best Online Share market courses </a:t>
                      </a:r>
                    </a:p>
                  </a:txBody>
                  <a:tcPr marL="25819" marR="25819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>
                          <a:effectLst/>
                          <a:latin typeface="Calibri" pitchFamily="34" charset="0"/>
                          <a:cs typeface="Calibri" pitchFamily="34" charset="0"/>
                        </a:rPr>
                        <a:t>Not in 100</a:t>
                      </a:r>
                    </a:p>
                  </a:txBody>
                  <a:tcPr marL="25819" marR="25819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5</a:t>
                      </a:r>
                    </a:p>
                  </a:txBody>
                  <a:tcPr marL="25819" marR="25819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66"/>
                    </a:solidFill>
                  </a:tcPr>
                </a:tc>
              </a:tr>
              <a:tr h="21982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20</a:t>
                      </a:r>
                    </a:p>
                  </a:txBody>
                  <a:tcPr marL="25819" marR="25819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200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Future and Option Trading Classes in Pune</a:t>
                      </a:r>
                    </a:p>
                  </a:txBody>
                  <a:tcPr marL="25819" marR="25819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>
                          <a:effectLst/>
                          <a:latin typeface="Calibri" pitchFamily="34" charset="0"/>
                          <a:cs typeface="Calibri" pitchFamily="34" charset="0"/>
                        </a:rPr>
                        <a:t>Not in 100</a:t>
                      </a:r>
                    </a:p>
                  </a:txBody>
                  <a:tcPr marL="25819" marR="25819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9</a:t>
                      </a:r>
                    </a:p>
                  </a:txBody>
                  <a:tcPr marL="25819" marR="25819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C73"/>
                    </a:solidFill>
                  </a:tcPr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9031266" y="2404997"/>
            <a:ext cx="32503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1</a:t>
            </a:r>
            <a:r>
              <a:rPr lang="en-US" b="1" baseline="30000" dirty="0" smtClean="0"/>
              <a:t>st</a:t>
            </a:r>
            <a:r>
              <a:rPr lang="en-US" b="1" dirty="0" smtClean="0"/>
              <a:t> Page Keywords – 19</a:t>
            </a:r>
          </a:p>
          <a:p>
            <a:r>
              <a:rPr lang="en-US" b="1" dirty="0" smtClean="0"/>
              <a:t>Top 5</a:t>
            </a:r>
            <a:r>
              <a:rPr lang="en-US" b="1" baseline="30000" dirty="0" smtClean="0"/>
              <a:t>th</a:t>
            </a:r>
            <a:r>
              <a:rPr lang="en-US" b="1" dirty="0" smtClean="0"/>
              <a:t> Position Keywords - 10 </a:t>
            </a:r>
            <a:endParaRPr lang="en-IN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4"/>
          <p:cNvSpPr/>
          <p:nvPr/>
        </p:nvSpPr>
        <p:spPr>
          <a:xfrm>
            <a:off x="0" y="1485896"/>
            <a:ext cx="12192000" cy="3887031"/>
          </a:xfrm>
          <a:prstGeom prst="rect">
            <a:avLst/>
          </a:prstGeom>
          <a:solidFill>
            <a:srgbClr val="2F2F2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438" name="Google Shape;438;p14"/>
          <p:cNvGrpSpPr/>
          <p:nvPr/>
        </p:nvGrpSpPr>
        <p:grpSpPr>
          <a:xfrm>
            <a:off x="3569567" y="1031580"/>
            <a:ext cx="4395348" cy="4789293"/>
            <a:chOff x="646552" y="1040215"/>
            <a:chExt cx="4395348" cy="4789293"/>
          </a:xfrm>
        </p:grpSpPr>
        <p:grpSp>
          <p:nvGrpSpPr>
            <p:cNvPr id="439" name="Google Shape;439;p14"/>
            <p:cNvGrpSpPr/>
            <p:nvPr/>
          </p:nvGrpSpPr>
          <p:grpSpPr>
            <a:xfrm>
              <a:off x="4813300" y="1051938"/>
              <a:ext cx="228600" cy="4777570"/>
              <a:chOff x="4813300" y="1051938"/>
              <a:chExt cx="228600" cy="4777570"/>
            </a:xfrm>
          </p:grpSpPr>
          <p:sp>
            <p:nvSpPr>
              <p:cNvPr id="440" name="Google Shape;440;p14"/>
              <p:cNvSpPr/>
              <p:nvPr/>
            </p:nvSpPr>
            <p:spPr>
              <a:xfrm rot="10800000" flipH="1">
                <a:off x="4813300" y="5372308"/>
                <a:ext cx="228600" cy="457200"/>
              </a:xfrm>
              <a:prstGeom prst="rtTriangle">
                <a:avLst/>
              </a:prstGeom>
              <a:solidFill>
                <a:srgbClr val="92D05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41" name="Google Shape;441;p14"/>
              <p:cNvSpPr/>
              <p:nvPr/>
            </p:nvSpPr>
            <p:spPr>
              <a:xfrm>
                <a:off x="4813300" y="1051938"/>
                <a:ext cx="228600" cy="457200"/>
              </a:xfrm>
              <a:prstGeom prst="rtTriangle">
                <a:avLst/>
              </a:prstGeom>
              <a:solidFill>
                <a:srgbClr val="92D05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grpSp>
          <p:nvGrpSpPr>
            <p:cNvPr id="442" name="Google Shape;442;p14"/>
            <p:cNvGrpSpPr/>
            <p:nvPr/>
          </p:nvGrpSpPr>
          <p:grpSpPr>
            <a:xfrm>
              <a:off x="963604" y="1361661"/>
              <a:ext cx="3749694" cy="4134264"/>
              <a:chOff x="1041819" y="1123536"/>
              <a:chExt cx="3822341" cy="4214361"/>
            </a:xfrm>
          </p:grpSpPr>
          <p:sp>
            <p:nvSpPr>
              <p:cNvPr id="443" name="Google Shape;443;p14"/>
              <p:cNvSpPr/>
              <p:nvPr/>
            </p:nvSpPr>
            <p:spPr>
              <a:xfrm>
                <a:off x="2524940" y="4537479"/>
                <a:ext cx="383543" cy="494853"/>
              </a:xfrm>
              <a:custGeom>
                <a:avLst/>
                <a:gdLst/>
                <a:ahLst/>
                <a:cxnLst/>
                <a:rect l="l" t="t" r="r" b="b"/>
                <a:pathLst>
                  <a:path w="101" h="126" extrusionOk="0">
                    <a:moveTo>
                      <a:pt x="0" y="118"/>
                    </a:moveTo>
                    <a:cubicBezTo>
                      <a:pt x="0" y="120"/>
                      <a:pt x="1" y="126"/>
                      <a:pt x="2" y="126"/>
                    </a:cubicBezTo>
                    <a:cubicBezTo>
                      <a:pt x="2" y="126"/>
                      <a:pt x="14" y="126"/>
                      <a:pt x="28" y="126"/>
                    </a:cubicBezTo>
                    <a:cubicBezTo>
                      <a:pt x="36" y="126"/>
                      <a:pt x="43" y="126"/>
                      <a:pt x="50" y="126"/>
                    </a:cubicBezTo>
                    <a:cubicBezTo>
                      <a:pt x="57" y="126"/>
                      <a:pt x="65" y="126"/>
                      <a:pt x="72" y="126"/>
                    </a:cubicBezTo>
                    <a:cubicBezTo>
                      <a:pt x="86" y="126"/>
                      <a:pt x="98" y="126"/>
                      <a:pt x="98" y="126"/>
                    </a:cubicBezTo>
                    <a:cubicBezTo>
                      <a:pt x="100" y="126"/>
                      <a:pt x="100" y="120"/>
                      <a:pt x="100" y="118"/>
                    </a:cubicBezTo>
                    <a:cubicBezTo>
                      <a:pt x="101" y="107"/>
                      <a:pt x="100" y="97"/>
                      <a:pt x="90" y="91"/>
                    </a:cubicBezTo>
                    <a:cubicBezTo>
                      <a:pt x="87" y="88"/>
                      <a:pt x="78" y="85"/>
                      <a:pt x="73" y="82"/>
                    </a:cubicBezTo>
                    <a:cubicBezTo>
                      <a:pt x="68" y="80"/>
                      <a:pt x="60" y="73"/>
                      <a:pt x="64" y="67"/>
                    </a:cubicBezTo>
                    <a:cubicBezTo>
                      <a:pt x="67" y="62"/>
                      <a:pt x="75" y="65"/>
                      <a:pt x="78" y="59"/>
                    </a:cubicBezTo>
                    <a:cubicBezTo>
                      <a:pt x="79" y="58"/>
                      <a:pt x="77" y="56"/>
                      <a:pt x="77" y="51"/>
                    </a:cubicBezTo>
                    <a:cubicBezTo>
                      <a:pt x="77" y="47"/>
                      <a:pt x="77" y="31"/>
                      <a:pt x="76" y="26"/>
                    </a:cubicBezTo>
                    <a:cubicBezTo>
                      <a:pt x="73" y="19"/>
                      <a:pt x="70" y="12"/>
                      <a:pt x="63" y="7"/>
                    </a:cubicBezTo>
                    <a:cubicBezTo>
                      <a:pt x="53" y="0"/>
                      <a:pt x="38" y="4"/>
                      <a:pt x="30" y="14"/>
                    </a:cubicBezTo>
                    <a:cubicBezTo>
                      <a:pt x="23" y="25"/>
                      <a:pt x="24" y="39"/>
                      <a:pt x="24" y="51"/>
                    </a:cubicBezTo>
                    <a:cubicBezTo>
                      <a:pt x="23" y="56"/>
                      <a:pt x="21" y="58"/>
                      <a:pt x="22" y="59"/>
                    </a:cubicBezTo>
                    <a:cubicBezTo>
                      <a:pt x="25" y="64"/>
                      <a:pt x="33" y="63"/>
                      <a:pt x="36" y="67"/>
                    </a:cubicBezTo>
                    <a:cubicBezTo>
                      <a:pt x="41" y="72"/>
                      <a:pt x="32" y="80"/>
                      <a:pt x="28" y="82"/>
                    </a:cubicBezTo>
                    <a:cubicBezTo>
                      <a:pt x="22" y="85"/>
                      <a:pt x="14" y="88"/>
                      <a:pt x="10" y="91"/>
                    </a:cubicBezTo>
                    <a:cubicBezTo>
                      <a:pt x="1" y="97"/>
                      <a:pt x="0" y="107"/>
                      <a:pt x="0" y="118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44" name="Google Shape;444;p14"/>
              <p:cNvSpPr/>
              <p:nvPr/>
            </p:nvSpPr>
            <p:spPr>
              <a:xfrm>
                <a:off x="2848267" y="4517199"/>
                <a:ext cx="331182" cy="515133"/>
              </a:xfrm>
              <a:custGeom>
                <a:avLst/>
                <a:gdLst/>
                <a:ahLst/>
                <a:cxnLst/>
                <a:rect l="l" t="t" r="r" b="b"/>
                <a:pathLst>
                  <a:path w="87" h="131" extrusionOk="0">
                    <a:moveTo>
                      <a:pt x="25" y="6"/>
                    </a:moveTo>
                    <a:cubicBezTo>
                      <a:pt x="32" y="6"/>
                      <a:pt x="38" y="9"/>
                      <a:pt x="41" y="15"/>
                    </a:cubicBezTo>
                    <a:cubicBezTo>
                      <a:pt x="42" y="18"/>
                      <a:pt x="42" y="20"/>
                      <a:pt x="41" y="24"/>
                    </a:cubicBezTo>
                    <a:cubicBezTo>
                      <a:pt x="41" y="26"/>
                      <a:pt x="41" y="30"/>
                      <a:pt x="41" y="34"/>
                    </a:cubicBezTo>
                    <a:cubicBezTo>
                      <a:pt x="41" y="37"/>
                      <a:pt x="41" y="37"/>
                      <a:pt x="41" y="37"/>
                    </a:cubicBezTo>
                    <a:cubicBezTo>
                      <a:pt x="44" y="38"/>
                      <a:pt x="44" y="38"/>
                      <a:pt x="44" y="38"/>
                    </a:cubicBezTo>
                    <a:cubicBezTo>
                      <a:pt x="44" y="38"/>
                      <a:pt x="44" y="39"/>
                      <a:pt x="44" y="40"/>
                    </a:cubicBezTo>
                    <a:cubicBezTo>
                      <a:pt x="43" y="41"/>
                      <a:pt x="43" y="41"/>
                      <a:pt x="42" y="42"/>
                    </a:cubicBezTo>
                    <a:cubicBezTo>
                      <a:pt x="40" y="43"/>
                      <a:pt x="38" y="45"/>
                      <a:pt x="37" y="48"/>
                    </a:cubicBezTo>
                    <a:cubicBezTo>
                      <a:pt x="37" y="49"/>
                      <a:pt x="37" y="49"/>
                      <a:pt x="37" y="50"/>
                    </a:cubicBezTo>
                    <a:cubicBezTo>
                      <a:pt x="36" y="54"/>
                      <a:pt x="34" y="61"/>
                      <a:pt x="35" y="66"/>
                    </a:cubicBezTo>
                    <a:cubicBezTo>
                      <a:pt x="36" y="75"/>
                      <a:pt x="41" y="82"/>
                      <a:pt x="50" y="85"/>
                    </a:cubicBezTo>
                    <a:cubicBezTo>
                      <a:pt x="56" y="88"/>
                      <a:pt x="64" y="93"/>
                      <a:pt x="70" y="97"/>
                    </a:cubicBezTo>
                    <a:cubicBezTo>
                      <a:pt x="77" y="102"/>
                      <a:pt x="79" y="118"/>
                      <a:pt x="78" y="125"/>
                    </a:cubicBezTo>
                    <a:cubicBezTo>
                      <a:pt x="31" y="125"/>
                      <a:pt x="31" y="125"/>
                      <a:pt x="31" y="125"/>
                    </a:cubicBezTo>
                    <a:cubicBezTo>
                      <a:pt x="31" y="125"/>
                      <a:pt x="31" y="125"/>
                      <a:pt x="31" y="125"/>
                    </a:cubicBezTo>
                    <a:cubicBezTo>
                      <a:pt x="31" y="124"/>
                      <a:pt x="31" y="124"/>
                      <a:pt x="31" y="124"/>
                    </a:cubicBezTo>
                    <a:cubicBezTo>
                      <a:pt x="32" y="117"/>
                      <a:pt x="33" y="95"/>
                      <a:pt x="14" y="82"/>
                    </a:cubicBezTo>
                    <a:cubicBezTo>
                      <a:pt x="13" y="81"/>
                      <a:pt x="11" y="80"/>
                      <a:pt x="9" y="79"/>
                    </a:cubicBezTo>
                    <a:cubicBezTo>
                      <a:pt x="13" y="76"/>
                      <a:pt x="15" y="71"/>
                      <a:pt x="16" y="66"/>
                    </a:cubicBezTo>
                    <a:cubicBezTo>
                      <a:pt x="16" y="61"/>
                      <a:pt x="15" y="54"/>
                      <a:pt x="14" y="50"/>
                    </a:cubicBezTo>
                    <a:cubicBezTo>
                      <a:pt x="14" y="49"/>
                      <a:pt x="14" y="49"/>
                      <a:pt x="14" y="48"/>
                    </a:cubicBezTo>
                    <a:cubicBezTo>
                      <a:pt x="13" y="45"/>
                      <a:pt x="11" y="43"/>
                      <a:pt x="9" y="42"/>
                    </a:cubicBezTo>
                    <a:cubicBezTo>
                      <a:pt x="7" y="41"/>
                      <a:pt x="7" y="41"/>
                      <a:pt x="7" y="40"/>
                    </a:cubicBezTo>
                    <a:cubicBezTo>
                      <a:pt x="7" y="39"/>
                      <a:pt x="7" y="39"/>
                      <a:pt x="8" y="37"/>
                    </a:cubicBezTo>
                    <a:cubicBezTo>
                      <a:pt x="8" y="35"/>
                      <a:pt x="10" y="33"/>
                      <a:pt x="9" y="29"/>
                    </a:cubicBezTo>
                    <a:cubicBezTo>
                      <a:pt x="9" y="28"/>
                      <a:pt x="9" y="26"/>
                      <a:pt x="9" y="25"/>
                    </a:cubicBezTo>
                    <a:cubicBezTo>
                      <a:pt x="8" y="21"/>
                      <a:pt x="8" y="19"/>
                      <a:pt x="9" y="17"/>
                    </a:cubicBezTo>
                    <a:cubicBezTo>
                      <a:pt x="10" y="13"/>
                      <a:pt x="13" y="9"/>
                      <a:pt x="17" y="7"/>
                    </a:cubicBezTo>
                    <a:cubicBezTo>
                      <a:pt x="20" y="6"/>
                      <a:pt x="22" y="6"/>
                      <a:pt x="25" y="6"/>
                    </a:cubicBezTo>
                    <a:moveTo>
                      <a:pt x="25" y="0"/>
                    </a:moveTo>
                    <a:cubicBezTo>
                      <a:pt x="21" y="0"/>
                      <a:pt x="18" y="0"/>
                      <a:pt x="14" y="2"/>
                    </a:cubicBezTo>
                    <a:cubicBezTo>
                      <a:pt x="9" y="5"/>
                      <a:pt x="5" y="9"/>
                      <a:pt x="3" y="15"/>
                    </a:cubicBezTo>
                    <a:cubicBezTo>
                      <a:pt x="1" y="20"/>
                      <a:pt x="3" y="24"/>
                      <a:pt x="3" y="30"/>
                    </a:cubicBezTo>
                    <a:cubicBezTo>
                      <a:pt x="4" y="34"/>
                      <a:pt x="0" y="36"/>
                      <a:pt x="1" y="41"/>
                    </a:cubicBezTo>
                    <a:cubicBezTo>
                      <a:pt x="2" y="47"/>
                      <a:pt x="7" y="47"/>
                      <a:pt x="8" y="49"/>
                    </a:cubicBezTo>
                    <a:cubicBezTo>
                      <a:pt x="8" y="52"/>
                      <a:pt x="10" y="60"/>
                      <a:pt x="10" y="66"/>
                    </a:cubicBezTo>
                    <a:cubicBezTo>
                      <a:pt x="9" y="71"/>
                      <a:pt x="6" y="75"/>
                      <a:pt x="1" y="78"/>
                    </a:cubicBezTo>
                    <a:cubicBezTo>
                      <a:pt x="0" y="80"/>
                      <a:pt x="0" y="81"/>
                      <a:pt x="2" y="82"/>
                    </a:cubicBezTo>
                    <a:cubicBezTo>
                      <a:pt x="5" y="84"/>
                      <a:pt x="9" y="86"/>
                      <a:pt x="11" y="87"/>
                    </a:cubicBezTo>
                    <a:cubicBezTo>
                      <a:pt x="27" y="98"/>
                      <a:pt x="26" y="117"/>
                      <a:pt x="25" y="124"/>
                    </a:cubicBezTo>
                    <a:cubicBezTo>
                      <a:pt x="25" y="124"/>
                      <a:pt x="25" y="124"/>
                      <a:pt x="25" y="124"/>
                    </a:cubicBezTo>
                    <a:cubicBezTo>
                      <a:pt x="25" y="126"/>
                      <a:pt x="25" y="128"/>
                      <a:pt x="25" y="130"/>
                    </a:cubicBezTo>
                    <a:cubicBezTo>
                      <a:pt x="25" y="131"/>
                      <a:pt x="25" y="131"/>
                      <a:pt x="26" y="131"/>
                    </a:cubicBezTo>
                    <a:cubicBezTo>
                      <a:pt x="28" y="131"/>
                      <a:pt x="28" y="131"/>
                      <a:pt x="28" y="131"/>
                    </a:cubicBezTo>
                    <a:cubicBezTo>
                      <a:pt x="83" y="131"/>
                      <a:pt x="83" y="131"/>
                      <a:pt x="83" y="131"/>
                    </a:cubicBezTo>
                    <a:cubicBezTo>
                      <a:pt x="85" y="131"/>
                      <a:pt x="87" y="101"/>
                      <a:pt x="74" y="92"/>
                    </a:cubicBezTo>
                    <a:cubicBezTo>
                      <a:pt x="67" y="88"/>
                      <a:pt x="59" y="83"/>
                      <a:pt x="52" y="80"/>
                    </a:cubicBezTo>
                    <a:cubicBezTo>
                      <a:pt x="45" y="77"/>
                      <a:pt x="42" y="71"/>
                      <a:pt x="41" y="66"/>
                    </a:cubicBezTo>
                    <a:cubicBezTo>
                      <a:pt x="40" y="60"/>
                      <a:pt x="42" y="52"/>
                      <a:pt x="43" y="49"/>
                    </a:cubicBezTo>
                    <a:cubicBezTo>
                      <a:pt x="43" y="47"/>
                      <a:pt x="49" y="47"/>
                      <a:pt x="50" y="41"/>
                    </a:cubicBezTo>
                    <a:cubicBezTo>
                      <a:pt x="50" y="39"/>
                      <a:pt x="50" y="34"/>
                      <a:pt x="47" y="33"/>
                    </a:cubicBezTo>
                    <a:cubicBezTo>
                      <a:pt x="46" y="25"/>
                      <a:pt x="50" y="20"/>
                      <a:pt x="46" y="12"/>
                    </a:cubicBezTo>
                    <a:cubicBezTo>
                      <a:pt x="42" y="4"/>
                      <a:pt x="34" y="0"/>
                      <a:pt x="25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45" name="Google Shape;445;p14"/>
              <p:cNvSpPr/>
              <p:nvPr/>
            </p:nvSpPr>
            <p:spPr>
              <a:xfrm>
                <a:off x="1828540" y="4572633"/>
                <a:ext cx="464702" cy="470516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20" extrusionOk="0">
                    <a:moveTo>
                      <a:pt x="61" y="6"/>
                    </a:moveTo>
                    <a:cubicBezTo>
                      <a:pt x="69" y="6"/>
                      <a:pt x="75" y="7"/>
                      <a:pt x="82" y="9"/>
                    </a:cubicBezTo>
                    <a:cubicBezTo>
                      <a:pt x="89" y="12"/>
                      <a:pt x="94" y="15"/>
                      <a:pt x="99" y="20"/>
                    </a:cubicBezTo>
                    <a:cubicBezTo>
                      <a:pt x="104" y="24"/>
                      <a:pt x="109" y="30"/>
                      <a:pt x="112" y="37"/>
                    </a:cubicBezTo>
                    <a:cubicBezTo>
                      <a:pt x="115" y="44"/>
                      <a:pt x="116" y="52"/>
                      <a:pt x="116" y="61"/>
                    </a:cubicBezTo>
                    <a:cubicBezTo>
                      <a:pt x="116" y="63"/>
                      <a:pt x="116" y="64"/>
                      <a:pt x="116" y="67"/>
                    </a:cubicBezTo>
                    <a:cubicBezTo>
                      <a:pt x="116" y="69"/>
                      <a:pt x="115" y="71"/>
                      <a:pt x="115" y="74"/>
                    </a:cubicBezTo>
                    <a:cubicBezTo>
                      <a:pt x="114" y="76"/>
                      <a:pt x="114" y="79"/>
                      <a:pt x="113" y="81"/>
                    </a:cubicBezTo>
                    <a:cubicBezTo>
                      <a:pt x="112" y="84"/>
                      <a:pt x="110" y="86"/>
                      <a:pt x="109" y="89"/>
                    </a:cubicBezTo>
                    <a:cubicBezTo>
                      <a:pt x="107" y="91"/>
                      <a:pt x="105" y="92"/>
                      <a:pt x="102" y="94"/>
                    </a:cubicBezTo>
                    <a:cubicBezTo>
                      <a:pt x="100" y="95"/>
                      <a:pt x="97" y="96"/>
                      <a:pt x="93" y="96"/>
                    </a:cubicBezTo>
                    <a:cubicBezTo>
                      <a:pt x="91" y="96"/>
                      <a:pt x="88" y="95"/>
                      <a:pt x="87" y="95"/>
                    </a:cubicBezTo>
                    <a:cubicBezTo>
                      <a:pt x="85" y="94"/>
                      <a:pt x="83" y="93"/>
                      <a:pt x="82" y="92"/>
                    </a:cubicBezTo>
                    <a:cubicBezTo>
                      <a:pt x="81" y="91"/>
                      <a:pt x="81" y="90"/>
                      <a:pt x="80" y="88"/>
                    </a:cubicBezTo>
                    <a:cubicBezTo>
                      <a:pt x="79" y="87"/>
                      <a:pt x="79" y="86"/>
                      <a:pt x="79" y="84"/>
                    </a:cubicBezTo>
                    <a:cubicBezTo>
                      <a:pt x="76" y="87"/>
                      <a:pt x="72" y="90"/>
                      <a:pt x="68" y="91"/>
                    </a:cubicBezTo>
                    <a:cubicBezTo>
                      <a:pt x="64" y="93"/>
                      <a:pt x="59" y="94"/>
                      <a:pt x="54" y="94"/>
                    </a:cubicBezTo>
                    <a:cubicBezTo>
                      <a:pt x="47" y="94"/>
                      <a:pt x="42" y="92"/>
                      <a:pt x="38" y="88"/>
                    </a:cubicBezTo>
                    <a:cubicBezTo>
                      <a:pt x="34" y="84"/>
                      <a:pt x="32" y="79"/>
                      <a:pt x="32" y="73"/>
                    </a:cubicBezTo>
                    <a:cubicBezTo>
                      <a:pt x="32" y="69"/>
                      <a:pt x="33" y="66"/>
                      <a:pt x="34" y="63"/>
                    </a:cubicBezTo>
                    <a:cubicBezTo>
                      <a:pt x="36" y="60"/>
                      <a:pt x="38" y="58"/>
                      <a:pt x="41" y="56"/>
                    </a:cubicBezTo>
                    <a:cubicBezTo>
                      <a:pt x="43" y="55"/>
                      <a:pt x="46" y="53"/>
                      <a:pt x="49" y="53"/>
                    </a:cubicBezTo>
                    <a:cubicBezTo>
                      <a:pt x="52" y="52"/>
                      <a:pt x="56" y="52"/>
                      <a:pt x="59" y="52"/>
                    </a:cubicBezTo>
                    <a:cubicBezTo>
                      <a:pt x="63" y="52"/>
                      <a:pt x="66" y="52"/>
                      <a:pt x="69" y="53"/>
                    </a:cubicBezTo>
                    <a:cubicBezTo>
                      <a:pt x="71" y="53"/>
                      <a:pt x="73" y="54"/>
                      <a:pt x="75" y="55"/>
                    </a:cubicBezTo>
                    <a:cubicBezTo>
                      <a:pt x="75" y="52"/>
                      <a:pt x="74" y="50"/>
                      <a:pt x="74" y="48"/>
                    </a:cubicBezTo>
                    <a:cubicBezTo>
                      <a:pt x="73" y="46"/>
                      <a:pt x="73" y="45"/>
                      <a:pt x="71" y="43"/>
                    </a:cubicBezTo>
                    <a:cubicBezTo>
                      <a:pt x="70" y="42"/>
                      <a:pt x="69" y="41"/>
                      <a:pt x="67" y="40"/>
                    </a:cubicBezTo>
                    <a:cubicBezTo>
                      <a:pt x="64" y="39"/>
                      <a:pt x="62" y="39"/>
                      <a:pt x="59" y="39"/>
                    </a:cubicBezTo>
                    <a:cubicBezTo>
                      <a:pt x="55" y="39"/>
                      <a:pt x="51" y="40"/>
                      <a:pt x="48" y="41"/>
                    </a:cubicBezTo>
                    <a:cubicBezTo>
                      <a:pt x="47" y="41"/>
                      <a:pt x="46" y="41"/>
                      <a:pt x="46" y="42"/>
                    </a:cubicBezTo>
                    <a:cubicBezTo>
                      <a:pt x="45" y="42"/>
                      <a:pt x="44" y="42"/>
                      <a:pt x="43" y="42"/>
                    </a:cubicBezTo>
                    <a:cubicBezTo>
                      <a:pt x="41" y="42"/>
                      <a:pt x="38" y="41"/>
                      <a:pt x="37" y="38"/>
                    </a:cubicBezTo>
                    <a:cubicBezTo>
                      <a:pt x="37" y="38"/>
                      <a:pt x="37" y="38"/>
                      <a:pt x="37" y="38"/>
                    </a:cubicBezTo>
                    <a:cubicBezTo>
                      <a:pt x="36" y="35"/>
                      <a:pt x="38" y="32"/>
                      <a:pt x="40" y="31"/>
                    </a:cubicBezTo>
                    <a:cubicBezTo>
                      <a:pt x="46" y="28"/>
                      <a:pt x="53" y="26"/>
                      <a:pt x="61" y="26"/>
                    </a:cubicBezTo>
                    <a:cubicBezTo>
                      <a:pt x="68" y="26"/>
                      <a:pt x="73" y="27"/>
                      <a:pt x="76" y="29"/>
                    </a:cubicBezTo>
                    <a:cubicBezTo>
                      <a:pt x="80" y="31"/>
                      <a:pt x="83" y="33"/>
                      <a:pt x="84" y="36"/>
                    </a:cubicBezTo>
                    <a:cubicBezTo>
                      <a:pt x="86" y="39"/>
                      <a:pt x="87" y="43"/>
                      <a:pt x="88" y="46"/>
                    </a:cubicBezTo>
                    <a:cubicBezTo>
                      <a:pt x="88" y="50"/>
                      <a:pt x="88" y="53"/>
                      <a:pt x="88" y="57"/>
                    </a:cubicBezTo>
                    <a:cubicBezTo>
                      <a:pt x="88" y="68"/>
                      <a:pt x="88" y="68"/>
                      <a:pt x="88" y="68"/>
                    </a:cubicBezTo>
                    <a:cubicBezTo>
                      <a:pt x="88" y="71"/>
                      <a:pt x="88" y="73"/>
                      <a:pt x="88" y="75"/>
                    </a:cubicBezTo>
                    <a:cubicBezTo>
                      <a:pt x="89" y="77"/>
                      <a:pt x="89" y="79"/>
                      <a:pt x="89" y="80"/>
                    </a:cubicBezTo>
                    <a:cubicBezTo>
                      <a:pt x="90" y="82"/>
                      <a:pt x="91" y="83"/>
                      <a:pt x="92" y="84"/>
                    </a:cubicBezTo>
                    <a:cubicBezTo>
                      <a:pt x="92" y="85"/>
                      <a:pt x="94" y="86"/>
                      <a:pt x="95" y="86"/>
                    </a:cubicBezTo>
                    <a:cubicBezTo>
                      <a:pt x="96" y="86"/>
                      <a:pt x="96" y="86"/>
                      <a:pt x="96" y="86"/>
                    </a:cubicBezTo>
                    <a:cubicBezTo>
                      <a:pt x="98" y="85"/>
                      <a:pt x="100" y="84"/>
                      <a:pt x="102" y="82"/>
                    </a:cubicBezTo>
                    <a:cubicBezTo>
                      <a:pt x="103" y="81"/>
                      <a:pt x="104" y="78"/>
                      <a:pt x="105" y="76"/>
                    </a:cubicBezTo>
                    <a:cubicBezTo>
                      <a:pt x="106" y="73"/>
                      <a:pt x="106" y="71"/>
                      <a:pt x="106" y="68"/>
                    </a:cubicBezTo>
                    <a:cubicBezTo>
                      <a:pt x="107" y="65"/>
                      <a:pt x="107" y="63"/>
                      <a:pt x="107" y="61"/>
                    </a:cubicBezTo>
                    <a:cubicBezTo>
                      <a:pt x="107" y="54"/>
                      <a:pt x="106" y="48"/>
                      <a:pt x="104" y="42"/>
                    </a:cubicBezTo>
                    <a:cubicBezTo>
                      <a:pt x="101" y="37"/>
                      <a:pt x="98" y="32"/>
                      <a:pt x="94" y="28"/>
                    </a:cubicBezTo>
                    <a:cubicBezTo>
                      <a:pt x="90" y="24"/>
                      <a:pt x="85" y="21"/>
                      <a:pt x="80" y="18"/>
                    </a:cubicBezTo>
                    <a:cubicBezTo>
                      <a:pt x="74" y="16"/>
                      <a:pt x="68" y="15"/>
                      <a:pt x="61" y="15"/>
                    </a:cubicBezTo>
                    <a:cubicBezTo>
                      <a:pt x="54" y="15"/>
                      <a:pt x="48" y="16"/>
                      <a:pt x="42" y="18"/>
                    </a:cubicBezTo>
                    <a:cubicBezTo>
                      <a:pt x="36" y="20"/>
                      <a:pt x="32" y="24"/>
                      <a:pt x="28" y="28"/>
                    </a:cubicBezTo>
                    <a:cubicBezTo>
                      <a:pt x="24" y="32"/>
                      <a:pt x="21" y="36"/>
                      <a:pt x="18" y="42"/>
                    </a:cubicBezTo>
                    <a:cubicBezTo>
                      <a:pt x="16" y="48"/>
                      <a:pt x="15" y="54"/>
                      <a:pt x="15" y="60"/>
                    </a:cubicBezTo>
                    <a:cubicBezTo>
                      <a:pt x="15" y="66"/>
                      <a:pt x="16" y="72"/>
                      <a:pt x="18" y="78"/>
                    </a:cubicBezTo>
                    <a:cubicBezTo>
                      <a:pt x="20" y="83"/>
                      <a:pt x="23" y="88"/>
                      <a:pt x="27" y="92"/>
                    </a:cubicBezTo>
                    <a:cubicBezTo>
                      <a:pt x="31" y="96"/>
                      <a:pt x="35" y="100"/>
                      <a:pt x="41" y="102"/>
                    </a:cubicBezTo>
                    <a:cubicBezTo>
                      <a:pt x="46" y="104"/>
                      <a:pt x="52" y="106"/>
                      <a:pt x="59" y="106"/>
                    </a:cubicBezTo>
                    <a:cubicBezTo>
                      <a:pt x="64" y="106"/>
                      <a:pt x="68" y="105"/>
                      <a:pt x="71" y="104"/>
                    </a:cubicBezTo>
                    <a:cubicBezTo>
                      <a:pt x="73" y="103"/>
                      <a:pt x="75" y="103"/>
                      <a:pt x="77" y="102"/>
                    </a:cubicBezTo>
                    <a:cubicBezTo>
                      <a:pt x="78" y="102"/>
                      <a:pt x="78" y="102"/>
                      <a:pt x="79" y="102"/>
                    </a:cubicBezTo>
                    <a:cubicBezTo>
                      <a:pt x="81" y="102"/>
                      <a:pt x="82" y="103"/>
                      <a:pt x="83" y="105"/>
                    </a:cubicBezTo>
                    <a:cubicBezTo>
                      <a:pt x="84" y="107"/>
                      <a:pt x="82" y="109"/>
                      <a:pt x="80" y="110"/>
                    </a:cubicBezTo>
                    <a:cubicBezTo>
                      <a:pt x="77" y="111"/>
                      <a:pt x="74" y="112"/>
                      <a:pt x="72" y="113"/>
                    </a:cubicBezTo>
                    <a:cubicBezTo>
                      <a:pt x="67" y="114"/>
                      <a:pt x="63" y="114"/>
                      <a:pt x="58" y="114"/>
                    </a:cubicBezTo>
                    <a:cubicBezTo>
                      <a:pt x="51" y="114"/>
                      <a:pt x="44" y="113"/>
                      <a:pt x="38" y="111"/>
                    </a:cubicBezTo>
                    <a:cubicBezTo>
                      <a:pt x="32" y="108"/>
                      <a:pt x="26" y="104"/>
                      <a:pt x="21" y="100"/>
                    </a:cubicBezTo>
                    <a:cubicBezTo>
                      <a:pt x="17" y="95"/>
                      <a:pt x="13" y="89"/>
                      <a:pt x="10" y="82"/>
                    </a:cubicBezTo>
                    <a:cubicBezTo>
                      <a:pt x="7" y="76"/>
                      <a:pt x="6" y="68"/>
                      <a:pt x="6" y="60"/>
                    </a:cubicBezTo>
                    <a:cubicBezTo>
                      <a:pt x="6" y="51"/>
                      <a:pt x="7" y="43"/>
                      <a:pt x="10" y="37"/>
                    </a:cubicBezTo>
                    <a:cubicBezTo>
                      <a:pt x="14" y="30"/>
                      <a:pt x="18" y="24"/>
                      <a:pt x="23" y="20"/>
                    </a:cubicBezTo>
                    <a:cubicBezTo>
                      <a:pt x="28" y="15"/>
                      <a:pt x="34" y="12"/>
                      <a:pt x="40" y="10"/>
                    </a:cubicBezTo>
                    <a:cubicBezTo>
                      <a:pt x="47" y="7"/>
                      <a:pt x="54" y="6"/>
                      <a:pt x="61" y="6"/>
                    </a:cubicBezTo>
                    <a:moveTo>
                      <a:pt x="56" y="83"/>
                    </a:moveTo>
                    <a:cubicBezTo>
                      <a:pt x="58" y="83"/>
                      <a:pt x="59" y="82"/>
                      <a:pt x="62" y="82"/>
                    </a:cubicBezTo>
                    <a:cubicBezTo>
                      <a:pt x="64" y="82"/>
                      <a:pt x="66" y="81"/>
                      <a:pt x="68" y="80"/>
                    </a:cubicBezTo>
                    <a:cubicBezTo>
                      <a:pt x="70" y="79"/>
                      <a:pt x="72" y="78"/>
                      <a:pt x="73" y="76"/>
                    </a:cubicBezTo>
                    <a:cubicBezTo>
                      <a:pt x="74" y="75"/>
                      <a:pt x="75" y="73"/>
                      <a:pt x="75" y="71"/>
                    </a:cubicBezTo>
                    <a:cubicBezTo>
                      <a:pt x="75" y="65"/>
                      <a:pt x="75" y="65"/>
                      <a:pt x="75" y="65"/>
                    </a:cubicBezTo>
                    <a:cubicBezTo>
                      <a:pt x="73" y="65"/>
                      <a:pt x="71" y="64"/>
                      <a:pt x="68" y="63"/>
                    </a:cubicBezTo>
                    <a:cubicBezTo>
                      <a:pt x="65" y="63"/>
                      <a:pt x="62" y="62"/>
                      <a:pt x="59" y="62"/>
                    </a:cubicBezTo>
                    <a:cubicBezTo>
                      <a:pt x="55" y="62"/>
                      <a:pt x="52" y="63"/>
                      <a:pt x="49" y="65"/>
                    </a:cubicBezTo>
                    <a:cubicBezTo>
                      <a:pt x="47" y="67"/>
                      <a:pt x="46" y="69"/>
                      <a:pt x="46" y="73"/>
                    </a:cubicBezTo>
                    <a:cubicBezTo>
                      <a:pt x="46" y="76"/>
                      <a:pt x="46" y="78"/>
                      <a:pt x="48" y="80"/>
                    </a:cubicBezTo>
                    <a:cubicBezTo>
                      <a:pt x="50" y="82"/>
                      <a:pt x="52" y="83"/>
                      <a:pt x="56" y="83"/>
                    </a:cubicBezTo>
                    <a:moveTo>
                      <a:pt x="61" y="0"/>
                    </a:moveTo>
                    <a:cubicBezTo>
                      <a:pt x="53" y="0"/>
                      <a:pt x="46" y="1"/>
                      <a:pt x="38" y="4"/>
                    </a:cubicBezTo>
                    <a:cubicBezTo>
                      <a:pt x="31" y="6"/>
                      <a:pt x="24" y="10"/>
                      <a:pt x="19" y="15"/>
                    </a:cubicBezTo>
                    <a:cubicBezTo>
                      <a:pt x="13" y="20"/>
                      <a:pt x="8" y="27"/>
                      <a:pt x="5" y="34"/>
                    </a:cubicBezTo>
                    <a:cubicBezTo>
                      <a:pt x="2" y="42"/>
                      <a:pt x="0" y="50"/>
                      <a:pt x="0" y="60"/>
                    </a:cubicBezTo>
                    <a:cubicBezTo>
                      <a:pt x="0" y="69"/>
                      <a:pt x="1" y="77"/>
                      <a:pt x="4" y="85"/>
                    </a:cubicBezTo>
                    <a:cubicBezTo>
                      <a:pt x="8" y="92"/>
                      <a:pt x="12" y="99"/>
                      <a:pt x="17" y="104"/>
                    </a:cubicBezTo>
                    <a:cubicBezTo>
                      <a:pt x="22" y="109"/>
                      <a:pt x="29" y="113"/>
                      <a:pt x="36" y="116"/>
                    </a:cubicBezTo>
                    <a:cubicBezTo>
                      <a:pt x="43" y="119"/>
                      <a:pt x="50" y="120"/>
                      <a:pt x="58" y="120"/>
                    </a:cubicBezTo>
                    <a:cubicBezTo>
                      <a:pt x="63" y="120"/>
                      <a:pt x="68" y="120"/>
                      <a:pt x="73" y="119"/>
                    </a:cubicBezTo>
                    <a:cubicBezTo>
                      <a:pt x="76" y="118"/>
                      <a:pt x="79" y="117"/>
                      <a:pt x="82" y="116"/>
                    </a:cubicBezTo>
                    <a:cubicBezTo>
                      <a:pt x="88" y="114"/>
                      <a:pt x="90" y="108"/>
                      <a:pt x="89" y="103"/>
                    </a:cubicBezTo>
                    <a:cubicBezTo>
                      <a:pt x="88" y="102"/>
                      <a:pt x="88" y="102"/>
                      <a:pt x="88" y="101"/>
                    </a:cubicBezTo>
                    <a:cubicBezTo>
                      <a:pt x="90" y="101"/>
                      <a:pt x="91" y="102"/>
                      <a:pt x="93" y="102"/>
                    </a:cubicBezTo>
                    <a:cubicBezTo>
                      <a:pt x="98" y="102"/>
                      <a:pt x="102" y="101"/>
                      <a:pt x="105" y="99"/>
                    </a:cubicBezTo>
                    <a:cubicBezTo>
                      <a:pt x="108" y="97"/>
                      <a:pt x="111" y="95"/>
                      <a:pt x="114" y="92"/>
                    </a:cubicBezTo>
                    <a:cubicBezTo>
                      <a:pt x="116" y="90"/>
                      <a:pt x="117" y="87"/>
                      <a:pt x="118" y="84"/>
                    </a:cubicBezTo>
                    <a:cubicBezTo>
                      <a:pt x="119" y="81"/>
                      <a:pt x="120" y="78"/>
                      <a:pt x="121" y="75"/>
                    </a:cubicBezTo>
                    <a:cubicBezTo>
                      <a:pt x="121" y="72"/>
                      <a:pt x="122" y="70"/>
                      <a:pt x="122" y="67"/>
                    </a:cubicBezTo>
                    <a:cubicBezTo>
                      <a:pt x="122" y="65"/>
                      <a:pt x="122" y="63"/>
                      <a:pt x="122" y="61"/>
                    </a:cubicBezTo>
                    <a:cubicBezTo>
                      <a:pt x="122" y="51"/>
                      <a:pt x="120" y="42"/>
                      <a:pt x="117" y="35"/>
                    </a:cubicBezTo>
                    <a:cubicBezTo>
                      <a:pt x="114" y="27"/>
                      <a:pt x="109" y="20"/>
                      <a:pt x="103" y="15"/>
                    </a:cubicBezTo>
                    <a:cubicBezTo>
                      <a:pt x="98" y="10"/>
                      <a:pt x="91" y="6"/>
                      <a:pt x="84" y="4"/>
                    </a:cubicBezTo>
                    <a:cubicBezTo>
                      <a:pt x="77" y="1"/>
                      <a:pt x="69" y="0"/>
                      <a:pt x="61" y="0"/>
                    </a:cubicBezTo>
                    <a:close/>
                    <a:moveTo>
                      <a:pt x="96" y="80"/>
                    </a:moveTo>
                    <a:cubicBezTo>
                      <a:pt x="95" y="79"/>
                      <a:pt x="95" y="79"/>
                      <a:pt x="95" y="78"/>
                    </a:cubicBezTo>
                    <a:cubicBezTo>
                      <a:pt x="95" y="77"/>
                      <a:pt x="95" y="76"/>
                      <a:pt x="94" y="74"/>
                    </a:cubicBezTo>
                    <a:cubicBezTo>
                      <a:pt x="94" y="72"/>
                      <a:pt x="94" y="70"/>
                      <a:pt x="94" y="68"/>
                    </a:cubicBezTo>
                    <a:cubicBezTo>
                      <a:pt x="94" y="57"/>
                      <a:pt x="94" y="57"/>
                      <a:pt x="94" y="57"/>
                    </a:cubicBezTo>
                    <a:cubicBezTo>
                      <a:pt x="94" y="53"/>
                      <a:pt x="94" y="50"/>
                      <a:pt x="94" y="46"/>
                    </a:cubicBezTo>
                    <a:cubicBezTo>
                      <a:pt x="93" y="41"/>
                      <a:pt x="92" y="37"/>
                      <a:pt x="90" y="33"/>
                    </a:cubicBezTo>
                    <a:cubicBezTo>
                      <a:pt x="89" y="32"/>
                      <a:pt x="87" y="30"/>
                      <a:pt x="86" y="29"/>
                    </a:cubicBezTo>
                    <a:cubicBezTo>
                      <a:pt x="87" y="30"/>
                      <a:pt x="89" y="31"/>
                      <a:pt x="90" y="32"/>
                    </a:cubicBezTo>
                    <a:cubicBezTo>
                      <a:pt x="93" y="36"/>
                      <a:pt x="96" y="40"/>
                      <a:pt x="98" y="45"/>
                    </a:cubicBezTo>
                    <a:cubicBezTo>
                      <a:pt x="100" y="50"/>
                      <a:pt x="101" y="55"/>
                      <a:pt x="101" y="61"/>
                    </a:cubicBezTo>
                    <a:cubicBezTo>
                      <a:pt x="101" y="62"/>
                      <a:pt x="101" y="65"/>
                      <a:pt x="100" y="67"/>
                    </a:cubicBezTo>
                    <a:cubicBezTo>
                      <a:pt x="100" y="70"/>
                      <a:pt x="100" y="72"/>
                      <a:pt x="99" y="74"/>
                    </a:cubicBezTo>
                    <a:cubicBezTo>
                      <a:pt x="99" y="76"/>
                      <a:pt x="98" y="78"/>
                      <a:pt x="97" y="79"/>
                    </a:cubicBezTo>
                    <a:cubicBezTo>
                      <a:pt x="96" y="79"/>
                      <a:pt x="96" y="80"/>
                      <a:pt x="96" y="80"/>
                    </a:cubicBezTo>
                    <a:cubicBezTo>
                      <a:pt x="96" y="80"/>
                      <a:pt x="96" y="80"/>
                      <a:pt x="96" y="80"/>
                    </a:cubicBezTo>
                    <a:close/>
                    <a:moveTo>
                      <a:pt x="28" y="84"/>
                    </a:moveTo>
                    <a:cubicBezTo>
                      <a:pt x="26" y="81"/>
                      <a:pt x="25" y="79"/>
                      <a:pt x="24" y="76"/>
                    </a:cubicBezTo>
                    <a:cubicBezTo>
                      <a:pt x="22" y="71"/>
                      <a:pt x="21" y="66"/>
                      <a:pt x="21" y="60"/>
                    </a:cubicBezTo>
                    <a:cubicBezTo>
                      <a:pt x="21" y="54"/>
                      <a:pt x="22" y="49"/>
                      <a:pt x="24" y="44"/>
                    </a:cubicBezTo>
                    <a:cubicBezTo>
                      <a:pt x="26" y="40"/>
                      <a:pt x="28" y="36"/>
                      <a:pt x="32" y="32"/>
                    </a:cubicBezTo>
                    <a:cubicBezTo>
                      <a:pt x="31" y="35"/>
                      <a:pt x="31" y="37"/>
                      <a:pt x="32" y="40"/>
                    </a:cubicBezTo>
                    <a:cubicBezTo>
                      <a:pt x="32" y="40"/>
                      <a:pt x="32" y="40"/>
                      <a:pt x="32" y="40"/>
                    </a:cubicBezTo>
                    <a:cubicBezTo>
                      <a:pt x="33" y="45"/>
                      <a:pt x="38" y="48"/>
                      <a:pt x="43" y="48"/>
                    </a:cubicBezTo>
                    <a:cubicBezTo>
                      <a:pt x="43" y="48"/>
                      <a:pt x="43" y="48"/>
                      <a:pt x="43" y="48"/>
                    </a:cubicBezTo>
                    <a:cubicBezTo>
                      <a:pt x="41" y="49"/>
                      <a:pt x="39" y="50"/>
                      <a:pt x="37" y="51"/>
                    </a:cubicBezTo>
                    <a:cubicBezTo>
                      <a:pt x="34" y="54"/>
                      <a:pt x="31" y="56"/>
                      <a:pt x="29" y="60"/>
                    </a:cubicBezTo>
                    <a:cubicBezTo>
                      <a:pt x="27" y="64"/>
                      <a:pt x="26" y="68"/>
                      <a:pt x="26" y="73"/>
                    </a:cubicBezTo>
                    <a:cubicBezTo>
                      <a:pt x="26" y="77"/>
                      <a:pt x="27" y="80"/>
                      <a:pt x="28" y="84"/>
                    </a:cubicBezTo>
                    <a:close/>
                    <a:moveTo>
                      <a:pt x="49" y="47"/>
                    </a:moveTo>
                    <a:cubicBezTo>
                      <a:pt x="49" y="46"/>
                      <a:pt x="50" y="46"/>
                      <a:pt x="50" y="46"/>
                    </a:cubicBezTo>
                    <a:cubicBezTo>
                      <a:pt x="52" y="45"/>
                      <a:pt x="55" y="45"/>
                      <a:pt x="59" y="45"/>
                    </a:cubicBezTo>
                    <a:cubicBezTo>
                      <a:pt x="62" y="45"/>
                      <a:pt x="63" y="45"/>
                      <a:pt x="64" y="46"/>
                    </a:cubicBezTo>
                    <a:cubicBezTo>
                      <a:pt x="65" y="46"/>
                      <a:pt x="65" y="46"/>
                      <a:pt x="65" y="46"/>
                    </a:cubicBezTo>
                    <a:cubicBezTo>
                      <a:pt x="63" y="46"/>
                      <a:pt x="61" y="46"/>
                      <a:pt x="59" y="46"/>
                    </a:cubicBezTo>
                    <a:cubicBezTo>
                      <a:pt x="56" y="46"/>
                      <a:pt x="52" y="46"/>
                      <a:pt x="49" y="47"/>
                    </a:cubicBezTo>
                    <a:close/>
                    <a:moveTo>
                      <a:pt x="56" y="77"/>
                    </a:moveTo>
                    <a:cubicBezTo>
                      <a:pt x="54" y="77"/>
                      <a:pt x="53" y="76"/>
                      <a:pt x="52" y="76"/>
                    </a:cubicBezTo>
                    <a:cubicBezTo>
                      <a:pt x="52" y="75"/>
                      <a:pt x="52" y="74"/>
                      <a:pt x="52" y="73"/>
                    </a:cubicBezTo>
                    <a:cubicBezTo>
                      <a:pt x="52" y="70"/>
                      <a:pt x="52" y="70"/>
                      <a:pt x="53" y="70"/>
                    </a:cubicBezTo>
                    <a:cubicBezTo>
                      <a:pt x="54" y="69"/>
                      <a:pt x="55" y="68"/>
                      <a:pt x="59" y="68"/>
                    </a:cubicBezTo>
                    <a:cubicBezTo>
                      <a:pt x="62" y="68"/>
                      <a:pt x="64" y="69"/>
                      <a:pt x="67" y="69"/>
                    </a:cubicBezTo>
                    <a:cubicBezTo>
                      <a:pt x="67" y="69"/>
                      <a:pt x="68" y="69"/>
                      <a:pt x="69" y="70"/>
                    </a:cubicBezTo>
                    <a:cubicBezTo>
                      <a:pt x="69" y="71"/>
                      <a:pt x="69" y="71"/>
                      <a:pt x="69" y="71"/>
                    </a:cubicBezTo>
                    <a:cubicBezTo>
                      <a:pt x="69" y="71"/>
                      <a:pt x="68" y="72"/>
                      <a:pt x="68" y="72"/>
                    </a:cubicBezTo>
                    <a:cubicBezTo>
                      <a:pt x="67" y="73"/>
                      <a:pt x="67" y="74"/>
                      <a:pt x="65" y="74"/>
                    </a:cubicBezTo>
                    <a:cubicBezTo>
                      <a:pt x="65" y="74"/>
                      <a:pt x="65" y="74"/>
                      <a:pt x="65" y="75"/>
                    </a:cubicBezTo>
                    <a:cubicBezTo>
                      <a:pt x="64" y="75"/>
                      <a:pt x="62" y="76"/>
                      <a:pt x="61" y="76"/>
                    </a:cubicBezTo>
                    <a:cubicBezTo>
                      <a:pt x="59" y="76"/>
                      <a:pt x="57" y="77"/>
                      <a:pt x="56" y="77"/>
                    </a:cubicBezTo>
                    <a:close/>
                    <a:moveTo>
                      <a:pt x="59" y="100"/>
                    </a:moveTo>
                    <a:cubicBezTo>
                      <a:pt x="63" y="99"/>
                      <a:pt x="67" y="98"/>
                      <a:pt x="70" y="97"/>
                    </a:cubicBezTo>
                    <a:cubicBezTo>
                      <a:pt x="72" y="96"/>
                      <a:pt x="74" y="95"/>
                      <a:pt x="76" y="94"/>
                    </a:cubicBezTo>
                    <a:cubicBezTo>
                      <a:pt x="77" y="95"/>
                      <a:pt x="77" y="95"/>
                      <a:pt x="78" y="96"/>
                    </a:cubicBezTo>
                    <a:cubicBezTo>
                      <a:pt x="77" y="96"/>
                      <a:pt x="76" y="96"/>
                      <a:pt x="75" y="96"/>
                    </a:cubicBezTo>
                    <a:cubicBezTo>
                      <a:pt x="73" y="97"/>
                      <a:pt x="71" y="98"/>
                      <a:pt x="69" y="98"/>
                    </a:cubicBezTo>
                    <a:cubicBezTo>
                      <a:pt x="67" y="99"/>
                      <a:pt x="63" y="100"/>
                      <a:pt x="59" y="10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46" name="Google Shape;446;p14"/>
              <p:cNvSpPr/>
              <p:nvPr/>
            </p:nvSpPr>
            <p:spPr>
              <a:xfrm>
                <a:off x="1425362" y="4956617"/>
                <a:ext cx="345582" cy="381280"/>
              </a:xfrm>
              <a:custGeom>
                <a:avLst/>
                <a:gdLst/>
                <a:ahLst/>
                <a:cxnLst/>
                <a:rect l="l" t="t" r="r" b="b"/>
                <a:pathLst>
                  <a:path w="91" h="97" extrusionOk="0">
                    <a:moveTo>
                      <a:pt x="86" y="40"/>
                    </a:moveTo>
                    <a:cubicBezTo>
                      <a:pt x="71" y="40"/>
                      <a:pt x="71" y="40"/>
                      <a:pt x="71" y="40"/>
                    </a:cubicBezTo>
                    <a:cubicBezTo>
                      <a:pt x="67" y="56"/>
                      <a:pt x="67" y="56"/>
                      <a:pt x="67" y="56"/>
                    </a:cubicBezTo>
                    <a:cubicBezTo>
                      <a:pt x="79" y="56"/>
                      <a:pt x="79" y="56"/>
                      <a:pt x="79" y="56"/>
                    </a:cubicBezTo>
                    <a:cubicBezTo>
                      <a:pt x="82" y="56"/>
                      <a:pt x="85" y="59"/>
                      <a:pt x="85" y="62"/>
                    </a:cubicBezTo>
                    <a:cubicBezTo>
                      <a:pt x="85" y="66"/>
                      <a:pt x="85" y="66"/>
                      <a:pt x="85" y="66"/>
                    </a:cubicBezTo>
                    <a:cubicBezTo>
                      <a:pt x="85" y="69"/>
                      <a:pt x="82" y="72"/>
                      <a:pt x="79" y="72"/>
                    </a:cubicBezTo>
                    <a:cubicBezTo>
                      <a:pt x="63" y="72"/>
                      <a:pt x="63" y="72"/>
                      <a:pt x="63" y="72"/>
                    </a:cubicBezTo>
                    <a:cubicBezTo>
                      <a:pt x="58" y="91"/>
                      <a:pt x="58" y="91"/>
                      <a:pt x="58" y="91"/>
                    </a:cubicBezTo>
                    <a:cubicBezTo>
                      <a:pt x="58" y="94"/>
                      <a:pt x="55" y="97"/>
                      <a:pt x="52" y="97"/>
                    </a:cubicBezTo>
                    <a:cubicBezTo>
                      <a:pt x="48" y="97"/>
                      <a:pt x="48" y="97"/>
                      <a:pt x="48" y="97"/>
                    </a:cubicBezTo>
                    <a:cubicBezTo>
                      <a:pt x="44" y="97"/>
                      <a:pt x="41" y="92"/>
                      <a:pt x="42" y="88"/>
                    </a:cubicBezTo>
                    <a:cubicBezTo>
                      <a:pt x="46" y="72"/>
                      <a:pt x="46" y="72"/>
                      <a:pt x="46" y="72"/>
                    </a:cubicBezTo>
                    <a:cubicBezTo>
                      <a:pt x="33" y="72"/>
                      <a:pt x="33" y="72"/>
                      <a:pt x="33" y="72"/>
                    </a:cubicBezTo>
                    <a:cubicBezTo>
                      <a:pt x="29" y="91"/>
                      <a:pt x="29" y="91"/>
                      <a:pt x="29" y="91"/>
                    </a:cubicBezTo>
                    <a:cubicBezTo>
                      <a:pt x="28" y="94"/>
                      <a:pt x="25" y="97"/>
                      <a:pt x="22" y="97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4" y="97"/>
                      <a:pt x="11" y="92"/>
                      <a:pt x="12" y="88"/>
                    </a:cubicBezTo>
                    <a:cubicBezTo>
                      <a:pt x="16" y="72"/>
                      <a:pt x="16" y="72"/>
                      <a:pt x="16" y="72"/>
                    </a:cubicBezTo>
                    <a:cubicBezTo>
                      <a:pt x="6" y="72"/>
                      <a:pt x="6" y="72"/>
                      <a:pt x="6" y="72"/>
                    </a:cubicBezTo>
                    <a:cubicBezTo>
                      <a:pt x="3" y="72"/>
                      <a:pt x="0" y="70"/>
                      <a:pt x="0" y="67"/>
                    </a:cubicBezTo>
                    <a:cubicBezTo>
                      <a:pt x="0" y="62"/>
                      <a:pt x="0" y="62"/>
                      <a:pt x="0" y="62"/>
                    </a:cubicBezTo>
                    <a:cubicBezTo>
                      <a:pt x="0" y="58"/>
                      <a:pt x="3" y="56"/>
                      <a:pt x="6" y="56"/>
                    </a:cubicBezTo>
                    <a:cubicBezTo>
                      <a:pt x="20" y="56"/>
                      <a:pt x="20" y="56"/>
                      <a:pt x="20" y="56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0" y="40"/>
                      <a:pt x="7" y="38"/>
                      <a:pt x="7" y="35"/>
                    </a:cubicBezTo>
                    <a:cubicBezTo>
                      <a:pt x="7" y="31"/>
                      <a:pt x="7" y="31"/>
                      <a:pt x="7" y="31"/>
                    </a:cubicBezTo>
                    <a:cubicBezTo>
                      <a:pt x="7" y="28"/>
                      <a:pt x="10" y="25"/>
                      <a:pt x="13" y="25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6" y="25"/>
                      <a:pt x="27" y="24"/>
                      <a:pt x="28" y="22"/>
                    </a:cubicBezTo>
                    <a:cubicBezTo>
                      <a:pt x="32" y="5"/>
                      <a:pt x="32" y="5"/>
                      <a:pt x="32" y="5"/>
                    </a:cubicBezTo>
                    <a:cubicBezTo>
                      <a:pt x="33" y="2"/>
                      <a:pt x="35" y="0"/>
                      <a:pt x="38" y="0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47" y="0"/>
                      <a:pt x="50" y="4"/>
                      <a:pt x="49" y="8"/>
                    </a:cubicBezTo>
                    <a:cubicBezTo>
                      <a:pt x="46" y="20"/>
                      <a:pt x="46" y="20"/>
                      <a:pt x="46" y="20"/>
                    </a:cubicBezTo>
                    <a:cubicBezTo>
                      <a:pt x="45" y="23"/>
                      <a:pt x="47" y="25"/>
                      <a:pt x="50" y="25"/>
                    </a:cubicBezTo>
                    <a:cubicBezTo>
                      <a:pt x="54" y="25"/>
                      <a:pt x="54" y="25"/>
                      <a:pt x="54" y="25"/>
                    </a:cubicBezTo>
                    <a:cubicBezTo>
                      <a:pt x="56" y="25"/>
                      <a:pt x="57" y="24"/>
                      <a:pt x="58" y="22"/>
                    </a:cubicBezTo>
                    <a:cubicBezTo>
                      <a:pt x="62" y="5"/>
                      <a:pt x="62" y="5"/>
                      <a:pt x="62" y="5"/>
                    </a:cubicBezTo>
                    <a:cubicBezTo>
                      <a:pt x="63" y="2"/>
                      <a:pt x="65" y="0"/>
                      <a:pt x="68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77" y="0"/>
                      <a:pt x="80" y="4"/>
                      <a:pt x="79" y="8"/>
                    </a:cubicBezTo>
                    <a:cubicBezTo>
                      <a:pt x="76" y="20"/>
                      <a:pt x="76" y="20"/>
                      <a:pt x="76" y="20"/>
                    </a:cubicBezTo>
                    <a:cubicBezTo>
                      <a:pt x="75" y="23"/>
                      <a:pt x="77" y="25"/>
                      <a:pt x="80" y="25"/>
                    </a:cubicBezTo>
                    <a:cubicBezTo>
                      <a:pt x="86" y="25"/>
                      <a:pt x="86" y="25"/>
                      <a:pt x="86" y="25"/>
                    </a:cubicBezTo>
                    <a:cubicBezTo>
                      <a:pt x="89" y="25"/>
                      <a:pt x="91" y="28"/>
                      <a:pt x="91" y="31"/>
                    </a:cubicBezTo>
                    <a:cubicBezTo>
                      <a:pt x="91" y="35"/>
                      <a:pt x="91" y="35"/>
                      <a:pt x="91" y="35"/>
                    </a:cubicBezTo>
                    <a:cubicBezTo>
                      <a:pt x="91" y="38"/>
                      <a:pt x="89" y="40"/>
                      <a:pt x="86" y="40"/>
                    </a:cubicBezTo>
                    <a:close/>
                    <a:moveTo>
                      <a:pt x="50" y="53"/>
                    </a:moveTo>
                    <a:cubicBezTo>
                      <a:pt x="52" y="45"/>
                      <a:pt x="52" y="45"/>
                      <a:pt x="52" y="45"/>
                    </a:cubicBezTo>
                    <a:cubicBezTo>
                      <a:pt x="53" y="42"/>
                      <a:pt x="51" y="40"/>
                      <a:pt x="49" y="40"/>
                    </a:cubicBezTo>
                    <a:cubicBezTo>
                      <a:pt x="44" y="40"/>
                      <a:pt x="44" y="40"/>
                      <a:pt x="44" y="40"/>
                    </a:cubicBezTo>
                    <a:cubicBezTo>
                      <a:pt x="42" y="40"/>
                      <a:pt x="40" y="41"/>
                      <a:pt x="40" y="43"/>
                    </a:cubicBezTo>
                    <a:cubicBezTo>
                      <a:pt x="38" y="52"/>
                      <a:pt x="38" y="52"/>
                      <a:pt x="38" y="52"/>
                    </a:cubicBezTo>
                    <a:cubicBezTo>
                      <a:pt x="38" y="54"/>
                      <a:pt x="39" y="56"/>
                      <a:pt x="42" y="56"/>
                    </a:cubicBezTo>
                    <a:cubicBezTo>
                      <a:pt x="47" y="56"/>
                      <a:pt x="47" y="56"/>
                      <a:pt x="47" y="56"/>
                    </a:cubicBezTo>
                    <a:cubicBezTo>
                      <a:pt x="48" y="56"/>
                      <a:pt x="50" y="55"/>
                      <a:pt x="50" y="53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47" name="Google Shape;447;p14"/>
              <p:cNvSpPr/>
              <p:nvPr/>
            </p:nvSpPr>
            <p:spPr>
              <a:xfrm>
                <a:off x="3361404" y="1664359"/>
                <a:ext cx="536699" cy="164951"/>
              </a:xfrm>
              <a:custGeom>
                <a:avLst/>
                <a:gdLst/>
                <a:ahLst/>
                <a:cxnLst/>
                <a:rect l="l" t="t" r="r" b="b"/>
                <a:pathLst>
                  <a:path w="141" h="42" extrusionOk="0">
                    <a:moveTo>
                      <a:pt x="80" y="2"/>
                    </a:moveTo>
                    <a:cubicBezTo>
                      <a:pt x="86" y="3"/>
                      <a:pt x="92" y="4"/>
                      <a:pt x="98" y="5"/>
                    </a:cubicBezTo>
                    <a:cubicBezTo>
                      <a:pt x="107" y="8"/>
                      <a:pt x="117" y="12"/>
                      <a:pt x="125" y="17"/>
                    </a:cubicBezTo>
                    <a:cubicBezTo>
                      <a:pt x="130" y="20"/>
                      <a:pt x="132" y="22"/>
                      <a:pt x="136" y="25"/>
                    </a:cubicBezTo>
                    <a:cubicBezTo>
                      <a:pt x="141" y="30"/>
                      <a:pt x="139" y="33"/>
                      <a:pt x="134" y="37"/>
                    </a:cubicBezTo>
                    <a:cubicBezTo>
                      <a:pt x="131" y="40"/>
                      <a:pt x="126" y="41"/>
                      <a:pt x="122" y="38"/>
                    </a:cubicBezTo>
                    <a:cubicBezTo>
                      <a:pt x="102" y="22"/>
                      <a:pt x="75" y="16"/>
                      <a:pt x="50" y="23"/>
                    </a:cubicBezTo>
                    <a:cubicBezTo>
                      <a:pt x="43" y="24"/>
                      <a:pt x="35" y="27"/>
                      <a:pt x="29" y="31"/>
                    </a:cubicBezTo>
                    <a:cubicBezTo>
                      <a:pt x="24" y="34"/>
                      <a:pt x="21" y="37"/>
                      <a:pt x="17" y="40"/>
                    </a:cubicBezTo>
                    <a:cubicBezTo>
                      <a:pt x="14" y="42"/>
                      <a:pt x="9" y="42"/>
                      <a:pt x="6" y="39"/>
                    </a:cubicBezTo>
                    <a:cubicBezTo>
                      <a:pt x="5" y="38"/>
                      <a:pt x="4" y="36"/>
                      <a:pt x="2" y="35"/>
                    </a:cubicBezTo>
                    <a:cubicBezTo>
                      <a:pt x="0" y="32"/>
                      <a:pt x="1" y="28"/>
                      <a:pt x="3" y="26"/>
                    </a:cubicBezTo>
                    <a:cubicBezTo>
                      <a:pt x="3" y="26"/>
                      <a:pt x="3" y="26"/>
                      <a:pt x="3" y="26"/>
                    </a:cubicBezTo>
                    <a:cubicBezTo>
                      <a:pt x="24" y="7"/>
                      <a:pt x="52" y="0"/>
                      <a:pt x="80" y="2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48" name="Google Shape;448;p14"/>
              <p:cNvSpPr/>
              <p:nvPr/>
            </p:nvSpPr>
            <p:spPr>
              <a:xfrm>
                <a:off x="3551212" y="1923954"/>
                <a:ext cx="157082" cy="152782"/>
              </a:xfrm>
              <a:custGeom>
                <a:avLst/>
                <a:gdLst/>
                <a:ahLst/>
                <a:cxnLst/>
                <a:rect l="l" t="t" r="r" b="b"/>
                <a:pathLst>
                  <a:path w="41" h="39" extrusionOk="0">
                    <a:moveTo>
                      <a:pt x="18" y="39"/>
                    </a:moveTo>
                    <a:cubicBezTo>
                      <a:pt x="12" y="38"/>
                      <a:pt x="7" y="35"/>
                      <a:pt x="4" y="29"/>
                    </a:cubicBezTo>
                    <a:cubicBezTo>
                      <a:pt x="0" y="19"/>
                      <a:pt x="4" y="8"/>
                      <a:pt x="14" y="4"/>
                    </a:cubicBezTo>
                    <a:cubicBezTo>
                      <a:pt x="24" y="0"/>
                      <a:pt x="35" y="6"/>
                      <a:pt x="38" y="16"/>
                    </a:cubicBezTo>
                    <a:cubicBezTo>
                      <a:pt x="41" y="24"/>
                      <a:pt x="36" y="33"/>
                      <a:pt x="29" y="37"/>
                    </a:cubicBezTo>
                    <a:cubicBezTo>
                      <a:pt x="25" y="39"/>
                      <a:pt x="22" y="39"/>
                      <a:pt x="18" y="3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49" name="Google Shape;449;p14"/>
              <p:cNvSpPr/>
              <p:nvPr/>
            </p:nvSpPr>
            <p:spPr>
              <a:xfrm>
                <a:off x="3433400" y="1790100"/>
                <a:ext cx="392706" cy="133853"/>
              </a:xfrm>
              <a:custGeom>
                <a:avLst/>
                <a:gdLst/>
                <a:ahLst/>
                <a:cxnLst/>
                <a:rect l="l" t="t" r="r" b="b"/>
                <a:pathLst>
                  <a:path w="103" h="34" extrusionOk="0">
                    <a:moveTo>
                      <a:pt x="52" y="0"/>
                    </a:moveTo>
                    <a:cubicBezTo>
                      <a:pt x="70" y="1"/>
                      <a:pt x="85" y="5"/>
                      <a:pt x="99" y="17"/>
                    </a:cubicBezTo>
                    <a:cubicBezTo>
                      <a:pt x="101" y="19"/>
                      <a:pt x="103" y="21"/>
                      <a:pt x="101" y="23"/>
                    </a:cubicBezTo>
                    <a:cubicBezTo>
                      <a:pt x="97" y="28"/>
                      <a:pt x="96" y="29"/>
                      <a:pt x="93" y="32"/>
                    </a:cubicBezTo>
                    <a:cubicBezTo>
                      <a:pt x="89" y="34"/>
                      <a:pt x="85" y="31"/>
                      <a:pt x="84" y="30"/>
                    </a:cubicBezTo>
                    <a:cubicBezTo>
                      <a:pt x="72" y="20"/>
                      <a:pt x="62" y="17"/>
                      <a:pt x="46" y="19"/>
                    </a:cubicBezTo>
                    <a:cubicBezTo>
                      <a:pt x="35" y="20"/>
                      <a:pt x="25" y="24"/>
                      <a:pt x="16" y="31"/>
                    </a:cubicBezTo>
                    <a:cubicBezTo>
                      <a:pt x="14" y="33"/>
                      <a:pt x="11" y="33"/>
                      <a:pt x="9" y="31"/>
                    </a:cubicBezTo>
                    <a:cubicBezTo>
                      <a:pt x="7" y="28"/>
                      <a:pt x="5" y="27"/>
                      <a:pt x="3" y="25"/>
                    </a:cubicBezTo>
                    <a:cubicBezTo>
                      <a:pt x="1" y="23"/>
                      <a:pt x="0" y="21"/>
                      <a:pt x="3" y="19"/>
                    </a:cubicBezTo>
                    <a:cubicBezTo>
                      <a:pt x="17" y="6"/>
                      <a:pt x="32" y="1"/>
                      <a:pt x="52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50" name="Google Shape;450;p14"/>
              <p:cNvSpPr/>
              <p:nvPr/>
            </p:nvSpPr>
            <p:spPr>
              <a:xfrm>
                <a:off x="3932137" y="3336853"/>
                <a:ext cx="155773" cy="156839"/>
              </a:xfrm>
              <a:custGeom>
                <a:avLst/>
                <a:gdLst/>
                <a:ahLst/>
                <a:cxnLst/>
                <a:rect l="l" t="t" r="r" b="b"/>
                <a:pathLst>
                  <a:path w="41" h="40" extrusionOk="0">
                    <a:moveTo>
                      <a:pt x="0" y="20"/>
                    </a:moveTo>
                    <a:cubicBezTo>
                      <a:pt x="0" y="9"/>
                      <a:pt x="12" y="0"/>
                      <a:pt x="22" y="0"/>
                    </a:cubicBezTo>
                    <a:cubicBezTo>
                      <a:pt x="32" y="0"/>
                      <a:pt x="41" y="9"/>
                      <a:pt x="41" y="19"/>
                    </a:cubicBezTo>
                    <a:cubicBezTo>
                      <a:pt x="41" y="29"/>
                      <a:pt x="31" y="40"/>
                      <a:pt x="21" y="40"/>
                    </a:cubicBezTo>
                    <a:cubicBezTo>
                      <a:pt x="11" y="40"/>
                      <a:pt x="0" y="30"/>
                      <a:pt x="0" y="2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51" name="Google Shape;451;p14"/>
              <p:cNvSpPr/>
              <p:nvPr/>
            </p:nvSpPr>
            <p:spPr>
              <a:xfrm>
                <a:off x="4141580" y="3143509"/>
                <a:ext cx="151846" cy="158190"/>
              </a:xfrm>
              <a:custGeom>
                <a:avLst/>
                <a:gdLst/>
                <a:ahLst/>
                <a:cxnLst/>
                <a:rect l="l" t="t" r="r" b="b"/>
                <a:pathLst>
                  <a:path w="40" h="40" extrusionOk="0">
                    <a:moveTo>
                      <a:pt x="1" y="18"/>
                    </a:moveTo>
                    <a:cubicBezTo>
                      <a:pt x="3" y="8"/>
                      <a:pt x="12" y="0"/>
                      <a:pt x="22" y="1"/>
                    </a:cubicBezTo>
                    <a:cubicBezTo>
                      <a:pt x="33" y="2"/>
                      <a:pt x="40" y="11"/>
                      <a:pt x="39" y="22"/>
                    </a:cubicBezTo>
                    <a:cubicBezTo>
                      <a:pt x="38" y="32"/>
                      <a:pt x="29" y="40"/>
                      <a:pt x="19" y="39"/>
                    </a:cubicBezTo>
                    <a:cubicBezTo>
                      <a:pt x="8" y="38"/>
                      <a:pt x="0" y="29"/>
                      <a:pt x="1" y="18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cxnSp>
            <p:nvCxnSpPr>
              <p:cNvPr id="452" name="Google Shape;452;p14"/>
              <p:cNvCxnSpPr/>
              <p:nvPr/>
            </p:nvCxnSpPr>
            <p:spPr>
              <a:xfrm flipH="1">
                <a:off x="4080057" y="3293587"/>
                <a:ext cx="107340" cy="89236"/>
              </a:xfrm>
              <a:prstGeom prst="straightConnector1">
                <a:avLst/>
              </a:prstGeom>
              <a:solidFill>
                <a:schemeClr val="lt1"/>
              </a:solidFill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53" name="Google Shape;453;p14"/>
              <p:cNvCxnSpPr/>
              <p:nvPr/>
            </p:nvCxnSpPr>
            <p:spPr>
              <a:xfrm rot="10800000" flipH="1">
                <a:off x="4034241" y="3242209"/>
                <a:ext cx="115194" cy="94644"/>
              </a:xfrm>
              <a:prstGeom prst="straightConnector1">
                <a:avLst/>
              </a:prstGeom>
              <a:solidFill>
                <a:schemeClr val="lt1"/>
              </a:solidFill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454" name="Google Shape;454;p14"/>
              <p:cNvSpPr/>
              <p:nvPr/>
            </p:nvSpPr>
            <p:spPr>
              <a:xfrm>
                <a:off x="4141580" y="3512620"/>
                <a:ext cx="163627" cy="164951"/>
              </a:xfrm>
              <a:custGeom>
                <a:avLst/>
                <a:gdLst/>
                <a:ahLst/>
                <a:cxnLst/>
                <a:rect l="l" t="t" r="r" b="b"/>
                <a:pathLst>
                  <a:path w="43" h="42" extrusionOk="0">
                    <a:moveTo>
                      <a:pt x="1" y="22"/>
                    </a:moveTo>
                    <a:cubicBezTo>
                      <a:pt x="3" y="32"/>
                      <a:pt x="13" y="42"/>
                      <a:pt x="24" y="41"/>
                    </a:cubicBezTo>
                    <a:cubicBezTo>
                      <a:pt x="34" y="40"/>
                      <a:pt x="43" y="29"/>
                      <a:pt x="42" y="19"/>
                    </a:cubicBezTo>
                    <a:cubicBezTo>
                      <a:pt x="41" y="8"/>
                      <a:pt x="29" y="0"/>
                      <a:pt x="19" y="1"/>
                    </a:cubicBezTo>
                    <a:cubicBezTo>
                      <a:pt x="8" y="2"/>
                      <a:pt x="0" y="11"/>
                      <a:pt x="1" y="22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cxnSp>
            <p:nvCxnSpPr>
              <p:cNvPr id="455" name="Google Shape;455;p14"/>
              <p:cNvCxnSpPr/>
              <p:nvPr/>
            </p:nvCxnSpPr>
            <p:spPr>
              <a:xfrm rot="10800000">
                <a:off x="4083983" y="3430145"/>
                <a:ext cx="107340" cy="90587"/>
              </a:xfrm>
              <a:prstGeom prst="straightConnector1">
                <a:avLst/>
              </a:prstGeom>
              <a:solidFill>
                <a:schemeClr val="lt1"/>
              </a:solidFill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56" name="Google Shape;456;p14"/>
              <p:cNvCxnSpPr/>
              <p:nvPr/>
            </p:nvCxnSpPr>
            <p:spPr>
              <a:xfrm>
                <a:off x="4042095" y="3481523"/>
                <a:ext cx="99486" cy="86532"/>
              </a:xfrm>
              <a:prstGeom prst="straightConnector1">
                <a:avLst/>
              </a:prstGeom>
              <a:solidFill>
                <a:schemeClr val="lt1"/>
              </a:solidFill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457" name="Google Shape;457;p14"/>
              <p:cNvSpPr/>
              <p:nvPr/>
            </p:nvSpPr>
            <p:spPr>
              <a:xfrm>
                <a:off x="2041911" y="1546729"/>
                <a:ext cx="277512" cy="459699"/>
              </a:xfrm>
              <a:custGeom>
                <a:avLst/>
                <a:gdLst/>
                <a:ahLst/>
                <a:cxnLst/>
                <a:rect l="l" t="t" r="r" b="b"/>
                <a:pathLst>
                  <a:path w="73" h="117" extrusionOk="0">
                    <a:moveTo>
                      <a:pt x="49" y="45"/>
                    </a:moveTo>
                    <a:cubicBezTo>
                      <a:pt x="52" y="42"/>
                      <a:pt x="55" y="40"/>
                      <a:pt x="57" y="36"/>
                    </a:cubicBezTo>
                    <a:cubicBezTo>
                      <a:pt x="59" y="33"/>
                      <a:pt x="61" y="28"/>
                      <a:pt x="61" y="24"/>
                    </a:cubicBezTo>
                    <a:cubicBezTo>
                      <a:pt x="61" y="11"/>
                      <a:pt x="50" y="0"/>
                      <a:pt x="37" y="0"/>
                    </a:cubicBezTo>
                    <a:cubicBezTo>
                      <a:pt x="24" y="0"/>
                      <a:pt x="13" y="11"/>
                      <a:pt x="13" y="24"/>
                    </a:cubicBezTo>
                    <a:cubicBezTo>
                      <a:pt x="13" y="29"/>
                      <a:pt x="15" y="35"/>
                      <a:pt x="18" y="39"/>
                    </a:cubicBezTo>
                    <a:cubicBezTo>
                      <a:pt x="20" y="41"/>
                      <a:pt x="22" y="43"/>
                      <a:pt x="24" y="44"/>
                    </a:cubicBezTo>
                    <a:cubicBezTo>
                      <a:pt x="27" y="46"/>
                      <a:pt x="29" y="46"/>
                      <a:pt x="30" y="49"/>
                    </a:cubicBezTo>
                    <a:cubicBezTo>
                      <a:pt x="31" y="51"/>
                      <a:pt x="31" y="52"/>
                      <a:pt x="30" y="54"/>
                    </a:cubicBezTo>
                    <a:cubicBezTo>
                      <a:pt x="30" y="56"/>
                      <a:pt x="30" y="57"/>
                      <a:pt x="28" y="58"/>
                    </a:cubicBezTo>
                    <a:cubicBezTo>
                      <a:pt x="27" y="59"/>
                      <a:pt x="26" y="60"/>
                      <a:pt x="25" y="60"/>
                    </a:cubicBezTo>
                    <a:cubicBezTo>
                      <a:pt x="22" y="60"/>
                      <a:pt x="12" y="59"/>
                      <a:pt x="10" y="60"/>
                    </a:cubicBezTo>
                    <a:cubicBezTo>
                      <a:pt x="8" y="61"/>
                      <a:pt x="6" y="62"/>
                      <a:pt x="5" y="63"/>
                    </a:cubicBezTo>
                    <a:cubicBezTo>
                      <a:pt x="2" y="66"/>
                      <a:pt x="0" y="70"/>
                      <a:pt x="0" y="74"/>
                    </a:cubicBezTo>
                    <a:cubicBezTo>
                      <a:pt x="0" y="74"/>
                      <a:pt x="0" y="107"/>
                      <a:pt x="0" y="107"/>
                    </a:cubicBezTo>
                    <a:cubicBezTo>
                      <a:pt x="0" y="113"/>
                      <a:pt x="4" y="117"/>
                      <a:pt x="9" y="117"/>
                    </a:cubicBezTo>
                    <a:cubicBezTo>
                      <a:pt x="56" y="117"/>
                      <a:pt x="56" y="117"/>
                      <a:pt x="56" y="117"/>
                    </a:cubicBezTo>
                    <a:cubicBezTo>
                      <a:pt x="71" y="117"/>
                      <a:pt x="73" y="110"/>
                      <a:pt x="73" y="105"/>
                    </a:cubicBezTo>
                    <a:cubicBezTo>
                      <a:pt x="73" y="105"/>
                      <a:pt x="73" y="74"/>
                      <a:pt x="73" y="74"/>
                    </a:cubicBezTo>
                    <a:cubicBezTo>
                      <a:pt x="73" y="70"/>
                      <a:pt x="71" y="66"/>
                      <a:pt x="68" y="63"/>
                    </a:cubicBezTo>
                    <a:cubicBezTo>
                      <a:pt x="66" y="61"/>
                      <a:pt x="64" y="60"/>
                      <a:pt x="62" y="60"/>
                    </a:cubicBezTo>
                    <a:cubicBezTo>
                      <a:pt x="57" y="59"/>
                      <a:pt x="53" y="60"/>
                      <a:pt x="48" y="60"/>
                    </a:cubicBezTo>
                    <a:cubicBezTo>
                      <a:pt x="47" y="60"/>
                      <a:pt x="45" y="59"/>
                      <a:pt x="45" y="58"/>
                    </a:cubicBezTo>
                    <a:cubicBezTo>
                      <a:pt x="44" y="57"/>
                      <a:pt x="44" y="56"/>
                      <a:pt x="43" y="55"/>
                    </a:cubicBezTo>
                    <a:cubicBezTo>
                      <a:pt x="43" y="50"/>
                      <a:pt x="46" y="47"/>
                      <a:pt x="49" y="45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58" name="Google Shape;458;p14"/>
              <p:cNvSpPr/>
              <p:nvPr/>
            </p:nvSpPr>
            <p:spPr>
              <a:xfrm>
                <a:off x="2319424" y="1617036"/>
                <a:ext cx="201589" cy="381280"/>
              </a:xfrm>
              <a:custGeom>
                <a:avLst/>
                <a:gdLst/>
                <a:ahLst/>
                <a:cxnLst/>
                <a:rect l="l" t="t" r="r" b="b"/>
                <a:pathLst>
                  <a:path w="53" h="97" extrusionOk="0">
                    <a:moveTo>
                      <a:pt x="0" y="96"/>
                    </a:moveTo>
                    <a:cubicBezTo>
                      <a:pt x="38" y="96"/>
                      <a:pt x="38" y="96"/>
                      <a:pt x="38" y="96"/>
                    </a:cubicBezTo>
                    <a:cubicBezTo>
                      <a:pt x="51" y="97"/>
                      <a:pt x="53" y="91"/>
                      <a:pt x="53" y="87"/>
                    </a:cubicBezTo>
                    <a:cubicBezTo>
                      <a:pt x="53" y="87"/>
                      <a:pt x="53" y="61"/>
                      <a:pt x="53" y="61"/>
                    </a:cubicBezTo>
                    <a:cubicBezTo>
                      <a:pt x="53" y="57"/>
                      <a:pt x="51" y="54"/>
                      <a:pt x="49" y="52"/>
                    </a:cubicBezTo>
                    <a:cubicBezTo>
                      <a:pt x="47" y="51"/>
                      <a:pt x="45" y="50"/>
                      <a:pt x="43" y="49"/>
                    </a:cubicBezTo>
                    <a:cubicBezTo>
                      <a:pt x="40" y="49"/>
                      <a:pt x="36" y="50"/>
                      <a:pt x="32" y="49"/>
                    </a:cubicBezTo>
                    <a:cubicBezTo>
                      <a:pt x="31" y="49"/>
                      <a:pt x="30" y="49"/>
                      <a:pt x="29" y="48"/>
                    </a:cubicBezTo>
                    <a:cubicBezTo>
                      <a:pt x="29" y="47"/>
                      <a:pt x="28" y="46"/>
                      <a:pt x="28" y="45"/>
                    </a:cubicBezTo>
                    <a:cubicBezTo>
                      <a:pt x="28" y="41"/>
                      <a:pt x="30" y="39"/>
                      <a:pt x="33" y="37"/>
                    </a:cubicBezTo>
                    <a:cubicBezTo>
                      <a:pt x="36" y="35"/>
                      <a:pt x="38" y="32"/>
                      <a:pt x="40" y="30"/>
                    </a:cubicBezTo>
                    <a:cubicBezTo>
                      <a:pt x="42" y="27"/>
                      <a:pt x="43" y="23"/>
                      <a:pt x="43" y="19"/>
                    </a:cubicBezTo>
                    <a:cubicBezTo>
                      <a:pt x="43" y="8"/>
                      <a:pt x="34" y="0"/>
                      <a:pt x="23" y="0"/>
                    </a:cubicBezTo>
                    <a:cubicBezTo>
                      <a:pt x="12" y="0"/>
                      <a:pt x="3" y="8"/>
                      <a:pt x="3" y="19"/>
                    </a:cubicBezTo>
                    <a:cubicBezTo>
                      <a:pt x="3" y="24"/>
                      <a:pt x="5" y="29"/>
                      <a:pt x="7" y="32"/>
                    </a:cubicBezTo>
                    <a:cubicBezTo>
                      <a:pt x="9" y="34"/>
                      <a:pt x="11" y="35"/>
                      <a:pt x="12" y="36"/>
                    </a:cubicBezTo>
                    <a:cubicBezTo>
                      <a:pt x="14" y="38"/>
                      <a:pt x="16" y="38"/>
                      <a:pt x="17" y="40"/>
                    </a:cubicBezTo>
                    <a:cubicBezTo>
                      <a:pt x="18" y="42"/>
                      <a:pt x="18" y="43"/>
                      <a:pt x="18" y="44"/>
                    </a:cubicBezTo>
                    <a:cubicBezTo>
                      <a:pt x="17" y="46"/>
                      <a:pt x="17" y="47"/>
                      <a:pt x="16" y="48"/>
                    </a:cubicBezTo>
                    <a:cubicBezTo>
                      <a:pt x="15" y="49"/>
                      <a:pt x="14" y="49"/>
                      <a:pt x="13" y="49"/>
                    </a:cubicBezTo>
                    <a:cubicBezTo>
                      <a:pt x="11" y="49"/>
                      <a:pt x="2" y="49"/>
                      <a:pt x="0" y="5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59" name="Google Shape;459;p14"/>
              <p:cNvSpPr/>
              <p:nvPr/>
            </p:nvSpPr>
            <p:spPr>
              <a:xfrm>
                <a:off x="3437327" y="2276840"/>
                <a:ext cx="270967" cy="259595"/>
              </a:xfrm>
              <a:custGeom>
                <a:avLst/>
                <a:gdLst/>
                <a:ahLst/>
                <a:cxnLst/>
                <a:rect l="l" t="t" r="r" b="b"/>
                <a:pathLst>
                  <a:path w="71" h="66" extrusionOk="0">
                    <a:moveTo>
                      <a:pt x="39" y="2"/>
                    </a:moveTo>
                    <a:cubicBezTo>
                      <a:pt x="64" y="25"/>
                      <a:pt x="64" y="25"/>
                      <a:pt x="64" y="25"/>
                    </a:cubicBezTo>
                    <a:cubicBezTo>
                      <a:pt x="69" y="29"/>
                      <a:pt x="71" y="35"/>
                      <a:pt x="71" y="42"/>
                    </a:cubicBezTo>
                    <a:cubicBezTo>
                      <a:pt x="71" y="55"/>
                      <a:pt x="60" y="66"/>
                      <a:pt x="47" y="66"/>
                    </a:cubicBezTo>
                    <a:cubicBezTo>
                      <a:pt x="40" y="66"/>
                      <a:pt x="34" y="64"/>
                      <a:pt x="30" y="59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3" y="32"/>
                      <a:pt x="0" y="26"/>
                      <a:pt x="0" y="20"/>
                    </a:cubicBezTo>
                    <a:cubicBezTo>
                      <a:pt x="0" y="15"/>
                      <a:pt x="2" y="11"/>
                      <a:pt x="4" y="7"/>
                    </a:cubicBezTo>
                    <a:cubicBezTo>
                      <a:pt x="5" y="5"/>
                      <a:pt x="6" y="4"/>
                      <a:pt x="8" y="3"/>
                    </a:cubicBezTo>
                    <a:cubicBezTo>
                      <a:pt x="9" y="1"/>
                      <a:pt x="11" y="0"/>
                      <a:pt x="13" y="0"/>
                    </a:cubicBezTo>
                    <a:cubicBezTo>
                      <a:pt x="15" y="1"/>
                      <a:pt x="16" y="1"/>
                      <a:pt x="17" y="3"/>
                    </a:cubicBezTo>
                    <a:cubicBezTo>
                      <a:pt x="20" y="5"/>
                      <a:pt x="20" y="10"/>
                      <a:pt x="17" y="12"/>
                    </a:cubicBezTo>
                    <a:cubicBezTo>
                      <a:pt x="13" y="16"/>
                      <a:pt x="13" y="23"/>
                      <a:pt x="17" y="27"/>
                    </a:cubicBezTo>
                    <a:cubicBezTo>
                      <a:pt x="40" y="49"/>
                      <a:pt x="40" y="49"/>
                      <a:pt x="40" y="49"/>
                    </a:cubicBezTo>
                    <a:cubicBezTo>
                      <a:pt x="44" y="53"/>
                      <a:pt x="50" y="53"/>
                      <a:pt x="54" y="49"/>
                    </a:cubicBezTo>
                    <a:cubicBezTo>
                      <a:pt x="58" y="45"/>
                      <a:pt x="58" y="39"/>
                      <a:pt x="54" y="35"/>
                    </a:cubicBezTo>
                    <a:cubicBezTo>
                      <a:pt x="54" y="35"/>
                      <a:pt x="54" y="35"/>
                      <a:pt x="54" y="35"/>
                    </a:cubicBezTo>
                    <a:cubicBezTo>
                      <a:pt x="36" y="17"/>
                      <a:pt x="36" y="17"/>
                      <a:pt x="36" y="17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60" name="Google Shape;460;p14"/>
              <p:cNvSpPr/>
              <p:nvPr/>
            </p:nvSpPr>
            <p:spPr>
              <a:xfrm>
                <a:off x="3301189" y="2115946"/>
                <a:ext cx="281439" cy="274467"/>
              </a:xfrm>
              <a:custGeom>
                <a:avLst/>
                <a:gdLst/>
                <a:ahLst/>
                <a:cxnLst/>
                <a:rect l="l" t="t" r="r" b="b"/>
                <a:pathLst>
                  <a:path w="74" h="70" extrusionOk="0">
                    <a:moveTo>
                      <a:pt x="38" y="70"/>
                    </a:moveTo>
                    <a:cubicBezTo>
                      <a:pt x="10" y="44"/>
                      <a:pt x="10" y="44"/>
                      <a:pt x="10" y="44"/>
                    </a:cubicBezTo>
                    <a:cubicBezTo>
                      <a:pt x="0" y="35"/>
                      <a:pt x="0" y="19"/>
                      <a:pt x="10" y="10"/>
                    </a:cubicBezTo>
                    <a:cubicBezTo>
                      <a:pt x="19" y="0"/>
                      <a:pt x="35" y="0"/>
                      <a:pt x="44" y="10"/>
                    </a:cubicBezTo>
                    <a:cubicBezTo>
                      <a:pt x="49" y="15"/>
                      <a:pt x="54" y="20"/>
                      <a:pt x="60" y="25"/>
                    </a:cubicBezTo>
                    <a:cubicBezTo>
                      <a:pt x="66" y="32"/>
                      <a:pt x="73" y="38"/>
                      <a:pt x="74" y="48"/>
                    </a:cubicBezTo>
                    <a:cubicBezTo>
                      <a:pt x="74" y="55"/>
                      <a:pt x="71" y="62"/>
                      <a:pt x="67" y="67"/>
                    </a:cubicBezTo>
                    <a:cubicBezTo>
                      <a:pt x="65" y="68"/>
                      <a:pt x="63" y="69"/>
                      <a:pt x="61" y="69"/>
                    </a:cubicBezTo>
                    <a:cubicBezTo>
                      <a:pt x="60" y="68"/>
                      <a:pt x="58" y="68"/>
                      <a:pt x="57" y="67"/>
                    </a:cubicBezTo>
                    <a:cubicBezTo>
                      <a:pt x="54" y="64"/>
                      <a:pt x="54" y="60"/>
                      <a:pt x="57" y="57"/>
                    </a:cubicBezTo>
                    <a:cubicBezTo>
                      <a:pt x="61" y="53"/>
                      <a:pt x="61" y="46"/>
                      <a:pt x="57" y="42"/>
                    </a:cubicBezTo>
                    <a:cubicBezTo>
                      <a:pt x="51" y="36"/>
                      <a:pt x="51" y="36"/>
                      <a:pt x="51" y="36"/>
                    </a:cubicBezTo>
                    <a:cubicBezTo>
                      <a:pt x="51" y="36"/>
                      <a:pt x="51" y="36"/>
                      <a:pt x="51" y="36"/>
                    </a:cubicBezTo>
                    <a:cubicBezTo>
                      <a:pt x="35" y="20"/>
                      <a:pt x="35" y="20"/>
                      <a:pt x="35" y="20"/>
                    </a:cubicBezTo>
                    <a:cubicBezTo>
                      <a:pt x="31" y="16"/>
                      <a:pt x="24" y="16"/>
                      <a:pt x="20" y="20"/>
                    </a:cubicBezTo>
                    <a:cubicBezTo>
                      <a:pt x="16" y="24"/>
                      <a:pt x="16" y="31"/>
                      <a:pt x="20" y="35"/>
                    </a:cubicBezTo>
                    <a:cubicBezTo>
                      <a:pt x="37" y="51"/>
                      <a:pt x="37" y="51"/>
                      <a:pt x="37" y="51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61" name="Google Shape;461;p14"/>
              <p:cNvSpPr/>
              <p:nvPr/>
            </p:nvSpPr>
            <p:spPr>
              <a:xfrm>
                <a:off x="3387584" y="4102117"/>
                <a:ext cx="233006" cy="250130"/>
              </a:xfrm>
              <a:custGeom>
                <a:avLst/>
                <a:gdLst/>
                <a:ahLst/>
                <a:cxnLst/>
                <a:rect l="l" t="t" r="r" b="b"/>
                <a:pathLst>
                  <a:path w="61" h="64" extrusionOk="0">
                    <a:moveTo>
                      <a:pt x="0" y="56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3"/>
                      <a:pt x="5" y="0"/>
                      <a:pt x="9" y="2"/>
                    </a:cubicBezTo>
                    <a:cubicBezTo>
                      <a:pt x="16" y="5"/>
                      <a:pt x="23" y="9"/>
                      <a:pt x="30" y="13"/>
                    </a:cubicBezTo>
                    <a:cubicBezTo>
                      <a:pt x="39" y="17"/>
                      <a:pt x="48" y="22"/>
                      <a:pt x="58" y="26"/>
                    </a:cubicBezTo>
                    <a:cubicBezTo>
                      <a:pt x="60" y="27"/>
                      <a:pt x="61" y="29"/>
                      <a:pt x="61" y="32"/>
                    </a:cubicBezTo>
                    <a:cubicBezTo>
                      <a:pt x="61" y="34"/>
                      <a:pt x="60" y="36"/>
                      <a:pt x="58" y="37"/>
                    </a:cubicBezTo>
                    <a:cubicBezTo>
                      <a:pt x="9" y="61"/>
                      <a:pt x="9" y="61"/>
                      <a:pt x="9" y="61"/>
                    </a:cubicBezTo>
                    <a:cubicBezTo>
                      <a:pt x="5" y="64"/>
                      <a:pt x="0" y="60"/>
                      <a:pt x="0" y="56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62" name="Google Shape;462;p14"/>
              <p:cNvSpPr/>
              <p:nvPr/>
            </p:nvSpPr>
            <p:spPr>
              <a:xfrm>
                <a:off x="3259300" y="3999361"/>
                <a:ext cx="441140" cy="447530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14" extrusionOk="0">
                    <a:moveTo>
                      <a:pt x="59" y="0"/>
                    </a:moveTo>
                    <a:cubicBezTo>
                      <a:pt x="59" y="0"/>
                      <a:pt x="60" y="0"/>
                      <a:pt x="62" y="0"/>
                    </a:cubicBezTo>
                    <a:cubicBezTo>
                      <a:pt x="64" y="0"/>
                      <a:pt x="65" y="0"/>
                      <a:pt x="67" y="1"/>
                    </a:cubicBezTo>
                    <a:cubicBezTo>
                      <a:pt x="69" y="1"/>
                      <a:pt x="71" y="1"/>
                      <a:pt x="74" y="2"/>
                    </a:cubicBezTo>
                    <a:cubicBezTo>
                      <a:pt x="78" y="3"/>
                      <a:pt x="84" y="5"/>
                      <a:pt x="90" y="9"/>
                    </a:cubicBezTo>
                    <a:cubicBezTo>
                      <a:pt x="95" y="13"/>
                      <a:pt x="101" y="18"/>
                      <a:pt x="106" y="25"/>
                    </a:cubicBezTo>
                    <a:cubicBezTo>
                      <a:pt x="111" y="32"/>
                      <a:pt x="114" y="40"/>
                      <a:pt x="115" y="50"/>
                    </a:cubicBezTo>
                    <a:cubicBezTo>
                      <a:pt x="116" y="52"/>
                      <a:pt x="116" y="55"/>
                      <a:pt x="116" y="57"/>
                    </a:cubicBezTo>
                    <a:cubicBezTo>
                      <a:pt x="116" y="60"/>
                      <a:pt x="116" y="62"/>
                      <a:pt x="115" y="65"/>
                    </a:cubicBezTo>
                    <a:cubicBezTo>
                      <a:pt x="115" y="70"/>
                      <a:pt x="113" y="75"/>
                      <a:pt x="111" y="80"/>
                    </a:cubicBezTo>
                    <a:cubicBezTo>
                      <a:pt x="109" y="84"/>
                      <a:pt x="106" y="89"/>
                      <a:pt x="103" y="93"/>
                    </a:cubicBezTo>
                    <a:cubicBezTo>
                      <a:pt x="99" y="97"/>
                      <a:pt x="95" y="101"/>
                      <a:pt x="91" y="104"/>
                    </a:cubicBezTo>
                    <a:cubicBezTo>
                      <a:pt x="86" y="107"/>
                      <a:pt x="81" y="110"/>
                      <a:pt x="76" y="112"/>
                    </a:cubicBezTo>
                    <a:cubicBezTo>
                      <a:pt x="70" y="113"/>
                      <a:pt x="65" y="114"/>
                      <a:pt x="59" y="114"/>
                    </a:cubicBezTo>
                    <a:cubicBezTo>
                      <a:pt x="57" y="114"/>
                      <a:pt x="56" y="114"/>
                      <a:pt x="55" y="114"/>
                    </a:cubicBezTo>
                    <a:cubicBezTo>
                      <a:pt x="53" y="114"/>
                      <a:pt x="52" y="114"/>
                      <a:pt x="51" y="114"/>
                    </a:cubicBezTo>
                    <a:cubicBezTo>
                      <a:pt x="46" y="113"/>
                      <a:pt x="46" y="113"/>
                      <a:pt x="46" y="113"/>
                    </a:cubicBezTo>
                    <a:cubicBezTo>
                      <a:pt x="45" y="112"/>
                      <a:pt x="44" y="112"/>
                      <a:pt x="42" y="112"/>
                    </a:cubicBezTo>
                    <a:cubicBezTo>
                      <a:pt x="37" y="110"/>
                      <a:pt x="32" y="108"/>
                      <a:pt x="27" y="104"/>
                    </a:cubicBezTo>
                    <a:cubicBezTo>
                      <a:pt x="25" y="103"/>
                      <a:pt x="23" y="101"/>
                      <a:pt x="21" y="99"/>
                    </a:cubicBezTo>
                    <a:cubicBezTo>
                      <a:pt x="19" y="97"/>
                      <a:pt x="17" y="95"/>
                      <a:pt x="15" y="93"/>
                    </a:cubicBezTo>
                    <a:cubicBezTo>
                      <a:pt x="12" y="89"/>
                      <a:pt x="9" y="85"/>
                      <a:pt x="7" y="80"/>
                    </a:cubicBezTo>
                    <a:cubicBezTo>
                      <a:pt x="2" y="70"/>
                      <a:pt x="0" y="60"/>
                      <a:pt x="2" y="50"/>
                    </a:cubicBezTo>
                    <a:cubicBezTo>
                      <a:pt x="3" y="41"/>
                      <a:pt x="6" y="32"/>
                      <a:pt x="11" y="25"/>
                    </a:cubicBezTo>
                    <a:cubicBezTo>
                      <a:pt x="12" y="23"/>
                      <a:pt x="14" y="22"/>
                      <a:pt x="15" y="20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6" y="19"/>
                      <a:pt x="17" y="18"/>
                      <a:pt x="17" y="18"/>
                    </a:cubicBezTo>
                    <a:cubicBezTo>
                      <a:pt x="18" y="17"/>
                      <a:pt x="18" y="17"/>
                      <a:pt x="19" y="16"/>
                    </a:cubicBezTo>
                    <a:cubicBezTo>
                      <a:pt x="20" y="15"/>
                      <a:pt x="21" y="14"/>
                      <a:pt x="23" y="13"/>
                    </a:cubicBezTo>
                    <a:cubicBezTo>
                      <a:pt x="24" y="12"/>
                      <a:pt x="26" y="10"/>
                      <a:pt x="27" y="9"/>
                    </a:cubicBezTo>
                    <a:cubicBezTo>
                      <a:pt x="29" y="8"/>
                      <a:pt x="30" y="8"/>
                      <a:pt x="32" y="7"/>
                    </a:cubicBezTo>
                    <a:cubicBezTo>
                      <a:pt x="33" y="6"/>
                      <a:pt x="34" y="6"/>
                      <a:pt x="36" y="5"/>
                    </a:cubicBezTo>
                    <a:cubicBezTo>
                      <a:pt x="39" y="4"/>
                      <a:pt x="41" y="3"/>
                      <a:pt x="43" y="2"/>
                    </a:cubicBezTo>
                    <a:cubicBezTo>
                      <a:pt x="48" y="1"/>
                      <a:pt x="52" y="0"/>
                      <a:pt x="54" y="0"/>
                    </a:cubicBezTo>
                    <a:cubicBezTo>
                      <a:pt x="56" y="0"/>
                      <a:pt x="57" y="0"/>
                      <a:pt x="57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60" y="0"/>
                      <a:pt x="60" y="1"/>
                      <a:pt x="61" y="2"/>
                    </a:cubicBezTo>
                    <a:cubicBezTo>
                      <a:pt x="61" y="3"/>
                      <a:pt x="60" y="4"/>
                      <a:pt x="59" y="4"/>
                    </a:cubicBezTo>
                    <a:cubicBezTo>
                      <a:pt x="58" y="4"/>
                      <a:pt x="58" y="4"/>
                      <a:pt x="58" y="4"/>
                    </a:cubicBezTo>
                    <a:cubicBezTo>
                      <a:pt x="58" y="4"/>
                      <a:pt x="58" y="4"/>
                      <a:pt x="58" y="4"/>
                    </a:cubicBezTo>
                    <a:cubicBezTo>
                      <a:pt x="57" y="4"/>
                      <a:pt x="56" y="4"/>
                      <a:pt x="55" y="4"/>
                    </a:cubicBezTo>
                    <a:cubicBezTo>
                      <a:pt x="52" y="5"/>
                      <a:pt x="49" y="5"/>
                      <a:pt x="45" y="7"/>
                    </a:cubicBezTo>
                    <a:cubicBezTo>
                      <a:pt x="42" y="7"/>
                      <a:pt x="40" y="8"/>
                      <a:pt x="38" y="9"/>
                    </a:cubicBezTo>
                    <a:cubicBezTo>
                      <a:pt x="36" y="10"/>
                      <a:pt x="35" y="10"/>
                      <a:pt x="34" y="11"/>
                    </a:cubicBezTo>
                    <a:cubicBezTo>
                      <a:pt x="33" y="12"/>
                      <a:pt x="31" y="12"/>
                      <a:pt x="30" y="13"/>
                    </a:cubicBezTo>
                    <a:cubicBezTo>
                      <a:pt x="29" y="14"/>
                      <a:pt x="28" y="15"/>
                      <a:pt x="26" y="16"/>
                    </a:cubicBezTo>
                    <a:cubicBezTo>
                      <a:pt x="25" y="17"/>
                      <a:pt x="24" y="18"/>
                      <a:pt x="22" y="20"/>
                    </a:cubicBezTo>
                    <a:cubicBezTo>
                      <a:pt x="22" y="20"/>
                      <a:pt x="21" y="21"/>
                      <a:pt x="20" y="22"/>
                    </a:cubicBezTo>
                    <a:cubicBezTo>
                      <a:pt x="20" y="22"/>
                      <a:pt x="20" y="22"/>
                      <a:pt x="20" y="22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5"/>
                      <a:pt x="16" y="26"/>
                      <a:pt x="15" y="28"/>
                    </a:cubicBezTo>
                    <a:cubicBezTo>
                      <a:pt x="11" y="34"/>
                      <a:pt x="8" y="42"/>
                      <a:pt x="7" y="51"/>
                    </a:cubicBezTo>
                    <a:cubicBezTo>
                      <a:pt x="6" y="60"/>
                      <a:pt x="8" y="69"/>
                      <a:pt x="12" y="77"/>
                    </a:cubicBezTo>
                    <a:cubicBezTo>
                      <a:pt x="14" y="82"/>
                      <a:pt x="16" y="86"/>
                      <a:pt x="20" y="90"/>
                    </a:cubicBezTo>
                    <a:cubicBezTo>
                      <a:pt x="21" y="92"/>
                      <a:pt x="23" y="93"/>
                      <a:pt x="25" y="95"/>
                    </a:cubicBezTo>
                    <a:cubicBezTo>
                      <a:pt x="27" y="97"/>
                      <a:pt x="28" y="98"/>
                      <a:pt x="31" y="100"/>
                    </a:cubicBezTo>
                    <a:cubicBezTo>
                      <a:pt x="35" y="103"/>
                      <a:pt x="39" y="105"/>
                      <a:pt x="44" y="106"/>
                    </a:cubicBezTo>
                    <a:cubicBezTo>
                      <a:pt x="45" y="106"/>
                      <a:pt x="46" y="107"/>
                      <a:pt x="48" y="107"/>
                    </a:cubicBezTo>
                    <a:cubicBezTo>
                      <a:pt x="51" y="108"/>
                      <a:pt x="51" y="108"/>
                      <a:pt x="51" y="108"/>
                    </a:cubicBezTo>
                    <a:cubicBezTo>
                      <a:pt x="54" y="108"/>
                      <a:pt x="57" y="108"/>
                      <a:pt x="59" y="108"/>
                    </a:cubicBezTo>
                    <a:cubicBezTo>
                      <a:pt x="64" y="108"/>
                      <a:pt x="69" y="107"/>
                      <a:pt x="74" y="106"/>
                    </a:cubicBezTo>
                    <a:cubicBezTo>
                      <a:pt x="79" y="104"/>
                      <a:pt x="83" y="102"/>
                      <a:pt x="87" y="99"/>
                    </a:cubicBezTo>
                    <a:cubicBezTo>
                      <a:pt x="91" y="97"/>
                      <a:pt x="95" y="93"/>
                      <a:pt x="98" y="90"/>
                    </a:cubicBezTo>
                    <a:cubicBezTo>
                      <a:pt x="101" y="86"/>
                      <a:pt x="104" y="82"/>
                      <a:pt x="106" y="77"/>
                    </a:cubicBezTo>
                    <a:cubicBezTo>
                      <a:pt x="108" y="73"/>
                      <a:pt x="109" y="68"/>
                      <a:pt x="110" y="64"/>
                    </a:cubicBezTo>
                    <a:cubicBezTo>
                      <a:pt x="110" y="62"/>
                      <a:pt x="110" y="59"/>
                      <a:pt x="110" y="57"/>
                    </a:cubicBezTo>
                    <a:cubicBezTo>
                      <a:pt x="110" y="55"/>
                      <a:pt x="110" y="53"/>
                      <a:pt x="110" y="51"/>
                    </a:cubicBezTo>
                    <a:cubicBezTo>
                      <a:pt x="109" y="42"/>
                      <a:pt x="106" y="34"/>
                      <a:pt x="102" y="28"/>
                    </a:cubicBezTo>
                    <a:cubicBezTo>
                      <a:pt x="97" y="21"/>
                      <a:pt x="92" y="17"/>
                      <a:pt x="87" y="13"/>
                    </a:cubicBezTo>
                    <a:cubicBezTo>
                      <a:pt x="82" y="9"/>
                      <a:pt x="77" y="8"/>
                      <a:pt x="72" y="6"/>
                    </a:cubicBezTo>
                    <a:cubicBezTo>
                      <a:pt x="70" y="6"/>
                      <a:pt x="68" y="5"/>
                      <a:pt x="67" y="5"/>
                    </a:cubicBezTo>
                    <a:cubicBezTo>
                      <a:pt x="65" y="5"/>
                      <a:pt x="63" y="4"/>
                      <a:pt x="62" y="4"/>
                    </a:cubicBezTo>
                    <a:cubicBezTo>
                      <a:pt x="60" y="4"/>
                      <a:pt x="58" y="4"/>
                      <a:pt x="58" y="4"/>
                    </a:cubicBezTo>
                    <a:cubicBezTo>
                      <a:pt x="57" y="4"/>
                      <a:pt x="56" y="3"/>
                      <a:pt x="56" y="2"/>
                    </a:cubicBezTo>
                    <a:cubicBezTo>
                      <a:pt x="56" y="1"/>
                      <a:pt x="57" y="0"/>
                      <a:pt x="59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63" name="Google Shape;463;p14"/>
              <p:cNvSpPr/>
              <p:nvPr/>
            </p:nvSpPr>
            <p:spPr>
              <a:xfrm>
                <a:off x="3456963" y="4011530"/>
                <a:ext cx="295839" cy="443475"/>
              </a:xfrm>
              <a:custGeom>
                <a:avLst/>
                <a:gdLst/>
                <a:ahLst/>
                <a:cxnLst/>
                <a:rect l="l" t="t" r="r" b="b"/>
                <a:pathLst>
                  <a:path w="78" h="113" extrusionOk="0">
                    <a:moveTo>
                      <a:pt x="25" y="0"/>
                    </a:moveTo>
                    <a:cubicBezTo>
                      <a:pt x="25" y="0"/>
                      <a:pt x="25" y="0"/>
                      <a:pt x="27" y="0"/>
                    </a:cubicBezTo>
                    <a:cubicBezTo>
                      <a:pt x="28" y="0"/>
                      <a:pt x="30" y="0"/>
                      <a:pt x="33" y="1"/>
                    </a:cubicBezTo>
                    <a:cubicBezTo>
                      <a:pt x="38" y="2"/>
                      <a:pt x="45" y="5"/>
                      <a:pt x="53" y="10"/>
                    </a:cubicBezTo>
                    <a:cubicBezTo>
                      <a:pt x="56" y="12"/>
                      <a:pt x="60" y="15"/>
                      <a:pt x="64" y="19"/>
                    </a:cubicBezTo>
                    <a:cubicBezTo>
                      <a:pt x="67" y="23"/>
                      <a:pt x="70" y="28"/>
                      <a:pt x="73" y="33"/>
                    </a:cubicBezTo>
                    <a:cubicBezTo>
                      <a:pt x="75" y="38"/>
                      <a:pt x="77" y="44"/>
                      <a:pt x="77" y="50"/>
                    </a:cubicBezTo>
                    <a:cubicBezTo>
                      <a:pt x="77" y="51"/>
                      <a:pt x="78" y="53"/>
                      <a:pt x="78" y="54"/>
                    </a:cubicBezTo>
                    <a:cubicBezTo>
                      <a:pt x="78" y="55"/>
                      <a:pt x="78" y="56"/>
                      <a:pt x="78" y="57"/>
                    </a:cubicBezTo>
                    <a:cubicBezTo>
                      <a:pt x="78" y="59"/>
                      <a:pt x="78" y="59"/>
                      <a:pt x="78" y="59"/>
                    </a:cubicBezTo>
                    <a:cubicBezTo>
                      <a:pt x="77" y="62"/>
                      <a:pt x="77" y="65"/>
                      <a:pt x="76" y="68"/>
                    </a:cubicBezTo>
                    <a:cubicBezTo>
                      <a:pt x="74" y="80"/>
                      <a:pt x="67" y="91"/>
                      <a:pt x="58" y="98"/>
                    </a:cubicBezTo>
                    <a:cubicBezTo>
                      <a:pt x="50" y="105"/>
                      <a:pt x="40" y="110"/>
                      <a:pt x="31" y="112"/>
                    </a:cubicBezTo>
                    <a:cubicBezTo>
                      <a:pt x="27" y="113"/>
                      <a:pt x="23" y="113"/>
                      <a:pt x="19" y="113"/>
                    </a:cubicBezTo>
                    <a:cubicBezTo>
                      <a:pt x="17" y="113"/>
                      <a:pt x="15" y="113"/>
                      <a:pt x="14" y="113"/>
                    </a:cubicBezTo>
                    <a:cubicBezTo>
                      <a:pt x="12" y="112"/>
                      <a:pt x="11" y="112"/>
                      <a:pt x="9" y="112"/>
                    </a:cubicBezTo>
                    <a:cubicBezTo>
                      <a:pt x="4" y="111"/>
                      <a:pt x="2" y="111"/>
                      <a:pt x="2" y="111"/>
                    </a:cubicBezTo>
                    <a:cubicBezTo>
                      <a:pt x="0" y="110"/>
                      <a:pt x="0" y="109"/>
                      <a:pt x="0" y="108"/>
                    </a:cubicBezTo>
                    <a:cubicBezTo>
                      <a:pt x="0" y="107"/>
                      <a:pt x="1" y="106"/>
                      <a:pt x="2" y="106"/>
                    </a:cubicBezTo>
                    <a:cubicBezTo>
                      <a:pt x="2" y="106"/>
                      <a:pt x="5" y="107"/>
                      <a:pt x="10" y="108"/>
                    </a:cubicBezTo>
                    <a:cubicBezTo>
                      <a:pt x="11" y="108"/>
                      <a:pt x="13" y="108"/>
                      <a:pt x="14" y="108"/>
                    </a:cubicBezTo>
                    <a:cubicBezTo>
                      <a:pt x="16" y="108"/>
                      <a:pt x="17" y="108"/>
                      <a:pt x="19" y="108"/>
                    </a:cubicBezTo>
                    <a:cubicBezTo>
                      <a:pt x="22" y="108"/>
                      <a:pt x="26" y="108"/>
                      <a:pt x="30" y="107"/>
                    </a:cubicBezTo>
                    <a:cubicBezTo>
                      <a:pt x="38" y="105"/>
                      <a:pt x="47" y="101"/>
                      <a:pt x="55" y="94"/>
                    </a:cubicBezTo>
                    <a:cubicBezTo>
                      <a:pt x="62" y="87"/>
                      <a:pt x="68" y="77"/>
                      <a:pt x="71" y="67"/>
                    </a:cubicBezTo>
                    <a:cubicBezTo>
                      <a:pt x="71" y="64"/>
                      <a:pt x="71" y="61"/>
                      <a:pt x="72" y="59"/>
                    </a:cubicBezTo>
                    <a:cubicBezTo>
                      <a:pt x="72" y="56"/>
                      <a:pt x="72" y="56"/>
                      <a:pt x="72" y="56"/>
                    </a:cubicBezTo>
                    <a:cubicBezTo>
                      <a:pt x="72" y="56"/>
                      <a:pt x="72" y="55"/>
                      <a:pt x="72" y="54"/>
                    </a:cubicBezTo>
                    <a:cubicBezTo>
                      <a:pt x="72" y="53"/>
                      <a:pt x="71" y="52"/>
                      <a:pt x="71" y="50"/>
                    </a:cubicBezTo>
                    <a:cubicBezTo>
                      <a:pt x="71" y="45"/>
                      <a:pt x="69" y="40"/>
                      <a:pt x="67" y="35"/>
                    </a:cubicBezTo>
                    <a:cubicBezTo>
                      <a:pt x="63" y="26"/>
                      <a:pt x="56" y="19"/>
                      <a:pt x="50" y="14"/>
                    </a:cubicBezTo>
                    <a:cubicBezTo>
                      <a:pt x="43" y="9"/>
                      <a:pt x="36" y="7"/>
                      <a:pt x="32" y="5"/>
                    </a:cubicBezTo>
                    <a:cubicBezTo>
                      <a:pt x="29" y="5"/>
                      <a:pt x="28" y="4"/>
                      <a:pt x="26" y="4"/>
                    </a:cubicBezTo>
                    <a:cubicBezTo>
                      <a:pt x="25" y="4"/>
                      <a:pt x="24" y="4"/>
                      <a:pt x="24" y="4"/>
                    </a:cubicBezTo>
                    <a:cubicBezTo>
                      <a:pt x="23" y="4"/>
                      <a:pt x="22" y="3"/>
                      <a:pt x="22" y="1"/>
                    </a:cubicBezTo>
                    <a:cubicBezTo>
                      <a:pt x="23" y="0"/>
                      <a:pt x="24" y="0"/>
                      <a:pt x="25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64" name="Google Shape;464;p14"/>
              <p:cNvSpPr/>
              <p:nvPr/>
            </p:nvSpPr>
            <p:spPr>
              <a:xfrm>
                <a:off x="3996279" y="1880688"/>
                <a:ext cx="354744" cy="373168"/>
              </a:xfrm>
              <a:custGeom>
                <a:avLst/>
                <a:gdLst/>
                <a:ahLst/>
                <a:cxnLst/>
                <a:rect l="l" t="t" r="r" b="b"/>
                <a:pathLst>
                  <a:path w="93" h="95" extrusionOk="0">
                    <a:moveTo>
                      <a:pt x="60" y="2"/>
                    </a:moveTo>
                    <a:cubicBezTo>
                      <a:pt x="60" y="2"/>
                      <a:pt x="60" y="2"/>
                      <a:pt x="59" y="2"/>
                    </a:cubicBezTo>
                    <a:cubicBezTo>
                      <a:pt x="45" y="0"/>
                      <a:pt x="31" y="9"/>
                      <a:pt x="26" y="22"/>
                    </a:cubicBezTo>
                    <a:cubicBezTo>
                      <a:pt x="24" y="28"/>
                      <a:pt x="24" y="34"/>
                      <a:pt x="22" y="40"/>
                    </a:cubicBezTo>
                    <a:cubicBezTo>
                      <a:pt x="20" y="46"/>
                      <a:pt x="16" y="51"/>
                      <a:pt x="11" y="55"/>
                    </a:cubicBezTo>
                    <a:cubicBezTo>
                      <a:pt x="8" y="57"/>
                      <a:pt x="6" y="58"/>
                      <a:pt x="3" y="60"/>
                    </a:cubicBezTo>
                    <a:cubicBezTo>
                      <a:pt x="1" y="62"/>
                      <a:pt x="0" y="65"/>
                      <a:pt x="0" y="68"/>
                    </a:cubicBezTo>
                    <a:cubicBezTo>
                      <a:pt x="1" y="74"/>
                      <a:pt x="10" y="74"/>
                      <a:pt x="15" y="75"/>
                    </a:cubicBezTo>
                    <a:cubicBezTo>
                      <a:pt x="22" y="77"/>
                      <a:pt x="57" y="86"/>
                      <a:pt x="67" y="89"/>
                    </a:cubicBezTo>
                    <a:cubicBezTo>
                      <a:pt x="72" y="90"/>
                      <a:pt x="77" y="91"/>
                      <a:pt x="81" y="92"/>
                    </a:cubicBezTo>
                    <a:cubicBezTo>
                      <a:pt x="84" y="94"/>
                      <a:pt x="88" y="95"/>
                      <a:pt x="91" y="92"/>
                    </a:cubicBezTo>
                    <a:cubicBezTo>
                      <a:pt x="93" y="90"/>
                      <a:pt x="93" y="86"/>
                      <a:pt x="92" y="83"/>
                    </a:cubicBezTo>
                    <a:cubicBezTo>
                      <a:pt x="91" y="80"/>
                      <a:pt x="89" y="78"/>
                      <a:pt x="88" y="75"/>
                    </a:cubicBezTo>
                    <a:cubicBezTo>
                      <a:pt x="85" y="69"/>
                      <a:pt x="84" y="63"/>
                      <a:pt x="85" y="56"/>
                    </a:cubicBezTo>
                    <a:cubicBezTo>
                      <a:pt x="86" y="51"/>
                      <a:pt x="89" y="45"/>
                      <a:pt x="90" y="39"/>
                    </a:cubicBezTo>
                    <a:cubicBezTo>
                      <a:pt x="93" y="25"/>
                      <a:pt x="84" y="10"/>
                      <a:pt x="71" y="5"/>
                    </a:cubicBezTo>
                    <a:lnTo>
                      <a:pt x="60" y="2"/>
                    </a:lnTo>
                    <a:close/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65" name="Google Shape;465;p14"/>
              <p:cNvSpPr/>
              <p:nvPr/>
            </p:nvSpPr>
            <p:spPr>
              <a:xfrm>
                <a:off x="4103619" y="2190308"/>
                <a:ext cx="121739" cy="82475"/>
              </a:xfrm>
              <a:custGeom>
                <a:avLst/>
                <a:gdLst/>
                <a:ahLst/>
                <a:cxnLst/>
                <a:rect l="l" t="t" r="r" b="b"/>
                <a:pathLst>
                  <a:path w="32" h="21" extrusionOk="0">
                    <a:moveTo>
                      <a:pt x="2" y="0"/>
                    </a:moveTo>
                    <a:cubicBezTo>
                      <a:pt x="0" y="5"/>
                      <a:pt x="2" y="11"/>
                      <a:pt x="6" y="15"/>
                    </a:cubicBezTo>
                    <a:cubicBezTo>
                      <a:pt x="10" y="19"/>
                      <a:pt x="16" y="21"/>
                      <a:pt x="21" y="19"/>
                    </a:cubicBezTo>
                    <a:cubicBezTo>
                      <a:pt x="26" y="18"/>
                      <a:pt x="31" y="13"/>
                      <a:pt x="32" y="8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66" name="Google Shape;466;p14"/>
              <p:cNvSpPr/>
              <p:nvPr/>
            </p:nvSpPr>
            <p:spPr>
              <a:xfrm>
                <a:off x="4233212" y="1767115"/>
                <a:ext cx="60215" cy="128445"/>
              </a:xfrm>
              <a:custGeom>
                <a:avLst/>
                <a:gdLst/>
                <a:ahLst/>
                <a:cxnLst/>
                <a:rect l="l" t="t" r="r" b="b"/>
                <a:pathLst>
                  <a:path w="16" h="33" extrusionOk="0">
                    <a:moveTo>
                      <a:pt x="0" y="31"/>
                    </a:moveTo>
                    <a:cubicBezTo>
                      <a:pt x="1" y="22"/>
                      <a:pt x="3" y="15"/>
                      <a:pt x="6" y="7"/>
                    </a:cubicBezTo>
                    <a:cubicBezTo>
                      <a:pt x="6" y="5"/>
                      <a:pt x="7" y="3"/>
                      <a:pt x="8" y="2"/>
                    </a:cubicBezTo>
                    <a:cubicBezTo>
                      <a:pt x="9" y="1"/>
                      <a:pt x="11" y="0"/>
                      <a:pt x="13" y="1"/>
                    </a:cubicBezTo>
                    <a:cubicBezTo>
                      <a:pt x="14" y="1"/>
                      <a:pt x="15" y="3"/>
                      <a:pt x="15" y="4"/>
                    </a:cubicBezTo>
                    <a:cubicBezTo>
                      <a:pt x="15" y="6"/>
                      <a:pt x="16" y="8"/>
                      <a:pt x="16" y="9"/>
                    </a:cubicBezTo>
                    <a:cubicBezTo>
                      <a:pt x="16" y="18"/>
                      <a:pt x="13" y="27"/>
                      <a:pt x="8" y="33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67" name="Google Shape;467;p14"/>
              <p:cNvSpPr/>
              <p:nvPr/>
            </p:nvSpPr>
            <p:spPr>
              <a:xfrm>
                <a:off x="4004134" y="2241687"/>
                <a:ext cx="53669" cy="47322"/>
              </a:xfrm>
              <a:custGeom>
                <a:avLst/>
                <a:gdLst/>
                <a:ahLst/>
                <a:cxnLst/>
                <a:rect l="l" t="t" r="r" b="b"/>
                <a:pathLst>
                  <a:path w="14" h="12" extrusionOk="0">
                    <a:moveTo>
                      <a:pt x="14" y="0"/>
                    </a:moveTo>
                    <a:cubicBezTo>
                      <a:pt x="9" y="4"/>
                      <a:pt x="5" y="8"/>
                      <a:pt x="0" y="12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68" name="Google Shape;468;p14"/>
              <p:cNvSpPr/>
              <p:nvPr/>
            </p:nvSpPr>
            <p:spPr>
              <a:xfrm>
                <a:off x="4247611" y="1950995"/>
                <a:ext cx="34035" cy="223089"/>
              </a:xfrm>
              <a:custGeom>
                <a:avLst/>
                <a:gdLst/>
                <a:ahLst/>
                <a:cxnLst/>
                <a:rect l="l" t="t" r="r" b="b"/>
                <a:pathLst>
                  <a:path w="9" h="57" extrusionOk="0">
                    <a:moveTo>
                      <a:pt x="0" y="0"/>
                    </a:moveTo>
                    <a:cubicBezTo>
                      <a:pt x="6" y="3"/>
                      <a:pt x="9" y="11"/>
                      <a:pt x="9" y="17"/>
                    </a:cubicBezTo>
                    <a:cubicBezTo>
                      <a:pt x="8" y="24"/>
                      <a:pt x="6" y="30"/>
                      <a:pt x="4" y="37"/>
                    </a:cubicBezTo>
                    <a:cubicBezTo>
                      <a:pt x="2" y="43"/>
                      <a:pt x="1" y="51"/>
                      <a:pt x="5" y="57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69" name="Google Shape;469;p14"/>
              <p:cNvSpPr/>
              <p:nvPr/>
            </p:nvSpPr>
            <p:spPr>
              <a:xfrm>
                <a:off x="4129800" y="2311994"/>
                <a:ext cx="19635" cy="90587"/>
              </a:xfrm>
              <a:custGeom>
                <a:avLst/>
                <a:gdLst/>
                <a:ahLst/>
                <a:cxnLst/>
                <a:rect l="l" t="t" r="r" b="b"/>
                <a:pathLst>
                  <a:path w="5" h="23" extrusionOk="0">
                    <a:moveTo>
                      <a:pt x="5" y="0"/>
                    </a:moveTo>
                    <a:cubicBezTo>
                      <a:pt x="3" y="7"/>
                      <a:pt x="1" y="15"/>
                      <a:pt x="0" y="23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70" name="Google Shape;470;p14"/>
              <p:cNvSpPr/>
              <p:nvPr/>
            </p:nvSpPr>
            <p:spPr>
              <a:xfrm>
                <a:off x="4235830" y="2295769"/>
                <a:ext cx="61524" cy="63546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0" y="0"/>
                    </a:moveTo>
                    <a:cubicBezTo>
                      <a:pt x="5" y="5"/>
                      <a:pt x="10" y="11"/>
                      <a:pt x="16" y="16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71" name="Google Shape;471;p14"/>
              <p:cNvSpPr/>
              <p:nvPr/>
            </p:nvSpPr>
            <p:spPr>
              <a:xfrm>
                <a:off x="3947845" y="2539139"/>
                <a:ext cx="307620" cy="443475"/>
              </a:xfrm>
              <a:custGeom>
                <a:avLst/>
                <a:gdLst/>
                <a:ahLst/>
                <a:cxnLst/>
                <a:rect l="l" t="t" r="r" b="b"/>
                <a:pathLst>
                  <a:path w="81" h="113" extrusionOk="0">
                    <a:moveTo>
                      <a:pt x="6" y="59"/>
                    </a:moveTo>
                    <a:cubicBezTo>
                      <a:pt x="3" y="51"/>
                      <a:pt x="0" y="42"/>
                      <a:pt x="2" y="33"/>
                    </a:cubicBezTo>
                    <a:cubicBezTo>
                      <a:pt x="3" y="21"/>
                      <a:pt x="12" y="11"/>
                      <a:pt x="22" y="6"/>
                    </a:cubicBezTo>
                    <a:cubicBezTo>
                      <a:pt x="35" y="0"/>
                      <a:pt x="52" y="1"/>
                      <a:pt x="64" y="10"/>
                    </a:cubicBezTo>
                    <a:cubicBezTo>
                      <a:pt x="76" y="20"/>
                      <a:pt x="81" y="36"/>
                      <a:pt x="78" y="50"/>
                    </a:cubicBezTo>
                    <a:cubicBezTo>
                      <a:pt x="76" y="59"/>
                      <a:pt x="71" y="68"/>
                      <a:pt x="66" y="76"/>
                    </a:cubicBezTo>
                    <a:cubicBezTo>
                      <a:pt x="61" y="84"/>
                      <a:pt x="55" y="92"/>
                      <a:pt x="49" y="100"/>
                    </a:cubicBezTo>
                    <a:cubicBezTo>
                      <a:pt x="47" y="103"/>
                      <a:pt x="44" y="111"/>
                      <a:pt x="41" y="112"/>
                    </a:cubicBezTo>
                    <a:cubicBezTo>
                      <a:pt x="37" y="113"/>
                      <a:pt x="34" y="108"/>
                      <a:pt x="32" y="106"/>
                    </a:cubicBezTo>
                    <a:cubicBezTo>
                      <a:pt x="21" y="92"/>
                      <a:pt x="13" y="76"/>
                      <a:pt x="6" y="59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72" name="Google Shape;472;p14"/>
              <p:cNvSpPr/>
              <p:nvPr/>
            </p:nvSpPr>
            <p:spPr>
              <a:xfrm>
                <a:off x="4000206" y="2606742"/>
                <a:ext cx="195044" cy="160894"/>
              </a:xfrm>
              <a:custGeom>
                <a:avLst/>
                <a:gdLst/>
                <a:ahLst/>
                <a:cxnLst/>
                <a:rect l="l" t="t" r="r" b="b"/>
                <a:pathLst>
                  <a:path w="51" h="41" extrusionOk="0">
                    <a:moveTo>
                      <a:pt x="17" y="38"/>
                    </a:moveTo>
                    <a:cubicBezTo>
                      <a:pt x="24" y="41"/>
                      <a:pt x="32" y="40"/>
                      <a:pt x="38" y="36"/>
                    </a:cubicBezTo>
                    <a:cubicBezTo>
                      <a:pt x="51" y="26"/>
                      <a:pt x="42" y="0"/>
                      <a:pt x="22" y="5"/>
                    </a:cubicBezTo>
                    <a:cubicBezTo>
                      <a:pt x="5" y="9"/>
                      <a:pt x="0" y="31"/>
                      <a:pt x="17" y="38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73" name="Google Shape;473;p14"/>
              <p:cNvSpPr/>
              <p:nvPr/>
            </p:nvSpPr>
            <p:spPr>
              <a:xfrm>
                <a:off x="4008060" y="2955573"/>
                <a:ext cx="163627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43" h="17" extrusionOk="0">
                    <a:moveTo>
                      <a:pt x="16" y="0"/>
                    </a:moveTo>
                    <a:cubicBezTo>
                      <a:pt x="12" y="1"/>
                      <a:pt x="8" y="2"/>
                      <a:pt x="5" y="4"/>
                    </a:cubicBezTo>
                    <a:cubicBezTo>
                      <a:pt x="2" y="6"/>
                      <a:pt x="0" y="11"/>
                      <a:pt x="3" y="14"/>
                    </a:cubicBezTo>
                    <a:cubicBezTo>
                      <a:pt x="5" y="17"/>
                      <a:pt x="9" y="17"/>
                      <a:pt x="12" y="17"/>
                    </a:cubicBezTo>
                    <a:cubicBezTo>
                      <a:pt x="20" y="17"/>
                      <a:pt x="27" y="16"/>
                      <a:pt x="34" y="14"/>
                    </a:cubicBezTo>
                    <a:cubicBezTo>
                      <a:pt x="36" y="13"/>
                      <a:pt x="38" y="13"/>
                      <a:pt x="40" y="11"/>
                    </a:cubicBezTo>
                    <a:cubicBezTo>
                      <a:pt x="42" y="10"/>
                      <a:pt x="43" y="8"/>
                      <a:pt x="42" y="5"/>
                    </a:cubicBezTo>
                    <a:cubicBezTo>
                      <a:pt x="42" y="3"/>
                      <a:pt x="40" y="2"/>
                      <a:pt x="38" y="1"/>
                    </a:cubicBezTo>
                    <a:cubicBezTo>
                      <a:pt x="35" y="1"/>
                      <a:pt x="33" y="1"/>
                      <a:pt x="31" y="1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74" name="Google Shape;474;p14"/>
              <p:cNvSpPr/>
              <p:nvPr/>
            </p:nvSpPr>
            <p:spPr>
              <a:xfrm>
                <a:off x="3905957" y="4290053"/>
                <a:ext cx="45815" cy="160894"/>
              </a:xfrm>
              <a:custGeom>
                <a:avLst/>
                <a:gdLst/>
                <a:ahLst/>
                <a:cxnLst/>
                <a:rect l="l" t="t" r="r" b="b"/>
                <a:pathLst>
                  <a:path w="12" h="41" extrusionOk="0">
                    <a:moveTo>
                      <a:pt x="12" y="41"/>
                    </a:moveTo>
                    <a:cubicBezTo>
                      <a:pt x="3" y="31"/>
                      <a:pt x="0" y="14"/>
                      <a:pt x="3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75" name="Google Shape;475;p14"/>
              <p:cNvSpPr/>
              <p:nvPr/>
            </p:nvSpPr>
            <p:spPr>
              <a:xfrm>
                <a:off x="3916429" y="4290053"/>
                <a:ext cx="247405" cy="129797"/>
              </a:xfrm>
              <a:custGeom>
                <a:avLst/>
                <a:gdLst/>
                <a:ahLst/>
                <a:cxnLst/>
                <a:rect l="l" t="t" r="r" b="b"/>
                <a:pathLst>
                  <a:path w="65" h="33" extrusionOk="0">
                    <a:moveTo>
                      <a:pt x="0" y="0"/>
                    </a:moveTo>
                    <a:cubicBezTo>
                      <a:pt x="15" y="20"/>
                      <a:pt x="40" y="33"/>
                      <a:pt x="65" y="33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76" name="Google Shape;476;p14"/>
              <p:cNvSpPr/>
              <p:nvPr/>
            </p:nvSpPr>
            <p:spPr>
              <a:xfrm>
                <a:off x="4155980" y="4267068"/>
                <a:ext cx="179335" cy="148726"/>
              </a:xfrm>
              <a:custGeom>
                <a:avLst/>
                <a:gdLst/>
                <a:ahLst/>
                <a:cxnLst/>
                <a:rect l="l" t="t" r="r" b="b"/>
                <a:pathLst>
                  <a:path w="47" h="38" extrusionOk="0">
                    <a:moveTo>
                      <a:pt x="2" y="38"/>
                    </a:moveTo>
                    <a:cubicBezTo>
                      <a:pt x="0" y="30"/>
                      <a:pt x="1" y="21"/>
                      <a:pt x="6" y="14"/>
                    </a:cubicBezTo>
                    <a:cubicBezTo>
                      <a:pt x="11" y="6"/>
                      <a:pt x="19" y="1"/>
                      <a:pt x="28" y="1"/>
                    </a:cubicBezTo>
                    <a:cubicBezTo>
                      <a:pt x="35" y="0"/>
                      <a:pt x="42" y="4"/>
                      <a:pt x="47" y="9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77" name="Google Shape;477;p14"/>
              <p:cNvSpPr/>
              <p:nvPr/>
            </p:nvSpPr>
            <p:spPr>
              <a:xfrm>
                <a:off x="4339243" y="4273829"/>
                <a:ext cx="113884" cy="154134"/>
              </a:xfrm>
              <a:custGeom>
                <a:avLst/>
                <a:gdLst/>
                <a:ahLst/>
                <a:cxnLst/>
                <a:rect l="l" t="t" r="r" b="b"/>
                <a:pathLst>
                  <a:path w="30" h="39" extrusionOk="0">
                    <a:moveTo>
                      <a:pt x="0" y="8"/>
                    </a:moveTo>
                    <a:cubicBezTo>
                      <a:pt x="7" y="5"/>
                      <a:pt x="16" y="2"/>
                      <a:pt x="22" y="0"/>
                    </a:cubicBezTo>
                    <a:cubicBezTo>
                      <a:pt x="5" y="23"/>
                      <a:pt x="5" y="23"/>
                      <a:pt x="5" y="23"/>
                    </a:cubicBezTo>
                    <a:cubicBezTo>
                      <a:pt x="30" y="17"/>
                      <a:pt x="30" y="17"/>
                      <a:pt x="30" y="17"/>
                    </a:cubicBezTo>
                    <a:cubicBezTo>
                      <a:pt x="23" y="25"/>
                      <a:pt x="17" y="32"/>
                      <a:pt x="10" y="39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78" name="Google Shape;478;p14"/>
              <p:cNvSpPr/>
              <p:nvPr/>
            </p:nvSpPr>
            <p:spPr>
              <a:xfrm>
                <a:off x="3871922" y="4427963"/>
                <a:ext cx="509209" cy="317733"/>
              </a:xfrm>
              <a:custGeom>
                <a:avLst/>
                <a:gdLst/>
                <a:ahLst/>
                <a:cxnLst/>
                <a:rect l="l" t="t" r="r" b="b"/>
                <a:pathLst>
                  <a:path w="134" h="81" extrusionOk="0">
                    <a:moveTo>
                      <a:pt x="0" y="67"/>
                    </a:moveTo>
                    <a:cubicBezTo>
                      <a:pt x="27" y="78"/>
                      <a:pt x="59" y="81"/>
                      <a:pt x="86" y="69"/>
                    </a:cubicBezTo>
                    <a:cubicBezTo>
                      <a:pt x="113" y="57"/>
                      <a:pt x="134" y="30"/>
                      <a:pt x="133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79" name="Google Shape;479;p14"/>
              <p:cNvSpPr/>
              <p:nvPr/>
            </p:nvSpPr>
            <p:spPr>
              <a:xfrm>
                <a:off x="3867995" y="4632123"/>
                <a:ext cx="189808" cy="54082"/>
              </a:xfrm>
              <a:custGeom>
                <a:avLst/>
                <a:gdLst/>
                <a:ahLst/>
                <a:cxnLst/>
                <a:rect l="l" t="t" r="r" b="b"/>
                <a:pathLst>
                  <a:path w="50" h="14" extrusionOk="0">
                    <a:moveTo>
                      <a:pt x="0" y="14"/>
                    </a:moveTo>
                    <a:cubicBezTo>
                      <a:pt x="17" y="13"/>
                      <a:pt x="34" y="8"/>
                      <a:pt x="50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80" name="Google Shape;480;p14"/>
              <p:cNvSpPr/>
              <p:nvPr/>
            </p:nvSpPr>
            <p:spPr>
              <a:xfrm>
                <a:off x="3928210" y="4560465"/>
                <a:ext cx="129593" cy="71659"/>
              </a:xfrm>
              <a:custGeom>
                <a:avLst/>
                <a:gdLst/>
                <a:ahLst/>
                <a:cxnLst/>
                <a:rect l="l" t="t" r="r" b="b"/>
                <a:pathLst>
                  <a:path w="34" h="18" extrusionOk="0">
                    <a:moveTo>
                      <a:pt x="0" y="0"/>
                    </a:moveTo>
                    <a:cubicBezTo>
                      <a:pt x="8" y="10"/>
                      <a:pt x="22" y="16"/>
                      <a:pt x="34" y="18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81" name="Google Shape;481;p14"/>
              <p:cNvSpPr/>
              <p:nvPr/>
            </p:nvSpPr>
            <p:spPr>
              <a:xfrm>
                <a:off x="3928210" y="4552352"/>
                <a:ext cx="65451" cy="8112"/>
              </a:xfrm>
              <a:custGeom>
                <a:avLst/>
                <a:gdLst/>
                <a:ahLst/>
                <a:cxnLst/>
                <a:rect l="l" t="t" r="r" b="b"/>
                <a:pathLst>
                  <a:path w="17" h="2" extrusionOk="0">
                    <a:moveTo>
                      <a:pt x="0" y="2"/>
                    </a:moveTo>
                    <a:cubicBezTo>
                      <a:pt x="5" y="2"/>
                      <a:pt x="12" y="0"/>
                      <a:pt x="17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82" name="Google Shape;482;p14"/>
              <p:cNvSpPr/>
              <p:nvPr/>
            </p:nvSpPr>
            <p:spPr>
              <a:xfrm>
                <a:off x="3902030" y="4450948"/>
                <a:ext cx="98176" cy="98700"/>
              </a:xfrm>
              <a:custGeom>
                <a:avLst/>
                <a:gdLst/>
                <a:ahLst/>
                <a:cxnLst/>
                <a:rect l="l" t="t" r="r" b="b"/>
                <a:pathLst>
                  <a:path w="26" h="25" extrusionOk="0">
                    <a:moveTo>
                      <a:pt x="26" y="25"/>
                    </a:moveTo>
                    <a:cubicBezTo>
                      <a:pt x="13" y="23"/>
                      <a:pt x="3" y="12"/>
                      <a:pt x="0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83" name="Google Shape;483;p14"/>
              <p:cNvSpPr/>
              <p:nvPr/>
            </p:nvSpPr>
            <p:spPr>
              <a:xfrm>
                <a:off x="3902030" y="4450948"/>
                <a:ext cx="41889" cy="0"/>
              </a:xfrm>
              <a:custGeom>
                <a:avLst/>
                <a:gdLst/>
                <a:ahLst/>
                <a:cxnLst/>
                <a:rect l="l" t="t" r="r" b="b"/>
                <a:pathLst>
                  <a:path w="11" h="120000" extrusionOk="0">
                    <a:moveTo>
                      <a:pt x="0" y="0"/>
                    </a:moveTo>
                    <a:cubicBezTo>
                      <a:pt x="3" y="0"/>
                      <a:pt x="8" y="0"/>
                      <a:pt x="11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84" name="Google Shape;484;p14"/>
              <p:cNvSpPr/>
              <p:nvPr/>
            </p:nvSpPr>
            <p:spPr>
              <a:xfrm>
                <a:off x="4121945" y="4463117"/>
                <a:ext cx="121739" cy="156839"/>
              </a:xfrm>
              <a:custGeom>
                <a:avLst/>
                <a:gdLst/>
                <a:ahLst/>
                <a:cxnLst/>
                <a:rect l="l" t="t" r="r" b="b"/>
                <a:pathLst>
                  <a:path w="32" h="40" extrusionOk="0">
                    <a:moveTo>
                      <a:pt x="0" y="40"/>
                    </a:moveTo>
                    <a:cubicBezTo>
                      <a:pt x="8" y="38"/>
                      <a:pt x="16" y="34"/>
                      <a:pt x="21" y="28"/>
                    </a:cubicBezTo>
                    <a:cubicBezTo>
                      <a:pt x="28" y="21"/>
                      <a:pt x="32" y="9"/>
                      <a:pt x="28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85" name="Google Shape;485;p14"/>
              <p:cNvSpPr/>
              <p:nvPr/>
            </p:nvSpPr>
            <p:spPr>
              <a:xfrm>
                <a:off x="4434801" y="4145383"/>
                <a:ext cx="10472" cy="70307"/>
              </a:xfrm>
              <a:custGeom>
                <a:avLst/>
                <a:gdLst/>
                <a:ahLst/>
                <a:cxnLst/>
                <a:rect l="l" t="t" r="r" b="b"/>
                <a:pathLst>
                  <a:path w="3" h="18" extrusionOk="0">
                    <a:moveTo>
                      <a:pt x="0" y="18"/>
                    </a:moveTo>
                    <a:cubicBezTo>
                      <a:pt x="1" y="12"/>
                      <a:pt x="2" y="6"/>
                      <a:pt x="3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86" name="Google Shape;486;p14"/>
              <p:cNvSpPr/>
              <p:nvPr/>
            </p:nvSpPr>
            <p:spPr>
              <a:xfrm>
                <a:off x="4476690" y="4230563"/>
                <a:ext cx="68069" cy="55434"/>
              </a:xfrm>
              <a:custGeom>
                <a:avLst/>
                <a:gdLst/>
                <a:ahLst/>
                <a:cxnLst/>
                <a:rect l="l" t="t" r="r" b="b"/>
                <a:pathLst>
                  <a:path w="18" h="14" extrusionOk="0">
                    <a:moveTo>
                      <a:pt x="0" y="14"/>
                    </a:moveTo>
                    <a:cubicBezTo>
                      <a:pt x="6" y="9"/>
                      <a:pt x="12" y="4"/>
                      <a:pt x="18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87" name="Google Shape;487;p14"/>
              <p:cNvSpPr/>
              <p:nvPr/>
            </p:nvSpPr>
            <p:spPr>
              <a:xfrm>
                <a:off x="4495016" y="4345487"/>
                <a:ext cx="103412" cy="22985"/>
              </a:xfrm>
              <a:custGeom>
                <a:avLst/>
                <a:gdLst/>
                <a:ahLst/>
                <a:cxnLst/>
                <a:rect l="l" t="t" r="r" b="b"/>
                <a:pathLst>
                  <a:path w="27" h="6" extrusionOk="0">
                    <a:moveTo>
                      <a:pt x="0" y="0"/>
                    </a:moveTo>
                    <a:cubicBezTo>
                      <a:pt x="9" y="2"/>
                      <a:pt x="18" y="4"/>
                      <a:pt x="27" y="6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88" name="Google Shape;488;p14"/>
              <p:cNvSpPr/>
              <p:nvPr/>
            </p:nvSpPr>
            <p:spPr>
              <a:xfrm>
                <a:off x="4335315" y="4302221"/>
                <a:ext cx="37961" cy="121685"/>
              </a:xfrm>
              <a:custGeom>
                <a:avLst/>
                <a:gdLst/>
                <a:ahLst/>
                <a:cxnLst/>
                <a:rect l="l" t="t" r="r" b="b"/>
                <a:pathLst>
                  <a:path w="10" h="31" extrusionOk="0">
                    <a:moveTo>
                      <a:pt x="0" y="0"/>
                    </a:moveTo>
                    <a:cubicBezTo>
                      <a:pt x="0" y="11"/>
                      <a:pt x="3" y="22"/>
                      <a:pt x="10" y="31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89" name="Google Shape;489;p14"/>
              <p:cNvSpPr/>
              <p:nvPr/>
            </p:nvSpPr>
            <p:spPr>
              <a:xfrm>
                <a:off x="4476690" y="4411738"/>
                <a:ext cx="48433" cy="59491"/>
              </a:xfrm>
              <a:custGeom>
                <a:avLst/>
                <a:gdLst/>
                <a:ahLst/>
                <a:cxnLst/>
                <a:rect l="l" t="t" r="r" b="b"/>
                <a:pathLst>
                  <a:path w="13" h="15" extrusionOk="0">
                    <a:moveTo>
                      <a:pt x="0" y="0"/>
                    </a:moveTo>
                    <a:cubicBezTo>
                      <a:pt x="4" y="5"/>
                      <a:pt x="9" y="10"/>
                      <a:pt x="13" y="15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90" name="Google Shape;490;p14"/>
              <p:cNvSpPr/>
              <p:nvPr/>
            </p:nvSpPr>
            <p:spPr>
              <a:xfrm>
                <a:off x="3939991" y="3776272"/>
                <a:ext cx="289293" cy="297453"/>
              </a:xfrm>
              <a:prstGeom prst="ellipse">
                <a:avLst/>
              </a:pr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91" name="Google Shape;491;p14"/>
              <p:cNvSpPr/>
              <p:nvPr/>
            </p:nvSpPr>
            <p:spPr>
              <a:xfrm>
                <a:off x="4038168" y="3842522"/>
                <a:ext cx="87704" cy="94644"/>
              </a:xfrm>
              <a:prstGeom prst="ellipse">
                <a:avLst/>
              </a:pr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92" name="Google Shape;492;p14"/>
              <p:cNvSpPr/>
              <p:nvPr/>
            </p:nvSpPr>
            <p:spPr>
              <a:xfrm>
                <a:off x="4053876" y="3889844"/>
                <a:ext cx="75923" cy="121685"/>
              </a:xfrm>
              <a:custGeom>
                <a:avLst/>
                <a:gdLst/>
                <a:ahLst/>
                <a:cxnLst/>
                <a:rect l="l" t="t" r="r" b="b"/>
                <a:pathLst>
                  <a:path w="20" h="31" extrusionOk="0">
                    <a:moveTo>
                      <a:pt x="19" y="0"/>
                    </a:moveTo>
                    <a:cubicBezTo>
                      <a:pt x="20" y="8"/>
                      <a:pt x="17" y="24"/>
                      <a:pt x="0" y="31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93" name="Google Shape;493;p14"/>
              <p:cNvSpPr/>
              <p:nvPr/>
            </p:nvSpPr>
            <p:spPr>
              <a:xfrm>
                <a:off x="3387584" y="4564520"/>
                <a:ext cx="342964" cy="352886"/>
              </a:xfrm>
              <a:custGeom>
                <a:avLst/>
                <a:gdLst/>
                <a:ahLst/>
                <a:cxnLst/>
                <a:rect l="l" t="t" r="r" b="b"/>
                <a:pathLst>
                  <a:path w="90" h="90" extrusionOk="0">
                    <a:moveTo>
                      <a:pt x="74" y="90"/>
                    </a:moveTo>
                    <a:cubicBezTo>
                      <a:pt x="15" y="90"/>
                      <a:pt x="15" y="90"/>
                      <a:pt x="15" y="90"/>
                    </a:cubicBezTo>
                    <a:cubicBezTo>
                      <a:pt x="7" y="90"/>
                      <a:pt x="0" y="83"/>
                      <a:pt x="0" y="74"/>
                    </a:cubicBezTo>
                    <a:cubicBezTo>
                      <a:pt x="1" y="65"/>
                      <a:pt x="1" y="54"/>
                      <a:pt x="1" y="42"/>
                    </a:cubicBezTo>
                    <a:cubicBezTo>
                      <a:pt x="1" y="33"/>
                      <a:pt x="1" y="24"/>
                      <a:pt x="0" y="15"/>
                    </a:cubicBezTo>
                    <a:cubicBezTo>
                      <a:pt x="0" y="14"/>
                      <a:pt x="0" y="9"/>
                      <a:pt x="4" y="4"/>
                    </a:cubicBezTo>
                    <a:cubicBezTo>
                      <a:pt x="7" y="2"/>
                      <a:pt x="11" y="0"/>
                      <a:pt x="15" y="0"/>
                    </a:cubicBezTo>
                    <a:cubicBezTo>
                      <a:pt x="74" y="0"/>
                      <a:pt x="74" y="0"/>
                      <a:pt x="74" y="0"/>
                    </a:cubicBezTo>
                    <a:cubicBezTo>
                      <a:pt x="83" y="0"/>
                      <a:pt x="90" y="7"/>
                      <a:pt x="90" y="15"/>
                    </a:cubicBezTo>
                    <a:cubicBezTo>
                      <a:pt x="90" y="25"/>
                      <a:pt x="90" y="34"/>
                      <a:pt x="90" y="44"/>
                    </a:cubicBezTo>
                    <a:cubicBezTo>
                      <a:pt x="90" y="55"/>
                      <a:pt x="90" y="65"/>
                      <a:pt x="90" y="74"/>
                    </a:cubicBezTo>
                    <a:cubicBezTo>
                      <a:pt x="90" y="75"/>
                      <a:pt x="90" y="81"/>
                      <a:pt x="85" y="85"/>
                    </a:cubicBezTo>
                    <a:cubicBezTo>
                      <a:pt x="82" y="88"/>
                      <a:pt x="79" y="90"/>
                      <a:pt x="74" y="9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94" name="Google Shape;494;p14"/>
              <p:cNvSpPr/>
              <p:nvPr/>
            </p:nvSpPr>
            <p:spPr>
              <a:xfrm>
                <a:off x="3327369" y="4611843"/>
                <a:ext cx="342964" cy="352886"/>
              </a:xfrm>
              <a:custGeom>
                <a:avLst/>
                <a:gdLst/>
                <a:ahLst/>
                <a:cxnLst/>
                <a:rect l="l" t="t" r="r" b="b"/>
                <a:pathLst>
                  <a:path w="90" h="90" extrusionOk="0">
                    <a:moveTo>
                      <a:pt x="90" y="78"/>
                    </a:moveTo>
                    <a:cubicBezTo>
                      <a:pt x="90" y="79"/>
                      <a:pt x="90" y="81"/>
                      <a:pt x="86" y="85"/>
                    </a:cubicBezTo>
                    <a:cubicBezTo>
                      <a:pt x="83" y="88"/>
                      <a:pt x="79" y="90"/>
                      <a:pt x="75" y="90"/>
                    </a:cubicBezTo>
                    <a:cubicBezTo>
                      <a:pt x="16" y="90"/>
                      <a:pt x="16" y="90"/>
                      <a:pt x="16" y="90"/>
                    </a:cubicBezTo>
                    <a:cubicBezTo>
                      <a:pt x="7" y="90"/>
                      <a:pt x="0" y="83"/>
                      <a:pt x="0" y="74"/>
                    </a:cubicBezTo>
                    <a:cubicBezTo>
                      <a:pt x="1" y="65"/>
                      <a:pt x="2" y="54"/>
                      <a:pt x="2" y="42"/>
                    </a:cubicBezTo>
                    <a:cubicBezTo>
                      <a:pt x="2" y="33"/>
                      <a:pt x="1" y="24"/>
                      <a:pt x="0" y="15"/>
                    </a:cubicBezTo>
                    <a:cubicBezTo>
                      <a:pt x="0" y="14"/>
                      <a:pt x="0" y="9"/>
                      <a:pt x="5" y="4"/>
                    </a:cubicBezTo>
                    <a:cubicBezTo>
                      <a:pt x="8" y="2"/>
                      <a:pt x="11" y="0"/>
                      <a:pt x="16" y="0"/>
                    </a:cubicBezTo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95" name="Google Shape;495;p14"/>
              <p:cNvSpPr/>
              <p:nvPr/>
            </p:nvSpPr>
            <p:spPr>
              <a:xfrm>
                <a:off x="3555139" y="4678093"/>
                <a:ext cx="3927" cy="121685"/>
              </a:xfrm>
              <a:custGeom>
                <a:avLst/>
                <a:gdLst/>
                <a:ahLst/>
                <a:cxnLst/>
                <a:rect l="l" t="t" r="r" b="b"/>
                <a:pathLst>
                  <a:path w="1" h="31" extrusionOk="0">
                    <a:moveTo>
                      <a:pt x="0" y="0"/>
                    </a:moveTo>
                    <a:cubicBezTo>
                      <a:pt x="0" y="10"/>
                      <a:pt x="1" y="22"/>
                      <a:pt x="1" y="31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96" name="Google Shape;496;p14"/>
              <p:cNvSpPr/>
              <p:nvPr/>
            </p:nvSpPr>
            <p:spPr>
              <a:xfrm>
                <a:off x="3494924" y="4741640"/>
                <a:ext cx="117812" cy="4056"/>
              </a:xfrm>
              <a:custGeom>
                <a:avLst/>
                <a:gdLst/>
                <a:ahLst/>
                <a:cxnLst/>
                <a:rect l="l" t="t" r="r" b="b"/>
                <a:pathLst>
                  <a:path w="31" h="1" extrusionOk="0">
                    <a:moveTo>
                      <a:pt x="0" y="0"/>
                    </a:moveTo>
                    <a:cubicBezTo>
                      <a:pt x="10" y="0"/>
                      <a:pt x="21" y="1"/>
                      <a:pt x="31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97" name="Google Shape;497;p14"/>
              <p:cNvSpPr/>
              <p:nvPr/>
            </p:nvSpPr>
            <p:spPr>
              <a:xfrm>
                <a:off x="4365423" y="2445848"/>
                <a:ext cx="498737" cy="191992"/>
              </a:xfrm>
              <a:custGeom>
                <a:avLst/>
                <a:gdLst/>
                <a:ahLst/>
                <a:cxnLst/>
                <a:rect l="l" t="t" r="r" b="b"/>
                <a:pathLst>
                  <a:path w="131" h="49" extrusionOk="0">
                    <a:moveTo>
                      <a:pt x="51" y="49"/>
                    </a:moveTo>
                    <a:cubicBezTo>
                      <a:pt x="78" y="33"/>
                      <a:pt x="104" y="16"/>
                      <a:pt x="131" y="0"/>
                    </a:cubicBezTo>
                    <a:cubicBezTo>
                      <a:pt x="86" y="5"/>
                      <a:pt x="43" y="15"/>
                      <a:pt x="0" y="26"/>
                    </a:cubicBezTo>
                    <a:cubicBezTo>
                      <a:pt x="17" y="33"/>
                      <a:pt x="34" y="41"/>
                      <a:pt x="51" y="49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98" name="Google Shape;498;p14"/>
              <p:cNvSpPr/>
              <p:nvPr/>
            </p:nvSpPr>
            <p:spPr>
              <a:xfrm>
                <a:off x="4608901" y="2449903"/>
                <a:ext cx="251332" cy="443475"/>
              </a:xfrm>
              <a:custGeom>
                <a:avLst/>
                <a:gdLst/>
                <a:ahLst/>
                <a:cxnLst/>
                <a:rect l="l" t="t" r="r" b="b"/>
                <a:pathLst>
                  <a:path w="66" h="113" extrusionOk="0">
                    <a:moveTo>
                      <a:pt x="66" y="0"/>
                    </a:moveTo>
                    <a:cubicBezTo>
                      <a:pt x="46" y="22"/>
                      <a:pt x="24" y="42"/>
                      <a:pt x="0" y="59"/>
                    </a:cubicBezTo>
                    <a:cubicBezTo>
                      <a:pt x="6" y="77"/>
                      <a:pt x="11" y="95"/>
                      <a:pt x="17" y="113"/>
                    </a:cubicBezTo>
                    <a:cubicBezTo>
                      <a:pt x="35" y="75"/>
                      <a:pt x="54" y="34"/>
                      <a:pt x="66" y="0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99" name="Google Shape;499;p14"/>
              <p:cNvSpPr/>
              <p:nvPr/>
            </p:nvSpPr>
            <p:spPr>
              <a:xfrm>
                <a:off x="4491089" y="2637840"/>
                <a:ext cx="117812" cy="113573"/>
              </a:xfrm>
              <a:custGeom>
                <a:avLst/>
                <a:gdLst/>
                <a:ahLst/>
                <a:cxnLst/>
                <a:rect l="l" t="t" r="r" b="b"/>
                <a:pathLst>
                  <a:path w="31" h="29" extrusionOk="0">
                    <a:moveTo>
                      <a:pt x="18" y="0"/>
                    </a:moveTo>
                    <a:cubicBezTo>
                      <a:pt x="12" y="10"/>
                      <a:pt x="5" y="19"/>
                      <a:pt x="0" y="29"/>
                    </a:cubicBezTo>
                    <a:cubicBezTo>
                      <a:pt x="10" y="24"/>
                      <a:pt x="22" y="19"/>
                      <a:pt x="31" y="11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00" name="Google Shape;500;p14"/>
              <p:cNvSpPr/>
              <p:nvPr/>
            </p:nvSpPr>
            <p:spPr>
              <a:xfrm>
                <a:off x="4476690" y="2359316"/>
                <a:ext cx="337727" cy="22985"/>
              </a:xfrm>
              <a:custGeom>
                <a:avLst/>
                <a:gdLst/>
                <a:ahLst/>
                <a:cxnLst/>
                <a:rect l="l" t="t" r="r" b="b"/>
                <a:pathLst>
                  <a:path w="89" h="6" extrusionOk="0">
                    <a:moveTo>
                      <a:pt x="0" y="0"/>
                    </a:moveTo>
                    <a:cubicBezTo>
                      <a:pt x="30" y="2"/>
                      <a:pt x="59" y="4"/>
                      <a:pt x="89" y="6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01" name="Google Shape;501;p14"/>
              <p:cNvSpPr/>
              <p:nvPr/>
            </p:nvSpPr>
            <p:spPr>
              <a:xfrm>
                <a:off x="3315588" y="2689218"/>
                <a:ext cx="490883" cy="505669"/>
              </a:xfrm>
              <a:custGeom>
                <a:avLst/>
                <a:gdLst/>
                <a:ahLst/>
                <a:cxnLst/>
                <a:rect l="l" t="t" r="r" b="b"/>
                <a:pathLst>
                  <a:path w="129" h="129" extrusionOk="0">
                    <a:moveTo>
                      <a:pt x="129" y="64"/>
                    </a:moveTo>
                    <a:cubicBezTo>
                      <a:pt x="129" y="100"/>
                      <a:pt x="100" y="129"/>
                      <a:pt x="64" y="129"/>
                    </a:cubicBezTo>
                    <a:cubicBezTo>
                      <a:pt x="28" y="129"/>
                      <a:pt x="0" y="100"/>
                      <a:pt x="0" y="64"/>
                    </a:cubicBezTo>
                    <a:cubicBezTo>
                      <a:pt x="0" y="29"/>
                      <a:pt x="28" y="0"/>
                      <a:pt x="64" y="0"/>
                    </a:cubicBezTo>
                    <a:cubicBezTo>
                      <a:pt x="100" y="0"/>
                      <a:pt x="129" y="29"/>
                      <a:pt x="129" y="64"/>
                    </a:cubicBezTo>
                    <a:close/>
                    <a:moveTo>
                      <a:pt x="129" y="64"/>
                    </a:moveTo>
                    <a:cubicBezTo>
                      <a:pt x="129" y="64"/>
                      <a:pt x="129" y="64"/>
                      <a:pt x="129" y="64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02" name="Google Shape;502;p14"/>
              <p:cNvSpPr/>
              <p:nvPr/>
            </p:nvSpPr>
            <p:spPr>
              <a:xfrm>
                <a:off x="3422928" y="2759525"/>
                <a:ext cx="287985" cy="360999"/>
              </a:xfrm>
              <a:custGeom>
                <a:avLst/>
                <a:gdLst/>
                <a:ahLst/>
                <a:cxnLst/>
                <a:rect l="l" t="t" r="r" b="b"/>
                <a:pathLst>
                  <a:path w="76" h="92" extrusionOk="0">
                    <a:moveTo>
                      <a:pt x="39" y="6"/>
                    </a:moveTo>
                    <a:cubicBezTo>
                      <a:pt x="54" y="6"/>
                      <a:pt x="67" y="14"/>
                      <a:pt x="69" y="28"/>
                    </a:cubicBezTo>
                    <a:cubicBezTo>
                      <a:pt x="71" y="46"/>
                      <a:pt x="62" y="64"/>
                      <a:pt x="45" y="64"/>
                    </a:cubicBezTo>
                    <a:cubicBezTo>
                      <a:pt x="44" y="64"/>
                      <a:pt x="44" y="64"/>
                      <a:pt x="43" y="64"/>
                    </a:cubicBezTo>
                    <a:cubicBezTo>
                      <a:pt x="38" y="64"/>
                      <a:pt x="36" y="61"/>
                      <a:pt x="32" y="59"/>
                    </a:cubicBezTo>
                    <a:cubicBezTo>
                      <a:pt x="30" y="69"/>
                      <a:pt x="29" y="86"/>
                      <a:pt x="22" y="86"/>
                    </a:cubicBezTo>
                    <a:cubicBezTo>
                      <a:pt x="21" y="86"/>
                      <a:pt x="21" y="86"/>
                      <a:pt x="20" y="86"/>
                    </a:cubicBezTo>
                    <a:cubicBezTo>
                      <a:pt x="13" y="81"/>
                      <a:pt x="24" y="57"/>
                      <a:pt x="26" y="44"/>
                    </a:cubicBezTo>
                    <a:cubicBezTo>
                      <a:pt x="22" y="37"/>
                      <a:pt x="26" y="24"/>
                      <a:pt x="34" y="24"/>
                    </a:cubicBezTo>
                    <a:cubicBezTo>
                      <a:pt x="34" y="24"/>
                      <a:pt x="35" y="24"/>
                      <a:pt x="37" y="24"/>
                    </a:cubicBezTo>
                    <a:cubicBezTo>
                      <a:pt x="48" y="29"/>
                      <a:pt x="26" y="53"/>
                      <a:pt x="41" y="56"/>
                    </a:cubicBezTo>
                    <a:cubicBezTo>
                      <a:pt x="42" y="56"/>
                      <a:pt x="43" y="56"/>
                      <a:pt x="43" y="56"/>
                    </a:cubicBezTo>
                    <a:cubicBezTo>
                      <a:pt x="57" y="56"/>
                      <a:pt x="63" y="28"/>
                      <a:pt x="53" y="19"/>
                    </a:cubicBezTo>
                    <a:cubicBezTo>
                      <a:pt x="49" y="15"/>
                      <a:pt x="44" y="13"/>
                      <a:pt x="39" y="13"/>
                    </a:cubicBezTo>
                    <a:cubicBezTo>
                      <a:pt x="27" y="13"/>
                      <a:pt x="14" y="25"/>
                      <a:pt x="16" y="39"/>
                    </a:cubicBezTo>
                    <a:cubicBezTo>
                      <a:pt x="17" y="44"/>
                      <a:pt x="22" y="45"/>
                      <a:pt x="18" y="52"/>
                    </a:cubicBezTo>
                    <a:cubicBezTo>
                      <a:pt x="9" y="50"/>
                      <a:pt x="7" y="43"/>
                      <a:pt x="7" y="34"/>
                    </a:cubicBezTo>
                    <a:cubicBezTo>
                      <a:pt x="7" y="19"/>
                      <a:pt x="21" y="8"/>
                      <a:pt x="34" y="6"/>
                    </a:cubicBezTo>
                    <a:cubicBezTo>
                      <a:pt x="36" y="6"/>
                      <a:pt x="37" y="6"/>
                      <a:pt x="39" y="6"/>
                    </a:cubicBezTo>
                    <a:moveTo>
                      <a:pt x="39" y="0"/>
                    </a:moveTo>
                    <a:cubicBezTo>
                      <a:pt x="37" y="0"/>
                      <a:pt x="35" y="0"/>
                      <a:pt x="33" y="0"/>
                    </a:cubicBezTo>
                    <a:cubicBezTo>
                      <a:pt x="18" y="2"/>
                      <a:pt x="2" y="14"/>
                      <a:pt x="1" y="34"/>
                    </a:cubicBezTo>
                    <a:cubicBezTo>
                      <a:pt x="0" y="50"/>
                      <a:pt x="9" y="56"/>
                      <a:pt x="16" y="58"/>
                    </a:cubicBezTo>
                    <a:cubicBezTo>
                      <a:pt x="12" y="73"/>
                      <a:pt x="8" y="86"/>
                      <a:pt x="17" y="91"/>
                    </a:cubicBezTo>
                    <a:cubicBezTo>
                      <a:pt x="17" y="91"/>
                      <a:pt x="18" y="91"/>
                      <a:pt x="18" y="92"/>
                    </a:cubicBezTo>
                    <a:cubicBezTo>
                      <a:pt x="19" y="92"/>
                      <a:pt x="21" y="92"/>
                      <a:pt x="22" y="92"/>
                    </a:cubicBezTo>
                    <a:cubicBezTo>
                      <a:pt x="32" y="92"/>
                      <a:pt x="35" y="81"/>
                      <a:pt x="37" y="69"/>
                    </a:cubicBezTo>
                    <a:cubicBezTo>
                      <a:pt x="38" y="69"/>
                      <a:pt x="40" y="70"/>
                      <a:pt x="43" y="70"/>
                    </a:cubicBezTo>
                    <a:cubicBezTo>
                      <a:pt x="43" y="70"/>
                      <a:pt x="44" y="70"/>
                      <a:pt x="45" y="70"/>
                    </a:cubicBezTo>
                    <a:cubicBezTo>
                      <a:pt x="53" y="70"/>
                      <a:pt x="60" y="67"/>
                      <a:pt x="66" y="61"/>
                    </a:cubicBezTo>
                    <a:cubicBezTo>
                      <a:pt x="73" y="52"/>
                      <a:pt x="76" y="40"/>
                      <a:pt x="75" y="27"/>
                    </a:cubicBezTo>
                    <a:cubicBezTo>
                      <a:pt x="72" y="11"/>
                      <a:pt x="58" y="0"/>
                      <a:pt x="39" y="0"/>
                    </a:cubicBezTo>
                    <a:close/>
                    <a:moveTo>
                      <a:pt x="42" y="50"/>
                    </a:moveTo>
                    <a:cubicBezTo>
                      <a:pt x="42" y="48"/>
                      <a:pt x="43" y="44"/>
                      <a:pt x="44" y="42"/>
                    </a:cubicBezTo>
                    <a:cubicBezTo>
                      <a:pt x="46" y="35"/>
                      <a:pt x="49" y="24"/>
                      <a:pt x="40" y="19"/>
                    </a:cubicBezTo>
                    <a:cubicBezTo>
                      <a:pt x="43" y="20"/>
                      <a:pt x="46" y="20"/>
                      <a:pt x="49" y="23"/>
                    </a:cubicBezTo>
                    <a:cubicBezTo>
                      <a:pt x="53" y="27"/>
                      <a:pt x="53" y="36"/>
                      <a:pt x="50" y="44"/>
                    </a:cubicBezTo>
                    <a:cubicBezTo>
                      <a:pt x="49" y="46"/>
                      <a:pt x="47" y="50"/>
                      <a:pt x="43" y="50"/>
                    </a:cubicBezTo>
                    <a:cubicBezTo>
                      <a:pt x="43" y="50"/>
                      <a:pt x="43" y="50"/>
                      <a:pt x="42" y="50"/>
                    </a:cubicBezTo>
                    <a:cubicBezTo>
                      <a:pt x="42" y="50"/>
                      <a:pt x="42" y="50"/>
                      <a:pt x="42" y="5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03" name="Google Shape;503;p14"/>
              <p:cNvSpPr/>
              <p:nvPr/>
            </p:nvSpPr>
            <p:spPr>
              <a:xfrm>
                <a:off x="2714748" y="2256560"/>
                <a:ext cx="418887" cy="455643"/>
              </a:xfrm>
              <a:custGeom>
                <a:avLst/>
                <a:gdLst/>
                <a:ahLst/>
                <a:cxnLst/>
                <a:rect l="l" t="t" r="r" b="b"/>
                <a:pathLst>
                  <a:path w="110" h="116" extrusionOk="0">
                    <a:moveTo>
                      <a:pt x="102" y="45"/>
                    </a:moveTo>
                    <a:cubicBezTo>
                      <a:pt x="57" y="1"/>
                      <a:pt x="57" y="1"/>
                      <a:pt x="57" y="1"/>
                    </a:cubicBezTo>
                    <a:cubicBezTo>
                      <a:pt x="56" y="0"/>
                      <a:pt x="54" y="0"/>
                      <a:pt x="52" y="1"/>
                    </a:cubicBezTo>
                    <a:cubicBezTo>
                      <a:pt x="6" y="47"/>
                      <a:pt x="6" y="47"/>
                      <a:pt x="6" y="47"/>
                    </a:cubicBezTo>
                    <a:cubicBezTo>
                      <a:pt x="2" y="51"/>
                      <a:pt x="0" y="56"/>
                      <a:pt x="0" y="61"/>
                    </a:cubicBezTo>
                    <a:cubicBezTo>
                      <a:pt x="0" y="113"/>
                      <a:pt x="0" y="113"/>
                      <a:pt x="0" y="113"/>
                    </a:cubicBezTo>
                    <a:cubicBezTo>
                      <a:pt x="0" y="115"/>
                      <a:pt x="1" y="116"/>
                      <a:pt x="3" y="116"/>
                    </a:cubicBezTo>
                    <a:cubicBezTo>
                      <a:pt x="28" y="116"/>
                      <a:pt x="28" y="116"/>
                      <a:pt x="28" y="116"/>
                    </a:cubicBezTo>
                    <a:cubicBezTo>
                      <a:pt x="35" y="116"/>
                      <a:pt x="41" y="110"/>
                      <a:pt x="41" y="103"/>
                    </a:cubicBezTo>
                    <a:cubicBezTo>
                      <a:pt x="41" y="73"/>
                      <a:pt x="41" y="73"/>
                      <a:pt x="41" y="73"/>
                    </a:cubicBezTo>
                    <a:cubicBezTo>
                      <a:pt x="41" y="67"/>
                      <a:pt x="46" y="62"/>
                      <a:pt x="52" y="62"/>
                    </a:cubicBezTo>
                    <a:cubicBezTo>
                      <a:pt x="58" y="62"/>
                      <a:pt x="58" y="62"/>
                      <a:pt x="58" y="62"/>
                    </a:cubicBezTo>
                    <a:cubicBezTo>
                      <a:pt x="64" y="62"/>
                      <a:pt x="69" y="67"/>
                      <a:pt x="69" y="73"/>
                    </a:cubicBezTo>
                    <a:cubicBezTo>
                      <a:pt x="69" y="104"/>
                      <a:pt x="69" y="104"/>
                      <a:pt x="69" y="104"/>
                    </a:cubicBezTo>
                    <a:cubicBezTo>
                      <a:pt x="69" y="111"/>
                      <a:pt x="74" y="116"/>
                      <a:pt x="80" y="116"/>
                    </a:cubicBezTo>
                    <a:cubicBezTo>
                      <a:pt x="106" y="116"/>
                      <a:pt x="106" y="116"/>
                      <a:pt x="106" y="116"/>
                    </a:cubicBezTo>
                    <a:cubicBezTo>
                      <a:pt x="108" y="116"/>
                      <a:pt x="110" y="115"/>
                      <a:pt x="110" y="113"/>
                    </a:cubicBezTo>
                    <a:cubicBezTo>
                      <a:pt x="110" y="63"/>
                      <a:pt x="110" y="63"/>
                      <a:pt x="110" y="63"/>
                    </a:cubicBezTo>
                    <a:cubicBezTo>
                      <a:pt x="110" y="57"/>
                      <a:pt x="107" y="50"/>
                      <a:pt x="102" y="45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04" name="Google Shape;504;p14"/>
              <p:cNvSpPr/>
              <p:nvPr/>
            </p:nvSpPr>
            <p:spPr>
              <a:xfrm>
                <a:off x="2627043" y="2099721"/>
                <a:ext cx="590368" cy="310973"/>
              </a:xfrm>
              <a:custGeom>
                <a:avLst/>
                <a:gdLst/>
                <a:ahLst/>
                <a:cxnLst/>
                <a:rect l="l" t="t" r="r" b="b"/>
                <a:pathLst>
                  <a:path w="155" h="79" extrusionOk="0">
                    <a:moveTo>
                      <a:pt x="0" y="67"/>
                    </a:moveTo>
                    <a:cubicBezTo>
                      <a:pt x="78" y="0"/>
                      <a:pt x="78" y="0"/>
                      <a:pt x="78" y="0"/>
                    </a:cubicBezTo>
                    <a:cubicBezTo>
                      <a:pt x="155" y="67"/>
                      <a:pt x="155" y="67"/>
                      <a:pt x="155" y="67"/>
                    </a:cubicBezTo>
                    <a:cubicBezTo>
                      <a:pt x="140" y="78"/>
                      <a:pt x="140" y="78"/>
                      <a:pt x="140" y="78"/>
                    </a:cubicBezTo>
                    <a:cubicBezTo>
                      <a:pt x="122" y="59"/>
                      <a:pt x="100" y="38"/>
                      <a:pt x="78" y="21"/>
                    </a:cubicBezTo>
                    <a:cubicBezTo>
                      <a:pt x="56" y="38"/>
                      <a:pt x="34" y="59"/>
                      <a:pt x="14" y="79"/>
                    </a:cubicBezTo>
                    <a:lnTo>
                      <a:pt x="0" y="67"/>
                    </a:lnTo>
                    <a:close/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05" name="Google Shape;505;p14"/>
              <p:cNvSpPr/>
              <p:nvPr/>
            </p:nvSpPr>
            <p:spPr>
              <a:xfrm>
                <a:off x="2638825" y="3902012"/>
                <a:ext cx="448994" cy="375872"/>
              </a:xfrm>
              <a:custGeom>
                <a:avLst/>
                <a:gdLst/>
                <a:ahLst/>
                <a:cxnLst/>
                <a:rect l="l" t="t" r="r" b="b"/>
                <a:pathLst>
                  <a:path w="118" h="96" extrusionOk="0">
                    <a:moveTo>
                      <a:pt x="81" y="11"/>
                    </a:moveTo>
                    <a:cubicBezTo>
                      <a:pt x="79" y="6"/>
                      <a:pt x="79" y="6"/>
                      <a:pt x="79" y="6"/>
                    </a:cubicBezTo>
                    <a:cubicBezTo>
                      <a:pt x="77" y="2"/>
                      <a:pt x="73" y="0"/>
                      <a:pt x="69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44" y="0"/>
                      <a:pt x="40" y="2"/>
                      <a:pt x="39" y="6"/>
                    </a:cubicBezTo>
                    <a:cubicBezTo>
                      <a:pt x="37" y="11"/>
                      <a:pt x="37" y="11"/>
                      <a:pt x="37" y="11"/>
                    </a:cubicBezTo>
                    <a:cubicBezTo>
                      <a:pt x="35" y="14"/>
                      <a:pt x="32" y="16"/>
                      <a:pt x="28" y="16"/>
                    </a:cubicBezTo>
                    <a:cubicBezTo>
                      <a:pt x="10" y="16"/>
                      <a:pt x="10" y="16"/>
                      <a:pt x="10" y="16"/>
                    </a:cubicBezTo>
                    <a:cubicBezTo>
                      <a:pt x="4" y="16"/>
                      <a:pt x="0" y="21"/>
                      <a:pt x="0" y="27"/>
                    </a:cubicBezTo>
                    <a:cubicBezTo>
                      <a:pt x="0" y="85"/>
                      <a:pt x="0" y="85"/>
                      <a:pt x="0" y="85"/>
                    </a:cubicBezTo>
                    <a:cubicBezTo>
                      <a:pt x="0" y="91"/>
                      <a:pt x="4" y="96"/>
                      <a:pt x="10" y="96"/>
                    </a:cubicBezTo>
                    <a:cubicBezTo>
                      <a:pt x="108" y="96"/>
                      <a:pt x="108" y="96"/>
                      <a:pt x="108" y="96"/>
                    </a:cubicBezTo>
                    <a:cubicBezTo>
                      <a:pt x="113" y="96"/>
                      <a:pt x="118" y="91"/>
                      <a:pt x="118" y="85"/>
                    </a:cubicBezTo>
                    <a:cubicBezTo>
                      <a:pt x="118" y="27"/>
                      <a:pt x="118" y="27"/>
                      <a:pt x="118" y="27"/>
                    </a:cubicBezTo>
                    <a:cubicBezTo>
                      <a:pt x="118" y="21"/>
                      <a:pt x="113" y="16"/>
                      <a:pt x="108" y="16"/>
                    </a:cubicBezTo>
                    <a:cubicBezTo>
                      <a:pt x="89" y="16"/>
                      <a:pt x="89" y="16"/>
                      <a:pt x="89" y="16"/>
                    </a:cubicBezTo>
                    <a:cubicBezTo>
                      <a:pt x="86" y="16"/>
                      <a:pt x="83" y="14"/>
                      <a:pt x="81" y="11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06" name="Google Shape;506;p14"/>
              <p:cNvSpPr/>
              <p:nvPr/>
            </p:nvSpPr>
            <p:spPr>
              <a:xfrm>
                <a:off x="2756637" y="4019642"/>
                <a:ext cx="209443" cy="214977"/>
              </a:xfrm>
              <a:prstGeom prst="ellipse">
                <a:avLst/>
              </a:pr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07" name="Google Shape;507;p14"/>
              <p:cNvSpPr/>
              <p:nvPr/>
            </p:nvSpPr>
            <p:spPr>
              <a:xfrm>
                <a:off x="2706894" y="3960151"/>
                <a:ext cx="289293" cy="8112"/>
              </a:xfrm>
              <a:custGeom>
                <a:avLst/>
                <a:gdLst/>
                <a:ahLst/>
                <a:cxnLst/>
                <a:rect l="l" t="t" r="r" b="b"/>
                <a:pathLst>
                  <a:path w="76" h="2" extrusionOk="0">
                    <a:moveTo>
                      <a:pt x="0" y="1"/>
                    </a:moveTo>
                    <a:cubicBezTo>
                      <a:pt x="25" y="0"/>
                      <a:pt x="51" y="2"/>
                      <a:pt x="76" y="1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08" name="Google Shape;508;p14"/>
              <p:cNvSpPr/>
              <p:nvPr/>
            </p:nvSpPr>
            <p:spPr>
              <a:xfrm>
                <a:off x="2684640" y="3916886"/>
                <a:ext cx="49743" cy="43266"/>
              </a:xfrm>
              <a:custGeom>
                <a:avLst/>
                <a:gdLst/>
                <a:ahLst/>
                <a:cxnLst/>
                <a:rect l="l" t="t" r="r" b="b"/>
                <a:pathLst>
                  <a:path w="13" h="11" extrusionOk="0">
                    <a:moveTo>
                      <a:pt x="1" y="11"/>
                    </a:moveTo>
                    <a:cubicBezTo>
                      <a:pt x="0" y="9"/>
                      <a:pt x="0" y="6"/>
                      <a:pt x="1" y="4"/>
                    </a:cubicBezTo>
                    <a:cubicBezTo>
                      <a:pt x="2" y="2"/>
                      <a:pt x="6" y="0"/>
                      <a:pt x="9" y="2"/>
                    </a:cubicBezTo>
                    <a:cubicBezTo>
                      <a:pt x="12" y="3"/>
                      <a:pt x="13" y="7"/>
                      <a:pt x="11" y="1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09" name="Google Shape;509;p14"/>
              <p:cNvSpPr/>
              <p:nvPr/>
            </p:nvSpPr>
            <p:spPr>
              <a:xfrm>
                <a:off x="2806379" y="4054795"/>
                <a:ext cx="117812" cy="136557"/>
              </a:xfrm>
              <a:custGeom>
                <a:avLst/>
                <a:gdLst/>
                <a:ahLst/>
                <a:cxnLst/>
                <a:rect l="l" t="t" r="r" b="b"/>
                <a:pathLst>
                  <a:path w="31" h="35" extrusionOk="0">
                    <a:moveTo>
                      <a:pt x="28" y="12"/>
                    </a:moveTo>
                    <a:cubicBezTo>
                      <a:pt x="31" y="17"/>
                      <a:pt x="30" y="24"/>
                      <a:pt x="26" y="29"/>
                    </a:cubicBezTo>
                    <a:cubicBezTo>
                      <a:pt x="22" y="33"/>
                      <a:pt x="15" y="35"/>
                      <a:pt x="9" y="33"/>
                    </a:cubicBezTo>
                    <a:cubicBezTo>
                      <a:pt x="4" y="30"/>
                      <a:pt x="0" y="24"/>
                      <a:pt x="1" y="18"/>
                    </a:cubicBezTo>
                    <a:cubicBezTo>
                      <a:pt x="2" y="4"/>
                      <a:pt x="21" y="0"/>
                      <a:pt x="28" y="12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10" name="Google Shape;510;p14"/>
              <p:cNvSpPr/>
              <p:nvPr/>
            </p:nvSpPr>
            <p:spPr>
              <a:xfrm>
                <a:off x="2706894" y="3972319"/>
                <a:ext cx="3927" cy="290692"/>
              </a:xfrm>
              <a:custGeom>
                <a:avLst/>
                <a:gdLst/>
                <a:ahLst/>
                <a:cxnLst/>
                <a:rect l="l" t="t" r="r" b="b"/>
                <a:pathLst>
                  <a:path w="1" h="74" extrusionOk="0">
                    <a:moveTo>
                      <a:pt x="1" y="0"/>
                    </a:moveTo>
                    <a:cubicBezTo>
                      <a:pt x="1" y="26"/>
                      <a:pt x="0" y="49"/>
                      <a:pt x="0" y="74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11" name="Google Shape;511;p14"/>
              <p:cNvSpPr/>
              <p:nvPr/>
            </p:nvSpPr>
            <p:spPr>
              <a:xfrm>
                <a:off x="3015822" y="3968264"/>
                <a:ext cx="3927" cy="298804"/>
              </a:xfrm>
              <a:custGeom>
                <a:avLst/>
                <a:gdLst/>
                <a:ahLst/>
                <a:cxnLst/>
                <a:rect l="l" t="t" r="r" b="b"/>
                <a:pathLst>
                  <a:path w="1" h="76" extrusionOk="0">
                    <a:moveTo>
                      <a:pt x="1" y="0"/>
                    </a:moveTo>
                    <a:cubicBezTo>
                      <a:pt x="0" y="26"/>
                      <a:pt x="0" y="50"/>
                      <a:pt x="0" y="76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12" name="Google Shape;512;p14"/>
              <p:cNvSpPr/>
              <p:nvPr/>
            </p:nvSpPr>
            <p:spPr>
              <a:xfrm>
                <a:off x="2201612" y="2260615"/>
                <a:ext cx="60215" cy="63546"/>
              </a:xfrm>
              <a:prstGeom prst="ellipse">
                <a:avLst/>
              </a:pr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13" name="Google Shape;513;p14"/>
              <p:cNvSpPr/>
              <p:nvPr/>
            </p:nvSpPr>
            <p:spPr>
              <a:xfrm>
                <a:off x="2113907" y="2167324"/>
                <a:ext cx="380925" cy="392096"/>
              </a:xfrm>
              <a:custGeom>
                <a:avLst/>
                <a:gdLst/>
                <a:ahLst/>
                <a:cxnLst/>
                <a:rect l="l" t="t" r="r" b="b"/>
                <a:pathLst>
                  <a:path w="100" h="100" extrusionOk="0">
                    <a:moveTo>
                      <a:pt x="91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91"/>
                      <a:pt x="0" y="91"/>
                      <a:pt x="0" y="91"/>
                    </a:cubicBezTo>
                    <a:cubicBezTo>
                      <a:pt x="0" y="96"/>
                      <a:pt x="4" y="100"/>
                      <a:pt x="8" y="100"/>
                    </a:cubicBezTo>
                    <a:cubicBezTo>
                      <a:pt x="91" y="100"/>
                      <a:pt x="91" y="100"/>
                      <a:pt x="91" y="100"/>
                    </a:cubicBezTo>
                    <a:cubicBezTo>
                      <a:pt x="96" y="100"/>
                      <a:pt x="100" y="96"/>
                      <a:pt x="100" y="91"/>
                    </a:cubicBezTo>
                    <a:cubicBezTo>
                      <a:pt x="100" y="8"/>
                      <a:pt x="100" y="8"/>
                      <a:pt x="100" y="8"/>
                    </a:cubicBezTo>
                    <a:cubicBezTo>
                      <a:pt x="100" y="4"/>
                      <a:pt x="96" y="0"/>
                      <a:pt x="91" y="0"/>
                    </a:cubicBezTo>
                    <a:close/>
                    <a:moveTo>
                      <a:pt x="83" y="20"/>
                    </a:moveTo>
                    <a:cubicBezTo>
                      <a:pt x="83" y="44"/>
                      <a:pt x="83" y="44"/>
                      <a:pt x="83" y="44"/>
                    </a:cubicBezTo>
                    <a:cubicBezTo>
                      <a:pt x="77" y="38"/>
                      <a:pt x="77" y="38"/>
                      <a:pt x="77" y="38"/>
                    </a:cubicBezTo>
                    <a:cubicBezTo>
                      <a:pt x="75" y="36"/>
                      <a:pt x="73" y="36"/>
                      <a:pt x="71" y="38"/>
                    </a:cubicBezTo>
                    <a:cubicBezTo>
                      <a:pt x="55" y="54"/>
                      <a:pt x="55" y="54"/>
                      <a:pt x="55" y="54"/>
                    </a:cubicBezTo>
                    <a:cubicBezTo>
                      <a:pt x="55" y="54"/>
                      <a:pt x="54" y="54"/>
                      <a:pt x="54" y="54"/>
                    </a:cubicBezTo>
                    <a:cubicBezTo>
                      <a:pt x="48" y="47"/>
                      <a:pt x="48" y="47"/>
                      <a:pt x="48" y="47"/>
                    </a:cubicBezTo>
                    <a:cubicBezTo>
                      <a:pt x="46" y="46"/>
                      <a:pt x="44" y="46"/>
                      <a:pt x="42" y="47"/>
                    </a:cubicBezTo>
                    <a:cubicBezTo>
                      <a:pt x="14" y="79"/>
                      <a:pt x="14" y="79"/>
                      <a:pt x="14" y="7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7"/>
                      <a:pt x="16" y="14"/>
                      <a:pt x="19" y="14"/>
                    </a:cubicBezTo>
                    <a:cubicBezTo>
                      <a:pt x="77" y="14"/>
                      <a:pt x="77" y="14"/>
                      <a:pt x="77" y="14"/>
                    </a:cubicBezTo>
                    <a:cubicBezTo>
                      <a:pt x="80" y="14"/>
                      <a:pt x="83" y="17"/>
                      <a:pt x="83" y="20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14" name="Google Shape;514;p14"/>
              <p:cNvSpPr/>
              <p:nvPr/>
            </p:nvSpPr>
            <p:spPr>
              <a:xfrm>
                <a:off x="2353458" y="2421511"/>
                <a:ext cx="49743" cy="71659"/>
              </a:xfrm>
              <a:custGeom>
                <a:avLst/>
                <a:gdLst/>
                <a:ahLst/>
                <a:cxnLst/>
                <a:rect l="l" t="t" r="r" b="b"/>
                <a:pathLst>
                  <a:path w="13" h="18" extrusionOk="0">
                    <a:moveTo>
                      <a:pt x="0" y="0"/>
                    </a:moveTo>
                    <a:cubicBezTo>
                      <a:pt x="3" y="5"/>
                      <a:pt x="10" y="13"/>
                      <a:pt x="13" y="18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15" name="Google Shape;515;p14"/>
              <p:cNvSpPr/>
              <p:nvPr/>
            </p:nvSpPr>
            <p:spPr>
              <a:xfrm>
                <a:off x="1850794" y="2245743"/>
                <a:ext cx="407105" cy="443475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13" extrusionOk="0">
                    <a:moveTo>
                      <a:pt x="69" y="5"/>
                    </a:moveTo>
                    <a:cubicBezTo>
                      <a:pt x="66" y="3"/>
                      <a:pt x="64" y="2"/>
                      <a:pt x="61" y="0"/>
                    </a:cubicBezTo>
                    <a:cubicBezTo>
                      <a:pt x="48" y="10"/>
                      <a:pt x="13" y="41"/>
                      <a:pt x="0" y="52"/>
                    </a:cubicBezTo>
                    <a:cubicBezTo>
                      <a:pt x="20" y="75"/>
                      <a:pt x="45" y="94"/>
                      <a:pt x="70" y="113"/>
                    </a:cubicBezTo>
                    <a:cubicBezTo>
                      <a:pt x="84" y="104"/>
                      <a:pt x="96" y="93"/>
                      <a:pt x="107" y="8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16" name="Google Shape;516;p14"/>
              <p:cNvSpPr/>
              <p:nvPr/>
            </p:nvSpPr>
            <p:spPr>
              <a:xfrm>
                <a:off x="1934572" y="2307938"/>
                <a:ext cx="243478" cy="306916"/>
              </a:xfrm>
              <a:custGeom>
                <a:avLst/>
                <a:gdLst/>
                <a:ahLst/>
                <a:cxnLst/>
                <a:rect l="l" t="t" r="r" b="b"/>
                <a:pathLst>
                  <a:path w="186" h="227" extrusionOk="0">
                    <a:moveTo>
                      <a:pt x="137" y="18"/>
                    </a:moveTo>
                    <a:lnTo>
                      <a:pt x="117" y="0"/>
                    </a:lnTo>
                    <a:lnTo>
                      <a:pt x="0" y="99"/>
                    </a:lnTo>
                    <a:lnTo>
                      <a:pt x="137" y="227"/>
                    </a:lnTo>
                    <a:lnTo>
                      <a:pt x="186" y="186"/>
                    </a:ln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17" name="Google Shape;517;p14"/>
              <p:cNvSpPr/>
              <p:nvPr/>
            </p:nvSpPr>
            <p:spPr>
              <a:xfrm>
                <a:off x="2144015" y="4180536"/>
                <a:ext cx="289293" cy="297453"/>
              </a:xfrm>
              <a:prstGeom prst="ellipse">
                <a:avLst/>
              </a:pr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18" name="Google Shape;518;p14"/>
              <p:cNvSpPr/>
              <p:nvPr/>
            </p:nvSpPr>
            <p:spPr>
              <a:xfrm>
                <a:off x="2231719" y="4250843"/>
                <a:ext cx="113884" cy="164951"/>
              </a:xfrm>
              <a:custGeom>
                <a:avLst/>
                <a:gdLst/>
                <a:ahLst/>
                <a:cxnLst/>
                <a:rect l="l" t="t" r="r" b="b"/>
                <a:pathLst>
                  <a:path w="30" h="42" extrusionOk="0">
                    <a:moveTo>
                      <a:pt x="28" y="1"/>
                    </a:moveTo>
                    <a:cubicBezTo>
                      <a:pt x="19" y="1"/>
                      <a:pt x="11" y="0"/>
                      <a:pt x="2" y="0"/>
                    </a:cubicBezTo>
                    <a:cubicBezTo>
                      <a:pt x="2" y="5"/>
                      <a:pt x="1" y="11"/>
                      <a:pt x="1" y="16"/>
                    </a:cubicBezTo>
                    <a:cubicBezTo>
                      <a:pt x="7" y="15"/>
                      <a:pt x="13" y="14"/>
                      <a:pt x="19" y="17"/>
                    </a:cubicBezTo>
                    <a:cubicBezTo>
                      <a:pt x="25" y="19"/>
                      <a:pt x="30" y="24"/>
                      <a:pt x="29" y="30"/>
                    </a:cubicBezTo>
                    <a:cubicBezTo>
                      <a:pt x="29" y="35"/>
                      <a:pt x="26" y="38"/>
                      <a:pt x="22" y="40"/>
                    </a:cubicBezTo>
                    <a:cubicBezTo>
                      <a:pt x="18" y="42"/>
                      <a:pt x="14" y="42"/>
                      <a:pt x="10" y="41"/>
                    </a:cubicBezTo>
                    <a:cubicBezTo>
                      <a:pt x="5" y="40"/>
                      <a:pt x="1" y="37"/>
                      <a:pt x="0" y="33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19" name="Google Shape;519;p14"/>
              <p:cNvSpPr/>
              <p:nvPr/>
            </p:nvSpPr>
            <p:spPr>
              <a:xfrm>
                <a:off x="2011803" y="2767637"/>
                <a:ext cx="441140" cy="482684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23" extrusionOk="0">
                    <a:moveTo>
                      <a:pt x="53" y="123"/>
                    </a:moveTo>
                    <a:cubicBezTo>
                      <a:pt x="52" y="123"/>
                      <a:pt x="50" y="122"/>
                      <a:pt x="49" y="122"/>
                    </a:cubicBezTo>
                    <a:cubicBezTo>
                      <a:pt x="44" y="120"/>
                      <a:pt x="42" y="116"/>
                      <a:pt x="42" y="111"/>
                    </a:cubicBezTo>
                    <a:cubicBezTo>
                      <a:pt x="42" y="111"/>
                      <a:pt x="42" y="103"/>
                      <a:pt x="42" y="97"/>
                    </a:cubicBezTo>
                    <a:cubicBezTo>
                      <a:pt x="42" y="95"/>
                      <a:pt x="40" y="94"/>
                      <a:pt x="38" y="94"/>
                    </a:cubicBezTo>
                    <a:cubicBezTo>
                      <a:pt x="35" y="93"/>
                      <a:pt x="32" y="93"/>
                      <a:pt x="31" y="92"/>
                    </a:cubicBezTo>
                    <a:cubicBezTo>
                      <a:pt x="27" y="91"/>
                      <a:pt x="22" y="90"/>
                      <a:pt x="18" y="87"/>
                    </a:cubicBezTo>
                    <a:cubicBezTo>
                      <a:pt x="10" y="82"/>
                      <a:pt x="4" y="74"/>
                      <a:pt x="2" y="65"/>
                    </a:cubicBezTo>
                    <a:cubicBezTo>
                      <a:pt x="0" y="61"/>
                      <a:pt x="0" y="57"/>
                      <a:pt x="0" y="53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76" y="0"/>
                      <a:pt x="76" y="0"/>
                      <a:pt x="76" y="0"/>
                    </a:cubicBezTo>
                    <a:cubicBezTo>
                      <a:pt x="98" y="0"/>
                      <a:pt x="116" y="18"/>
                      <a:pt x="116" y="40"/>
                    </a:cubicBezTo>
                    <a:cubicBezTo>
                      <a:pt x="116" y="53"/>
                      <a:pt x="116" y="53"/>
                      <a:pt x="116" y="53"/>
                    </a:cubicBezTo>
                    <a:cubicBezTo>
                      <a:pt x="114" y="90"/>
                      <a:pt x="67" y="116"/>
                      <a:pt x="60" y="120"/>
                    </a:cubicBezTo>
                    <a:cubicBezTo>
                      <a:pt x="58" y="122"/>
                      <a:pt x="56" y="123"/>
                      <a:pt x="53" y="12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20" name="Google Shape;520;p14"/>
              <p:cNvSpPr/>
              <p:nvPr/>
            </p:nvSpPr>
            <p:spPr>
              <a:xfrm>
                <a:off x="2068092" y="2829832"/>
                <a:ext cx="323328" cy="350182"/>
              </a:xfrm>
              <a:custGeom>
                <a:avLst/>
                <a:gdLst/>
                <a:ahLst/>
                <a:cxnLst/>
                <a:rect l="l" t="t" r="r" b="b"/>
                <a:pathLst>
                  <a:path w="85" h="89" extrusionOk="0">
                    <a:moveTo>
                      <a:pt x="39" y="72"/>
                    </a:moveTo>
                    <a:cubicBezTo>
                      <a:pt x="39" y="68"/>
                      <a:pt x="36" y="64"/>
                      <a:pt x="32" y="63"/>
                    </a:cubicBezTo>
                    <a:cubicBezTo>
                      <a:pt x="28" y="62"/>
                      <a:pt x="23" y="61"/>
                      <a:pt x="21" y="61"/>
                    </a:cubicBezTo>
                    <a:cubicBezTo>
                      <a:pt x="12" y="58"/>
                      <a:pt x="5" y="52"/>
                      <a:pt x="2" y="43"/>
                    </a:cubicBezTo>
                    <a:cubicBezTo>
                      <a:pt x="1" y="41"/>
                      <a:pt x="0" y="38"/>
                      <a:pt x="0" y="35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12"/>
                      <a:pt x="13" y="0"/>
                      <a:pt x="30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72" y="0"/>
                      <a:pt x="85" y="12"/>
                      <a:pt x="85" y="27"/>
                    </a:cubicBezTo>
                    <a:cubicBezTo>
                      <a:pt x="85" y="35"/>
                      <a:pt x="85" y="35"/>
                      <a:pt x="85" y="35"/>
                    </a:cubicBezTo>
                    <a:cubicBezTo>
                      <a:pt x="84" y="52"/>
                      <a:pt x="73" y="67"/>
                      <a:pt x="61" y="77"/>
                    </a:cubicBezTo>
                    <a:cubicBezTo>
                      <a:pt x="56" y="81"/>
                      <a:pt x="45" y="88"/>
                      <a:pt x="41" y="89"/>
                    </a:cubicBezTo>
                    <a:cubicBezTo>
                      <a:pt x="40" y="89"/>
                      <a:pt x="40" y="80"/>
                      <a:pt x="39" y="72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21" name="Google Shape;521;p14"/>
              <p:cNvSpPr/>
              <p:nvPr/>
            </p:nvSpPr>
            <p:spPr>
              <a:xfrm>
                <a:off x="2155796" y="2916363"/>
                <a:ext cx="147919" cy="8112"/>
              </a:xfrm>
              <a:custGeom>
                <a:avLst/>
                <a:gdLst/>
                <a:ahLst/>
                <a:cxnLst/>
                <a:rect l="l" t="t" r="r" b="b"/>
                <a:pathLst>
                  <a:path w="39" h="2" extrusionOk="0">
                    <a:moveTo>
                      <a:pt x="0" y="2"/>
                    </a:moveTo>
                    <a:cubicBezTo>
                      <a:pt x="13" y="1"/>
                      <a:pt x="26" y="0"/>
                      <a:pt x="39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22" name="Google Shape;522;p14"/>
              <p:cNvSpPr/>
              <p:nvPr/>
            </p:nvSpPr>
            <p:spPr>
              <a:xfrm>
                <a:off x="2159723" y="2986670"/>
                <a:ext cx="140065" cy="8112"/>
              </a:xfrm>
              <a:custGeom>
                <a:avLst/>
                <a:gdLst/>
                <a:ahLst/>
                <a:cxnLst/>
                <a:rect l="l" t="t" r="r" b="b"/>
                <a:pathLst>
                  <a:path w="37" h="2" extrusionOk="0">
                    <a:moveTo>
                      <a:pt x="0" y="2"/>
                    </a:moveTo>
                    <a:cubicBezTo>
                      <a:pt x="12" y="1"/>
                      <a:pt x="25" y="0"/>
                      <a:pt x="37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23" name="Google Shape;523;p14"/>
              <p:cNvSpPr/>
              <p:nvPr/>
            </p:nvSpPr>
            <p:spPr>
              <a:xfrm>
                <a:off x="3263228" y="3473411"/>
                <a:ext cx="371762" cy="435362"/>
              </a:xfrm>
              <a:custGeom>
                <a:avLst/>
                <a:gdLst/>
                <a:ahLst/>
                <a:cxnLst/>
                <a:rect l="l" t="t" r="r" b="b"/>
                <a:pathLst>
                  <a:path w="98" h="111" extrusionOk="0">
                    <a:moveTo>
                      <a:pt x="35" y="6"/>
                    </a:moveTo>
                    <a:cubicBezTo>
                      <a:pt x="37" y="6"/>
                      <a:pt x="39" y="7"/>
                      <a:pt x="41" y="8"/>
                    </a:cubicBezTo>
                    <a:cubicBezTo>
                      <a:pt x="41" y="8"/>
                      <a:pt x="53" y="20"/>
                      <a:pt x="60" y="27"/>
                    </a:cubicBezTo>
                    <a:cubicBezTo>
                      <a:pt x="64" y="32"/>
                      <a:pt x="68" y="38"/>
                      <a:pt x="62" y="42"/>
                    </a:cubicBezTo>
                    <a:cubicBezTo>
                      <a:pt x="61" y="43"/>
                      <a:pt x="60" y="44"/>
                      <a:pt x="58" y="44"/>
                    </a:cubicBezTo>
                    <a:cubicBezTo>
                      <a:pt x="54" y="44"/>
                      <a:pt x="51" y="41"/>
                      <a:pt x="48" y="39"/>
                    </a:cubicBezTo>
                    <a:cubicBezTo>
                      <a:pt x="48" y="38"/>
                      <a:pt x="47" y="38"/>
                      <a:pt x="46" y="38"/>
                    </a:cubicBezTo>
                    <a:cubicBezTo>
                      <a:pt x="45" y="38"/>
                      <a:pt x="43" y="39"/>
                      <a:pt x="43" y="41"/>
                    </a:cubicBezTo>
                    <a:cubicBezTo>
                      <a:pt x="43" y="76"/>
                      <a:pt x="43" y="76"/>
                      <a:pt x="43" y="76"/>
                    </a:cubicBezTo>
                    <a:cubicBezTo>
                      <a:pt x="43" y="83"/>
                      <a:pt x="49" y="89"/>
                      <a:pt x="56" y="89"/>
                    </a:cubicBezTo>
                    <a:cubicBezTo>
                      <a:pt x="86" y="89"/>
                      <a:pt x="86" y="89"/>
                      <a:pt x="86" y="89"/>
                    </a:cubicBezTo>
                    <a:cubicBezTo>
                      <a:pt x="89" y="89"/>
                      <a:pt x="92" y="91"/>
                      <a:pt x="92" y="94"/>
                    </a:cubicBezTo>
                    <a:cubicBezTo>
                      <a:pt x="92" y="100"/>
                      <a:pt x="92" y="100"/>
                      <a:pt x="92" y="100"/>
                    </a:cubicBezTo>
                    <a:cubicBezTo>
                      <a:pt x="92" y="102"/>
                      <a:pt x="89" y="105"/>
                      <a:pt x="87" y="105"/>
                    </a:cubicBezTo>
                    <a:cubicBezTo>
                      <a:pt x="51" y="105"/>
                      <a:pt x="51" y="105"/>
                      <a:pt x="51" y="105"/>
                    </a:cubicBezTo>
                    <a:cubicBezTo>
                      <a:pt x="38" y="105"/>
                      <a:pt x="28" y="94"/>
                      <a:pt x="28" y="82"/>
                    </a:cubicBezTo>
                    <a:cubicBezTo>
                      <a:pt x="28" y="39"/>
                      <a:pt x="28" y="39"/>
                      <a:pt x="28" y="39"/>
                    </a:cubicBezTo>
                    <a:cubicBezTo>
                      <a:pt x="28" y="37"/>
                      <a:pt x="26" y="36"/>
                      <a:pt x="25" y="36"/>
                    </a:cubicBezTo>
                    <a:cubicBezTo>
                      <a:pt x="24" y="36"/>
                      <a:pt x="23" y="37"/>
                      <a:pt x="23" y="37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17" y="42"/>
                      <a:pt x="15" y="43"/>
                      <a:pt x="13" y="43"/>
                    </a:cubicBezTo>
                    <a:cubicBezTo>
                      <a:pt x="12" y="43"/>
                      <a:pt x="10" y="42"/>
                      <a:pt x="8" y="41"/>
                    </a:cubicBezTo>
                    <a:cubicBezTo>
                      <a:pt x="8" y="41"/>
                      <a:pt x="8" y="41"/>
                      <a:pt x="8" y="41"/>
                    </a:cubicBezTo>
                    <a:cubicBezTo>
                      <a:pt x="5" y="38"/>
                      <a:pt x="5" y="33"/>
                      <a:pt x="8" y="30"/>
                    </a:cubicBezTo>
                    <a:cubicBezTo>
                      <a:pt x="30" y="8"/>
                      <a:pt x="30" y="8"/>
                      <a:pt x="30" y="8"/>
                    </a:cubicBezTo>
                    <a:cubicBezTo>
                      <a:pt x="31" y="7"/>
                      <a:pt x="33" y="6"/>
                      <a:pt x="35" y="6"/>
                    </a:cubicBezTo>
                    <a:moveTo>
                      <a:pt x="35" y="0"/>
                    </a:moveTo>
                    <a:cubicBezTo>
                      <a:pt x="31" y="0"/>
                      <a:pt x="28" y="1"/>
                      <a:pt x="25" y="4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1" y="28"/>
                      <a:pt x="0" y="32"/>
                      <a:pt x="0" y="36"/>
                    </a:cubicBezTo>
                    <a:cubicBezTo>
                      <a:pt x="0" y="39"/>
                      <a:pt x="1" y="43"/>
                      <a:pt x="4" y="45"/>
                    </a:cubicBezTo>
                    <a:cubicBezTo>
                      <a:pt x="4" y="45"/>
                      <a:pt x="4" y="45"/>
                      <a:pt x="4" y="45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7" y="48"/>
                      <a:pt x="10" y="49"/>
                      <a:pt x="13" y="49"/>
                    </a:cubicBezTo>
                    <a:cubicBezTo>
                      <a:pt x="17" y="49"/>
                      <a:pt x="19" y="48"/>
                      <a:pt x="22" y="46"/>
                    </a:cubicBezTo>
                    <a:cubicBezTo>
                      <a:pt x="22" y="82"/>
                      <a:pt x="22" y="82"/>
                      <a:pt x="22" y="82"/>
                    </a:cubicBezTo>
                    <a:cubicBezTo>
                      <a:pt x="22" y="98"/>
                      <a:pt x="35" y="111"/>
                      <a:pt x="51" y="111"/>
                    </a:cubicBezTo>
                    <a:cubicBezTo>
                      <a:pt x="87" y="111"/>
                      <a:pt x="87" y="111"/>
                      <a:pt x="87" y="111"/>
                    </a:cubicBezTo>
                    <a:cubicBezTo>
                      <a:pt x="93" y="111"/>
                      <a:pt x="98" y="106"/>
                      <a:pt x="98" y="100"/>
                    </a:cubicBezTo>
                    <a:cubicBezTo>
                      <a:pt x="98" y="94"/>
                      <a:pt x="98" y="94"/>
                      <a:pt x="98" y="94"/>
                    </a:cubicBezTo>
                    <a:cubicBezTo>
                      <a:pt x="98" y="88"/>
                      <a:pt x="93" y="83"/>
                      <a:pt x="86" y="83"/>
                    </a:cubicBezTo>
                    <a:cubicBezTo>
                      <a:pt x="56" y="83"/>
                      <a:pt x="56" y="83"/>
                      <a:pt x="56" y="83"/>
                    </a:cubicBezTo>
                    <a:cubicBezTo>
                      <a:pt x="52" y="83"/>
                      <a:pt x="49" y="80"/>
                      <a:pt x="49" y="76"/>
                    </a:cubicBezTo>
                    <a:cubicBezTo>
                      <a:pt x="49" y="47"/>
                      <a:pt x="49" y="47"/>
                      <a:pt x="49" y="47"/>
                    </a:cubicBezTo>
                    <a:cubicBezTo>
                      <a:pt x="52" y="49"/>
                      <a:pt x="55" y="50"/>
                      <a:pt x="58" y="50"/>
                    </a:cubicBezTo>
                    <a:cubicBezTo>
                      <a:pt x="61" y="50"/>
                      <a:pt x="64" y="49"/>
                      <a:pt x="66" y="47"/>
                    </a:cubicBezTo>
                    <a:cubicBezTo>
                      <a:pt x="70" y="44"/>
                      <a:pt x="71" y="40"/>
                      <a:pt x="71" y="38"/>
                    </a:cubicBezTo>
                    <a:cubicBezTo>
                      <a:pt x="72" y="32"/>
                      <a:pt x="68" y="27"/>
                      <a:pt x="64" y="23"/>
                    </a:cubicBezTo>
                    <a:cubicBezTo>
                      <a:pt x="57" y="16"/>
                      <a:pt x="45" y="4"/>
                      <a:pt x="45" y="4"/>
                    </a:cubicBezTo>
                    <a:cubicBezTo>
                      <a:pt x="42" y="1"/>
                      <a:pt x="39" y="0"/>
                      <a:pt x="35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24" name="Google Shape;524;p14"/>
              <p:cNvSpPr/>
              <p:nvPr/>
            </p:nvSpPr>
            <p:spPr>
              <a:xfrm>
                <a:off x="3490997" y="3399047"/>
                <a:ext cx="373071" cy="435362"/>
              </a:xfrm>
              <a:custGeom>
                <a:avLst/>
                <a:gdLst/>
                <a:ahLst/>
                <a:cxnLst/>
                <a:rect l="l" t="t" r="r" b="b"/>
                <a:pathLst>
                  <a:path w="98" h="111" extrusionOk="0">
                    <a:moveTo>
                      <a:pt x="47" y="6"/>
                    </a:moveTo>
                    <a:cubicBezTo>
                      <a:pt x="59" y="6"/>
                      <a:pt x="70" y="16"/>
                      <a:pt x="70" y="29"/>
                    </a:cubicBezTo>
                    <a:cubicBezTo>
                      <a:pt x="70" y="71"/>
                      <a:pt x="70" y="71"/>
                      <a:pt x="70" y="71"/>
                    </a:cubicBezTo>
                    <a:cubicBezTo>
                      <a:pt x="70" y="73"/>
                      <a:pt x="71" y="74"/>
                      <a:pt x="73" y="74"/>
                    </a:cubicBezTo>
                    <a:cubicBezTo>
                      <a:pt x="73" y="74"/>
                      <a:pt x="74" y="74"/>
                      <a:pt x="75" y="73"/>
                    </a:cubicBezTo>
                    <a:cubicBezTo>
                      <a:pt x="78" y="70"/>
                      <a:pt x="78" y="70"/>
                      <a:pt x="78" y="70"/>
                    </a:cubicBezTo>
                    <a:cubicBezTo>
                      <a:pt x="80" y="68"/>
                      <a:pt x="82" y="67"/>
                      <a:pt x="84" y="67"/>
                    </a:cubicBezTo>
                    <a:cubicBezTo>
                      <a:pt x="86" y="67"/>
                      <a:pt x="88" y="68"/>
                      <a:pt x="89" y="69"/>
                    </a:cubicBezTo>
                    <a:cubicBezTo>
                      <a:pt x="89" y="69"/>
                      <a:pt x="89" y="69"/>
                      <a:pt x="89" y="69"/>
                    </a:cubicBezTo>
                    <a:cubicBezTo>
                      <a:pt x="92" y="72"/>
                      <a:pt x="92" y="78"/>
                      <a:pt x="89" y="81"/>
                    </a:cubicBezTo>
                    <a:cubicBezTo>
                      <a:pt x="68" y="102"/>
                      <a:pt x="68" y="102"/>
                      <a:pt x="68" y="102"/>
                    </a:cubicBezTo>
                    <a:cubicBezTo>
                      <a:pt x="66" y="104"/>
                      <a:pt x="64" y="105"/>
                      <a:pt x="62" y="105"/>
                    </a:cubicBezTo>
                    <a:cubicBezTo>
                      <a:pt x="60" y="105"/>
                      <a:pt x="58" y="104"/>
                      <a:pt x="57" y="102"/>
                    </a:cubicBezTo>
                    <a:cubicBezTo>
                      <a:pt x="57" y="102"/>
                      <a:pt x="44" y="91"/>
                      <a:pt x="37" y="83"/>
                    </a:cubicBezTo>
                    <a:cubicBezTo>
                      <a:pt x="33" y="79"/>
                      <a:pt x="29" y="73"/>
                      <a:pt x="35" y="68"/>
                    </a:cubicBezTo>
                    <a:cubicBezTo>
                      <a:pt x="36" y="67"/>
                      <a:pt x="38" y="67"/>
                      <a:pt x="39" y="67"/>
                    </a:cubicBezTo>
                    <a:cubicBezTo>
                      <a:pt x="43" y="67"/>
                      <a:pt x="47" y="69"/>
                      <a:pt x="49" y="72"/>
                    </a:cubicBezTo>
                    <a:cubicBezTo>
                      <a:pt x="50" y="73"/>
                      <a:pt x="50" y="73"/>
                      <a:pt x="51" y="73"/>
                    </a:cubicBezTo>
                    <a:cubicBezTo>
                      <a:pt x="53" y="73"/>
                      <a:pt x="54" y="72"/>
                      <a:pt x="54" y="70"/>
                    </a:cubicBezTo>
                    <a:cubicBezTo>
                      <a:pt x="54" y="34"/>
                      <a:pt x="54" y="34"/>
                      <a:pt x="54" y="34"/>
                    </a:cubicBezTo>
                    <a:cubicBezTo>
                      <a:pt x="54" y="27"/>
                      <a:pt x="48" y="21"/>
                      <a:pt x="4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8" y="21"/>
                      <a:pt x="6" y="19"/>
                      <a:pt x="6" y="16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8"/>
                      <a:pt x="8" y="6"/>
                      <a:pt x="11" y="6"/>
                    </a:cubicBezTo>
                    <a:cubicBezTo>
                      <a:pt x="47" y="6"/>
                      <a:pt x="47" y="6"/>
                      <a:pt x="47" y="6"/>
                    </a:cubicBezTo>
                    <a:moveTo>
                      <a:pt x="47" y="0"/>
                    </a:moveTo>
                    <a:cubicBezTo>
                      <a:pt x="11" y="0"/>
                      <a:pt x="11" y="0"/>
                      <a:pt x="11" y="0"/>
                    </a:cubicBezTo>
                    <a:cubicBezTo>
                      <a:pt x="5" y="0"/>
                      <a:pt x="0" y="5"/>
                      <a:pt x="0" y="11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22"/>
                      <a:pt x="5" y="27"/>
                      <a:pt x="11" y="27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5" y="27"/>
                      <a:pt x="48" y="30"/>
                      <a:pt x="48" y="34"/>
                    </a:cubicBezTo>
                    <a:cubicBezTo>
                      <a:pt x="48" y="63"/>
                      <a:pt x="48" y="63"/>
                      <a:pt x="48" y="63"/>
                    </a:cubicBezTo>
                    <a:cubicBezTo>
                      <a:pt x="46" y="62"/>
                      <a:pt x="43" y="61"/>
                      <a:pt x="39" y="61"/>
                    </a:cubicBezTo>
                    <a:cubicBezTo>
                      <a:pt x="36" y="61"/>
                      <a:pt x="33" y="62"/>
                      <a:pt x="31" y="64"/>
                    </a:cubicBezTo>
                    <a:cubicBezTo>
                      <a:pt x="27" y="67"/>
                      <a:pt x="26" y="70"/>
                      <a:pt x="26" y="73"/>
                    </a:cubicBezTo>
                    <a:cubicBezTo>
                      <a:pt x="26" y="79"/>
                      <a:pt x="30" y="84"/>
                      <a:pt x="33" y="87"/>
                    </a:cubicBezTo>
                    <a:cubicBezTo>
                      <a:pt x="40" y="95"/>
                      <a:pt x="52" y="106"/>
                      <a:pt x="52" y="107"/>
                    </a:cubicBezTo>
                    <a:cubicBezTo>
                      <a:pt x="55" y="109"/>
                      <a:pt x="58" y="111"/>
                      <a:pt x="62" y="111"/>
                    </a:cubicBezTo>
                    <a:cubicBezTo>
                      <a:pt x="66" y="111"/>
                      <a:pt x="69" y="109"/>
                      <a:pt x="72" y="107"/>
                    </a:cubicBezTo>
                    <a:cubicBezTo>
                      <a:pt x="94" y="85"/>
                      <a:pt x="94" y="85"/>
                      <a:pt x="94" y="85"/>
                    </a:cubicBezTo>
                    <a:cubicBezTo>
                      <a:pt x="96" y="82"/>
                      <a:pt x="98" y="79"/>
                      <a:pt x="98" y="75"/>
                    </a:cubicBezTo>
                    <a:cubicBezTo>
                      <a:pt x="98" y="71"/>
                      <a:pt x="96" y="68"/>
                      <a:pt x="93" y="65"/>
                    </a:cubicBezTo>
                    <a:cubicBezTo>
                      <a:pt x="90" y="63"/>
                      <a:pt x="87" y="61"/>
                      <a:pt x="84" y="61"/>
                    </a:cubicBezTo>
                    <a:cubicBezTo>
                      <a:pt x="81" y="61"/>
                      <a:pt x="78" y="62"/>
                      <a:pt x="76" y="64"/>
                    </a:cubicBezTo>
                    <a:cubicBezTo>
                      <a:pt x="76" y="29"/>
                      <a:pt x="76" y="29"/>
                      <a:pt x="76" y="29"/>
                    </a:cubicBezTo>
                    <a:cubicBezTo>
                      <a:pt x="76" y="13"/>
                      <a:pt x="63" y="0"/>
                      <a:pt x="47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25" name="Google Shape;525;p14"/>
              <p:cNvSpPr/>
              <p:nvPr/>
            </p:nvSpPr>
            <p:spPr>
              <a:xfrm>
                <a:off x="2026203" y="3516677"/>
                <a:ext cx="426741" cy="443475"/>
              </a:xfrm>
              <a:custGeom>
                <a:avLst/>
                <a:gdLst/>
                <a:ahLst/>
                <a:cxnLst/>
                <a:rect l="l" t="t" r="r" b="b"/>
                <a:pathLst>
                  <a:path w="112" h="113" extrusionOk="0">
                    <a:moveTo>
                      <a:pt x="79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9"/>
                      <a:pt x="0" y="79"/>
                      <a:pt x="0" y="79"/>
                    </a:cubicBezTo>
                    <a:cubicBezTo>
                      <a:pt x="0" y="98"/>
                      <a:pt x="15" y="113"/>
                      <a:pt x="33" y="113"/>
                    </a:cubicBezTo>
                    <a:cubicBezTo>
                      <a:pt x="79" y="113"/>
                      <a:pt x="79" y="113"/>
                      <a:pt x="79" y="113"/>
                    </a:cubicBezTo>
                    <a:cubicBezTo>
                      <a:pt x="97" y="113"/>
                      <a:pt x="112" y="98"/>
                      <a:pt x="112" y="79"/>
                    </a:cubicBezTo>
                    <a:cubicBezTo>
                      <a:pt x="112" y="34"/>
                      <a:pt x="112" y="34"/>
                      <a:pt x="112" y="34"/>
                    </a:cubicBezTo>
                    <a:cubicBezTo>
                      <a:pt x="112" y="15"/>
                      <a:pt x="97" y="0"/>
                      <a:pt x="79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26" name="Google Shape;526;p14"/>
              <p:cNvSpPr/>
              <p:nvPr/>
            </p:nvSpPr>
            <p:spPr>
              <a:xfrm>
                <a:off x="2303715" y="3559943"/>
                <a:ext cx="107340" cy="109516"/>
              </a:xfrm>
              <a:custGeom>
                <a:avLst/>
                <a:gdLst/>
                <a:ahLst/>
                <a:cxnLst/>
                <a:rect l="l" t="t" r="r" b="b"/>
                <a:pathLst>
                  <a:path w="28" h="28" extrusionOk="0">
                    <a:moveTo>
                      <a:pt x="14" y="6"/>
                    </a:moveTo>
                    <a:cubicBezTo>
                      <a:pt x="19" y="6"/>
                      <a:pt x="22" y="10"/>
                      <a:pt x="22" y="14"/>
                    </a:cubicBezTo>
                    <a:cubicBezTo>
                      <a:pt x="22" y="19"/>
                      <a:pt x="19" y="22"/>
                      <a:pt x="14" y="22"/>
                    </a:cubicBezTo>
                    <a:cubicBezTo>
                      <a:pt x="10" y="22"/>
                      <a:pt x="6" y="19"/>
                      <a:pt x="6" y="14"/>
                    </a:cubicBezTo>
                    <a:cubicBezTo>
                      <a:pt x="6" y="10"/>
                      <a:pt x="10" y="6"/>
                      <a:pt x="14" y="6"/>
                    </a:cubicBezTo>
                    <a:moveTo>
                      <a:pt x="14" y="0"/>
                    </a:moveTo>
                    <a:cubicBezTo>
                      <a:pt x="7" y="0"/>
                      <a:pt x="0" y="6"/>
                      <a:pt x="0" y="14"/>
                    </a:cubicBezTo>
                    <a:cubicBezTo>
                      <a:pt x="0" y="22"/>
                      <a:pt x="7" y="28"/>
                      <a:pt x="14" y="28"/>
                    </a:cubicBezTo>
                    <a:cubicBezTo>
                      <a:pt x="22" y="28"/>
                      <a:pt x="28" y="22"/>
                      <a:pt x="28" y="14"/>
                    </a:cubicBezTo>
                    <a:cubicBezTo>
                      <a:pt x="28" y="6"/>
                      <a:pt x="22" y="0"/>
                      <a:pt x="14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27" name="Google Shape;527;p14"/>
              <p:cNvSpPr/>
              <p:nvPr/>
            </p:nvSpPr>
            <p:spPr>
              <a:xfrm>
                <a:off x="2026203" y="3516677"/>
                <a:ext cx="426741" cy="443475"/>
              </a:xfrm>
              <a:custGeom>
                <a:avLst/>
                <a:gdLst/>
                <a:ahLst/>
                <a:cxnLst/>
                <a:rect l="l" t="t" r="r" b="b"/>
                <a:pathLst>
                  <a:path w="112" h="113" extrusionOk="0">
                    <a:moveTo>
                      <a:pt x="79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9"/>
                      <a:pt x="0" y="79"/>
                      <a:pt x="0" y="79"/>
                    </a:cubicBezTo>
                    <a:cubicBezTo>
                      <a:pt x="0" y="98"/>
                      <a:pt x="15" y="113"/>
                      <a:pt x="33" y="113"/>
                    </a:cubicBezTo>
                    <a:cubicBezTo>
                      <a:pt x="79" y="113"/>
                      <a:pt x="79" y="113"/>
                      <a:pt x="79" y="113"/>
                    </a:cubicBezTo>
                    <a:cubicBezTo>
                      <a:pt x="97" y="113"/>
                      <a:pt x="112" y="98"/>
                      <a:pt x="112" y="79"/>
                    </a:cubicBezTo>
                    <a:cubicBezTo>
                      <a:pt x="112" y="34"/>
                      <a:pt x="112" y="34"/>
                      <a:pt x="112" y="34"/>
                    </a:cubicBezTo>
                    <a:cubicBezTo>
                      <a:pt x="112" y="15"/>
                      <a:pt x="97" y="0"/>
                      <a:pt x="79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28" name="Google Shape;528;p14"/>
              <p:cNvSpPr/>
              <p:nvPr/>
            </p:nvSpPr>
            <p:spPr>
              <a:xfrm>
                <a:off x="2147942" y="3658642"/>
                <a:ext cx="175409" cy="179823"/>
              </a:xfrm>
              <a:prstGeom prst="ellipse">
                <a:avLst/>
              </a:pr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29" name="Google Shape;529;p14"/>
              <p:cNvSpPr/>
              <p:nvPr/>
            </p:nvSpPr>
            <p:spPr>
              <a:xfrm>
                <a:off x="2083800" y="3580223"/>
                <a:ext cx="311547" cy="321790"/>
              </a:xfrm>
              <a:custGeom>
                <a:avLst/>
                <a:gdLst/>
                <a:ahLst/>
                <a:cxnLst/>
                <a:rect l="l" t="t" r="r" b="b"/>
                <a:pathLst>
                  <a:path w="82" h="82" extrusionOk="0">
                    <a:moveTo>
                      <a:pt x="67" y="2"/>
                    </a:moveTo>
                    <a:cubicBezTo>
                      <a:pt x="64" y="0"/>
                      <a:pt x="61" y="0"/>
                      <a:pt x="58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57"/>
                      <a:pt x="0" y="57"/>
                      <a:pt x="0" y="57"/>
                    </a:cubicBezTo>
                    <a:cubicBezTo>
                      <a:pt x="0" y="71"/>
                      <a:pt x="11" y="82"/>
                      <a:pt x="25" y="82"/>
                    </a:cubicBezTo>
                    <a:cubicBezTo>
                      <a:pt x="58" y="82"/>
                      <a:pt x="58" y="82"/>
                      <a:pt x="58" y="82"/>
                    </a:cubicBezTo>
                    <a:cubicBezTo>
                      <a:pt x="71" y="82"/>
                      <a:pt x="82" y="71"/>
                      <a:pt x="82" y="57"/>
                    </a:cubicBezTo>
                    <a:cubicBezTo>
                      <a:pt x="82" y="24"/>
                      <a:pt x="82" y="24"/>
                      <a:pt x="82" y="24"/>
                    </a:cubicBezTo>
                    <a:cubicBezTo>
                      <a:pt x="82" y="21"/>
                      <a:pt x="81" y="18"/>
                      <a:pt x="80" y="15"/>
                    </a:cubicBezTo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30" name="Google Shape;530;p14"/>
              <p:cNvSpPr/>
              <p:nvPr/>
            </p:nvSpPr>
            <p:spPr>
              <a:xfrm>
                <a:off x="1417508" y="4552352"/>
                <a:ext cx="289293" cy="298804"/>
              </a:xfrm>
              <a:prstGeom prst="ellipse">
                <a:avLst/>
              </a:pr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31" name="Google Shape;531;p14"/>
              <p:cNvSpPr/>
              <p:nvPr/>
            </p:nvSpPr>
            <p:spPr>
              <a:xfrm>
                <a:off x="1513067" y="4611843"/>
                <a:ext cx="98176" cy="8653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 extrusionOk="0">
                    <a:moveTo>
                      <a:pt x="0" y="4"/>
                    </a:moveTo>
                    <a:cubicBezTo>
                      <a:pt x="5" y="2"/>
                      <a:pt x="10" y="0"/>
                      <a:pt x="16" y="1"/>
                    </a:cubicBezTo>
                    <a:cubicBezTo>
                      <a:pt x="19" y="2"/>
                      <a:pt x="23" y="3"/>
                      <a:pt x="25" y="7"/>
                    </a:cubicBezTo>
                    <a:cubicBezTo>
                      <a:pt x="26" y="9"/>
                      <a:pt x="26" y="13"/>
                      <a:pt x="24" y="16"/>
                    </a:cubicBezTo>
                    <a:cubicBezTo>
                      <a:pt x="22" y="18"/>
                      <a:pt x="19" y="20"/>
                      <a:pt x="16" y="21"/>
                    </a:cubicBezTo>
                    <a:cubicBezTo>
                      <a:pt x="13" y="22"/>
                      <a:pt x="9" y="22"/>
                      <a:pt x="6" y="22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32" name="Google Shape;532;p14"/>
              <p:cNvSpPr/>
              <p:nvPr/>
            </p:nvSpPr>
            <p:spPr>
              <a:xfrm>
                <a:off x="1520921" y="4694318"/>
                <a:ext cx="128284" cy="98700"/>
              </a:xfrm>
              <a:custGeom>
                <a:avLst/>
                <a:gdLst/>
                <a:ahLst/>
                <a:cxnLst/>
                <a:rect l="l" t="t" r="r" b="b"/>
                <a:pathLst>
                  <a:path w="34" h="25" extrusionOk="0">
                    <a:moveTo>
                      <a:pt x="6" y="1"/>
                    </a:moveTo>
                    <a:cubicBezTo>
                      <a:pt x="9" y="0"/>
                      <a:pt x="12" y="0"/>
                      <a:pt x="16" y="1"/>
                    </a:cubicBezTo>
                    <a:cubicBezTo>
                      <a:pt x="19" y="1"/>
                      <a:pt x="23" y="2"/>
                      <a:pt x="25" y="4"/>
                    </a:cubicBezTo>
                    <a:cubicBezTo>
                      <a:pt x="34" y="11"/>
                      <a:pt x="25" y="22"/>
                      <a:pt x="17" y="24"/>
                    </a:cubicBezTo>
                    <a:cubicBezTo>
                      <a:pt x="10" y="25"/>
                      <a:pt x="3" y="22"/>
                      <a:pt x="0" y="16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33" name="Google Shape;533;p14"/>
              <p:cNvSpPr/>
              <p:nvPr/>
            </p:nvSpPr>
            <p:spPr>
              <a:xfrm>
                <a:off x="1493431" y="3190831"/>
                <a:ext cx="396633" cy="730111"/>
              </a:xfrm>
              <a:custGeom>
                <a:avLst/>
                <a:gdLst/>
                <a:ahLst/>
                <a:cxnLst/>
                <a:rect l="l" t="t" r="r" b="b"/>
                <a:pathLst>
                  <a:path w="104" h="186" extrusionOk="0">
                    <a:moveTo>
                      <a:pt x="93" y="0"/>
                    </a:moveTo>
                    <a:cubicBezTo>
                      <a:pt x="13" y="0"/>
                      <a:pt x="13" y="0"/>
                      <a:pt x="13" y="0"/>
                    </a:cubicBezTo>
                    <a:cubicBezTo>
                      <a:pt x="6" y="0"/>
                      <a:pt x="0" y="6"/>
                      <a:pt x="0" y="13"/>
                    </a:cubicBezTo>
                    <a:cubicBezTo>
                      <a:pt x="0" y="172"/>
                      <a:pt x="0" y="172"/>
                      <a:pt x="0" y="172"/>
                    </a:cubicBezTo>
                    <a:cubicBezTo>
                      <a:pt x="0" y="180"/>
                      <a:pt x="6" y="186"/>
                      <a:pt x="13" y="186"/>
                    </a:cubicBezTo>
                    <a:cubicBezTo>
                      <a:pt x="90" y="186"/>
                      <a:pt x="90" y="186"/>
                      <a:pt x="90" y="186"/>
                    </a:cubicBezTo>
                    <a:cubicBezTo>
                      <a:pt x="97" y="186"/>
                      <a:pt x="103" y="180"/>
                      <a:pt x="103" y="172"/>
                    </a:cubicBezTo>
                    <a:cubicBezTo>
                      <a:pt x="103" y="13"/>
                      <a:pt x="103" y="13"/>
                      <a:pt x="103" y="13"/>
                    </a:cubicBezTo>
                    <a:cubicBezTo>
                      <a:pt x="104" y="1"/>
                      <a:pt x="93" y="0"/>
                      <a:pt x="93" y="0"/>
                    </a:cubicBezTo>
                    <a:close/>
                    <a:moveTo>
                      <a:pt x="52" y="173"/>
                    </a:moveTo>
                    <a:cubicBezTo>
                      <a:pt x="47" y="173"/>
                      <a:pt x="43" y="169"/>
                      <a:pt x="43" y="164"/>
                    </a:cubicBezTo>
                    <a:cubicBezTo>
                      <a:pt x="43" y="160"/>
                      <a:pt x="47" y="156"/>
                      <a:pt x="52" y="156"/>
                    </a:cubicBezTo>
                    <a:cubicBezTo>
                      <a:pt x="56" y="156"/>
                      <a:pt x="60" y="160"/>
                      <a:pt x="60" y="164"/>
                    </a:cubicBezTo>
                    <a:cubicBezTo>
                      <a:pt x="60" y="169"/>
                      <a:pt x="56" y="173"/>
                      <a:pt x="52" y="173"/>
                    </a:cubicBezTo>
                    <a:close/>
                    <a:moveTo>
                      <a:pt x="81" y="144"/>
                    </a:moveTo>
                    <a:cubicBezTo>
                      <a:pt x="21" y="144"/>
                      <a:pt x="21" y="144"/>
                      <a:pt x="21" y="144"/>
                    </a:cubicBezTo>
                    <a:cubicBezTo>
                      <a:pt x="16" y="144"/>
                      <a:pt x="13" y="140"/>
                      <a:pt x="13" y="136"/>
                    </a:cubicBezTo>
                    <a:cubicBezTo>
                      <a:pt x="13" y="35"/>
                      <a:pt x="13" y="35"/>
                      <a:pt x="13" y="35"/>
                    </a:cubicBezTo>
                    <a:cubicBezTo>
                      <a:pt x="13" y="31"/>
                      <a:pt x="17" y="27"/>
                      <a:pt x="21" y="27"/>
                    </a:cubicBezTo>
                    <a:cubicBezTo>
                      <a:pt x="82" y="27"/>
                      <a:pt x="82" y="27"/>
                      <a:pt x="82" y="27"/>
                    </a:cubicBezTo>
                    <a:cubicBezTo>
                      <a:pt x="86" y="27"/>
                      <a:pt x="90" y="31"/>
                      <a:pt x="90" y="35"/>
                    </a:cubicBezTo>
                    <a:cubicBezTo>
                      <a:pt x="89" y="137"/>
                      <a:pt x="89" y="137"/>
                      <a:pt x="89" y="137"/>
                    </a:cubicBezTo>
                    <a:cubicBezTo>
                      <a:pt x="89" y="141"/>
                      <a:pt x="85" y="144"/>
                      <a:pt x="81" y="144"/>
                    </a:cubicBezTo>
                    <a:close/>
                    <a:moveTo>
                      <a:pt x="93" y="144"/>
                    </a:moveTo>
                    <a:cubicBezTo>
                      <a:pt x="93" y="144"/>
                      <a:pt x="93" y="144"/>
                      <a:pt x="93" y="144"/>
                    </a:cubicBezTo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cxnSp>
            <p:nvCxnSpPr>
              <p:cNvPr id="534" name="Google Shape;534;p14"/>
              <p:cNvCxnSpPr/>
              <p:nvPr/>
            </p:nvCxnSpPr>
            <p:spPr>
              <a:xfrm flipH="1">
                <a:off x="1581136" y="3347669"/>
                <a:ext cx="201589" cy="255538"/>
              </a:xfrm>
              <a:prstGeom prst="straightConnector1">
                <a:avLst/>
              </a:prstGeom>
              <a:solidFill>
                <a:schemeClr val="lt1"/>
              </a:solidFill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35" name="Google Shape;535;p14"/>
              <p:cNvCxnSpPr/>
              <p:nvPr/>
            </p:nvCxnSpPr>
            <p:spPr>
              <a:xfrm flipH="1">
                <a:off x="1649205" y="3442313"/>
                <a:ext cx="137447" cy="164951"/>
              </a:xfrm>
              <a:prstGeom prst="straightConnector1">
                <a:avLst/>
              </a:prstGeom>
              <a:solidFill>
                <a:schemeClr val="lt1"/>
              </a:solidFill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36" name="Google Shape;536;p14"/>
              <p:cNvCxnSpPr/>
              <p:nvPr/>
            </p:nvCxnSpPr>
            <p:spPr>
              <a:xfrm>
                <a:off x="1619097" y="3242209"/>
                <a:ext cx="137447" cy="0"/>
              </a:xfrm>
              <a:prstGeom prst="straightConnector1">
                <a:avLst/>
              </a:prstGeom>
              <a:solidFill>
                <a:schemeClr val="lt1"/>
              </a:solidFill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537" name="Google Shape;537;p14"/>
              <p:cNvSpPr/>
              <p:nvPr/>
            </p:nvSpPr>
            <p:spPr>
              <a:xfrm>
                <a:off x="1527466" y="3042104"/>
                <a:ext cx="77232" cy="94644"/>
              </a:xfrm>
              <a:custGeom>
                <a:avLst/>
                <a:gdLst/>
                <a:ahLst/>
                <a:cxnLst/>
                <a:rect l="l" t="t" r="r" b="b"/>
                <a:pathLst>
                  <a:path w="20" h="24" extrusionOk="0">
                    <a:moveTo>
                      <a:pt x="0" y="0"/>
                    </a:moveTo>
                    <a:cubicBezTo>
                      <a:pt x="7" y="8"/>
                      <a:pt x="13" y="16"/>
                      <a:pt x="20" y="24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38" name="Google Shape;538;p14"/>
              <p:cNvSpPr/>
              <p:nvPr/>
            </p:nvSpPr>
            <p:spPr>
              <a:xfrm>
                <a:off x="1684548" y="2967742"/>
                <a:ext cx="3927" cy="156839"/>
              </a:xfrm>
              <a:custGeom>
                <a:avLst/>
                <a:gdLst/>
                <a:ahLst/>
                <a:cxnLst/>
                <a:rect l="l" t="t" r="r" b="b"/>
                <a:pathLst>
                  <a:path w="1" h="40" extrusionOk="0">
                    <a:moveTo>
                      <a:pt x="1" y="0"/>
                    </a:moveTo>
                    <a:cubicBezTo>
                      <a:pt x="1" y="13"/>
                      <a:pt x="0" y="27"/>
                      <a:pt x="0" y="4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39" name="Google Shape;539;p14"/>
              <p:cNvSpPr/>
              <p:nvPr/>
            </p:nvSpPr>
            <p:spPr>
              <a:xfrm>
                <a:off x="1764399" y="3054273"/>
                <a:ext cx="86395" cy="82475"/>
              </a:xfrm>
              <a:custGeom>
                <a:avLst/>
                <a:gdLst/>
                <a:ahLst/>
                <a:cxnLst/>
                <a:rect l="l" t="t" r="r" b="b"/>
                <a:pathLst>
                  <a:path w="23" h="21" extrusionOk="0">
                    <a:moveTo>
                      <a:pt x="0" y="21"/>
                    </a:moveTo>
                    <a:cubicBezTo>
                      <a:pt x="7" y="13"/>
                      <a:pt x="15" y="6"/>
                      <a:pt x="23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40" name="Google Shape;540;p14"/>
              <p:cNvSpPr/>
              <p:nvPr/>
            </p:nvSpPr>
            <p:spPr>
              <a:xfrm>
                <a:off x="1041819" y="2194365"/>
                <a:ext cx="287985" cy="298804"/>
              </a:xfrm>
              <a:prstGeom prst="ellipse">
                <a:avLst/>
              </a:pr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41" name="Google Shape;541;p14"/>
              <p:cNvSpPr/>
              <p:nvPr/>
            </p:nvSpPr>
            <p:spPr>
              <a:xfrm>
                <a:off x="1136069" y="2295769"/>
                <a:ext cx="95558" cy="129797"/>
              </a:xfrm>
              <a:custGeom>
                <a:avLst/>
                <a:gdLst/>
                <a:ahLst/>
                <a:cxnLst/>
                <a:rect l="l" t="t" r="r" b="b"/>
                <a:pathLst>
                  <a:path w="25" h="33" extrusionOk="0">
                    <a:moveTo>
                      <a:pt x="0" y="1"/>
                    </a:moveTo>
                    <a:cubicBezTo>
                      <a:pt x="8" y="1"/>
                      <a:pt x="16" y="0"/>
                      <a:pt x="25" y="0"/>
                    </a:cubicBezTo>
                    <a:cubicBezTo>
                      <a:pt x="15" y="7"/>
                      <a:pt x="9" y="20"/>
                      <a:pt x="11" y="33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42" name="Google Shape;542;p14"/>
              <p:cNvSpPr/>
              <p:nvPr/>
            </p:nvSpPr>
            <p:spPr>
              <a:xfrm>
                <a:off x="1143923" y="2367428"/>
                <a:ext cx="71996" cy="4056"/>
              </a:xfrm>
              <a:custGeom>
                <a:avLst/>
                <a:gdLst/>
                <a:ahLst/>
                <a:cxnLst/>
                <a:rect l="l" t="t" r="r" b="b"/>
                <a:pathLst>
                  <a:path w="19" h="1" extrusionOk="0">
                    <a:moveTo>
                      <a:pt x="0" y="1"/>
                    </a:moveTo>
                    <a:cubicBezTo>
                      <a:pt x="7" y="1"/>
                      <a:pt x="13" y="0"/>
                      <a:pt x="19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43" name="Google Shape;543;p14"/>
              <p:cNvSpPr/>
              <p:nvPr/>
            </p:nvSpPr>
            <p:spPr>
              <a:xfrm>
                <a:off x="1444998" y="1759003"/>
                <a:ext cx="483028" cy="494853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26" extrusionOk="0">
                    <a:moveTo>
                      <a:pt x="126" y="63"/>
                    </a:moveTo>
                    <a:cubicBezTo>
                      <a:pt x="126" y="28"/>
                      <a:pt x="98" y="1"/>
                      <a:pt x="63" y="1"/>
                    </a:cubicBezTo>
                    <a:cubicBezTo>
                      <a:pt x="63" y="1"/>
                      <a:pt x="3" y="0"/>
                      <a:pt x="1" y="64"/>
                    </a:cubicBezTo>
                    <a:cubicBezTo>
                      <a:pt x="0" y="99"/>
                      <a:pt x="30" y="126"/>
                      <a:pt x="65" y="126"/>
                    </a:cubicBezTo>
                    <a:cubicBezTo>
                      <a:pt x="65" y="126"/>
                      <a:pt x="65" y="126"/>
                      <a:pt x="65" y="126"/>
                    </a:cubicBezTo>
                    <a:cubicBezTo>
                      <a:pt x="65" y="126"/>
                      <a:pt x="65" y="126"/>
                      <a:pt x="65" y="126"/>
                    </a:cubicBezTo>
                    <a:cubicBezTo>
                      <a:pt x="65" y="126"/>
                      <a:pt x="65" y="126"/>
                      <a:pt x="65" y="126"/>
                    </a:cubicBezTo>
                    <a:cubicBezTo>
                      <a:pt x="99" y="126"/>
                      <a:pt x="127" y="97"/>
                      <a:pt x="126" y="63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44" name="Google Shape;544;p14"/>
              <p:cNvSpPr/>
              <p:nvPr/>
            </p:nvSpPr>
            <p:spPr>
              <a:xfrm>
                <a:off x="1600771" y="1771171"/>
                <a:ext cx="178027" cy="482684"/>
              </a:xfrm>
              <a:custGeom>
                <a:avLst/>
                <a:gdLst/>
                <a:ahLst/>
                <a:cxnLst/>
                <a:rect l="l" t="t" r="r" b="b"/>
                <a:pathLst>
                  <a:path w="47" h="123" extrusionOk="0">
                    <a:moveTo>
                      <a:pt x="47" y="60"/>
                    </a:moveTo>
                    <a:cubicBezTo>
                      <a:pt x="47" y="95"/>
                      <a:pt x="40" y="123"/>
                      <a:pt x="24" y="123"/>
                    </a:cubicBezTo>
                    <a:cubicBezTo>
                      <a:pt x="8" y="123"/>
                      <a:pt x="0" y="94"/>
                      <a:pt x="0" y="59"/>
                    </a:cubicBezTo>
                    <a:cubicBezTo>
                      <a:pt x="0" y="25"/>
                      <a:pt x="8" y="0"/>
                      <a:pt x="24" y="0"/>
                    </a:cubicBezTo>
                    <a:cubicBezTo>
                      <a:pt x="41" y="0"/>
                      <a:pt x="47" y="25"/>
                      <a:pt x="47" y="6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45" name="Google Shape;545;p14"/>
              <p:cNvSpPr/>
              <p:nvPr/>
            </p:nvSpPr>
            <p:spPr>
              <a:xfrm>
                <a:off x="1455470" y="1899617"/>
                <a:ext cx="476484" cy="200104"/>
              </a:xfrm>
              <a:custGeom>
                <a:avLst/>
                <a:gdLst/>
                <a:ahLst/>
                <a:cxnLst/>
                <a:rect l="l" t="t" r="r" b="b"/>
                <a:pathLst>
                  <a:path w="125" h="51" extrusionOk="0">
                    <a:moveTo>
                      <a:pt x="61" y="0"/>
                    </a:moveTo>
                    <a:cubicBezTo>
                      <a:pt x="96" y="0"/>
                      <a:pt x="125" y="11"/>
                      <a:pt x="125" y="27"/>
                    </a:cubicBezTo>
                    <a:cubicBezTo>
                      <a:pt x="125" y="43"/>
                      <a:pt x="97" y="51"/>
                      <a:pt x="62" y="51"/>
                    </a:cubicBezTo>
                    <a:cubicBezTo>
                      <a:pt x="27" y="51"/>
                      <a:pt x="0" y="43"/>
                      <a:pt x="0" y="27"/>
                    </a:cubicBezTo>
                    <a:cubicBezTo>
                      <a:pt x="0" y="11"/>
                      <a:pt x="27" y="0"/>
                      <a:pt x="61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46" name="Google Shape;546;p14"/>
              <p:cNvSpPr/>
              <p:nvPr/>
            </p:nvSpPr>
            <p:spPr>
              <a:xfrm>
                <a:off x="1551028" y="2386357"/>
                <a:ext cx="247405" cy="255538"/>
              </a:xfrm>
              <a:prstGeom prst="ellipse">
                <a:avLst/>
              </a:pr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47" name="Google Shape;547;p14"/>
              <p:cNvSpPr/>
              <p:nvPr/>
            </p:nvSpPr>
            <p:spPr>
              <a:xfrm>
                <a:off x="1596844" y="2759525"/>
                <a:ext cx="151846" cy="121685"/>
              </a:xfrm>
              <a:custGeom>
                <a:avLst/>
                <a:gdLst/>
                <a:ahLst/>
                <a:cxnLst/>
                <a:rect l="l" t="t" r="r" b="b"/>
                <a:pathLst>
                  <a:path w="40" h="31" extrusionOk="0">
                    <a:moveTo>
                      <a:pt x="40" y="31"/>
                    </a:moveTo>
                    <a:cubicBezTo>
                      <a:pt x="40" y="12"/>
                      <a:pt x="40" y="12"/>
                      <a:pt x="40" y="12"/>
                    </a:cubicBezTo>
                    <a:cubicBezTo>
                      <a:pt x="40" y="5"/>
                      <a:pt x="35" y="0"/>
                      <a:pt x="28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31"/>
                      <a:pt x="0" y="31"/>
                      <a:pt x="0" y="31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48" name="Google Shape;548;p14"/>
              <p:cNvSpPr/>
              <p:nvPr/>
            </p:nvSpPr>
            <p:spPr>
              <a:xfrm>
                <a:off x="1531393" y="2693274"/>
                <a:ext cx="281439" cy="191992"/>
              </a:xfrm>
              <a:custGeom>
                <a:avLst/>
                <a:gdLst/>
                <a:ahLst/>
                <a:cxnLst/>
                <a:rect l="l" t="t" r="r" b="b"/>
                <a:pathLst>
                  <a:path w="74" h="49" extrusionOk="0">
                    <a:moveTo>
                      <a:pt x="0" y="49"/>
                    </a:moveTo>
                    <a:cubicBezTo>
                      <a:pt x="0" y="29"/>
                      <a:pt x="0" y="29"/>
                      <a:pt x="0" y="29"/>
                    </a:cubicBezTo>
                    <a:cubicBezTo>
                      <a:pt x="0" y="13"/>
                      <a:pt x="13" y="0"/>
                      <a:pt x="28" y="0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61" y="0"/>
                      <a:pt x="74" y="13"/>
                      <a:pt x="74" y="29"/>
                    </a:cubicBezTo>
                    <a:cubicBezTo>
                      <a:pt x="74" y="47"/>
                      <a:pt x="74" y="47"/>
                      <a:pt x="74" y="47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49" name="Google Shape;549;p14"/>
              <p:cNvSpPr/>
              <p:nvPr/>
            </p:nvSpPr>
            <p:spPr>
              <a:xfrm>
                <a:off x="1455470" y="2590517"/>
                <a:ext cx="0" cy="9058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23" extrusionOk="0">
                    <a:moveTo>
                      <a:pt x="0" y="0"/>
                    </a:moveTo>
                    <a:cubicBezTo>
                      <a:pt x="0" y="7"/>
                      <a:pt x="0" y="14"/>
                      <a:pt x="0" y="22"/>
                    </a:cubicBezTo>
                    <a:cubicBezTo>
                      <a:pt x="0" y="23"/>
                      <a:pt x="0" y="23"/>
                      <a:pt x="0" y="23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cxnSp>
            <p:nvCxnSpPr>
              <p:cNvPr id="550" name="Google Shape;550;p14"/>
              <p:cNvCxnSpPr/>
              <p:nvPr/>
            </p:nvCxnSpPr>
            <p:spPr>
              <a:xfrm>
                <a:off x="1417508" y="2633783"/>
                <a:ext cx="79850" cy="0"/>
              </a:xfrm>
              <a:prstGeom prst="straightConnector1">
                <a:avLst/>
              </a:prstGeom>
              <a:solidFill>
                <a:schemeClr val="lt1"/>
              </a:solidFill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551" name="Google Shape;551;p14"/>
              <p:cNvSpPr/>
              <p:nvPr/>
            </p:nvSpPr>
            <p:spPr>
              <a:xfrm>
                <a:off x="1615170" y="2453960"/>
                <a:ext cx="117812" cy="124389"/>
              </a:xfrm>
              <a:prstGeom prst="ellipse">
                <a:avLst/>
              </a:pr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52" name="Google Shape;552;p14"/>
              <p:cNvSpPr/>
              <p:nvPr/>
            </p:nvSpPr>
            <p:spPr>
              <a:xfrm>
                <a:off x="2870521" y="3623489"/>
                <a:ext cx="3927" cy="144670"/>
              </a:xfrm>
              <a:custGeom>
                <a:avLst/>
                <a:gdLst/>
                <a:ahLst/>
                <a:cxnLst/>
                <a:rect l="l" t="t" r="r" b="b"/>
                <a:pathLst>
                  <a:path w="1" h="37" extrusionOk="0">
                    <a:moveTo>
                      <a:pt x="0" y="0"/>
                    </a:moveTo>
                    <a:cubicBezTo>
                      <a:pt x="0" y="33"/>
                      <a:pt x="1" y="37"/>
                      <a:pt x="1" y="37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53" name="Google Shape;553;p14"/>
              <p:cNvSpPr/>
              <p:nvPr/>
            </p:nvSpPr>
            <p:spPr>
              <a:xfrm>
                <a:off x="2608717" y="3528845"/>
                <a:ext cx="52361" cy="82475"/>
              </a:xfrm>
              <a:custGeom>
                <a:avLst/>
                <a:gdLst/>
                <a:ahLst/>
                <a:cxnLst/>
                <a:rect l="l" t="t" r="r" b="b"/>
                <a:pathLst>
                  <a:path w="14" h="21" extrusionOk="0">
                    <a:moveTo>
                      <a:pt x="14" y="0"/>
                    </a:moveTo>
                    <a:cubicBezTo>
                      <a:pt x="9" y="7"/>
                      <a:pt x="5" y="14"/>
                      <a:pt x="0" y="21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54" name="Google Shape;554;p14"/>
              <p:cNvSpPr/>
              <p:nvPr/>
            </p:nvSpPr>
            <p:spPr>
              <a:xfrm>
                <a:off x="3064256" y="3524789"/>
                <a:ext cx="53669" cy="82475"/>
              </a:xfrm>
              <a:custGeom>
                <a:avLst/>
                <a:gdLst/>
                <a:ahLst/>
                <a:cxnLst/>
                <a:rect l="l" t="t" r="r" b="b"/>
                <a:pathLst>
                  <a:path w="14" h="21" extrusionOk="0">
                    <a:moveTo>
                      <a:pt x="0" y="0"/>
                    </a:moveTo>
                    <a:cubicBezTo>
                      <a:pt x="5" y="7"/>
                      <a:pt x="9" y="14"/>
                      <a:pt x="14" y="21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55" name="Google Shape;555;p14"/>
              <p:cNvSpPr/>
              <p:nvPr/>
            </p:nvSpPr>
            <p:spPr>
              <a:xfrm>
                <a:off x="2870521" y="2869041"/>
                <a:ext cx="3927" cy="146022"/>
              </a:xfrm>
              <a:custGeom>
                <a:avLst/>
                <a:gdLst/>
                <a:ahLst/>
                <a:cxnLst/>
                <a:rect l="l" t="t" r="r" b="b"/>
                <a:pathLst>
                  <a:path w="1" h="37" extrusionOk="0">
                    <a:moveTo>
                      <a:pt x="0" y="37"/>
                    </a:moveTo>
                    <a:cubicBezTo>
                      <a:pt x="0" y="25"/>
                      <a:pt x="0" y="12"/>
                      <a:pt x="1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56" name="Google Shape;556;p14"/>
              <p:cNvSpPr/>
              <p:nvPr/>
            </p:nvSpPr>
            <p:spPr>
              <a:xfrm>
                <a:off x="2578610" y="2951517"/>
                <a:ext cx="52361" cy="82475"/>
              </a:xfrm>
              <a:custGeom>
                <a:avLst/>
                <a:gdLst/>
                <a:ahLst/>
                <a:cxnLst/>
                <a:rect l="l" t="t" r="r" b="b"/>
                <a:pathLst>
                  <a:path w="14" h="21" extrusionOk="0">
                    <a:moveTo>
                      <a:pt x="14" y="21"/>
                    </a:moveTo>
                    <a:cubicBezTo>
                      <a:pt x="9" y="14"/>
                      <a:pt x="5" y="7"/>
                      <a:pt x="0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57" name="Google Shape;557;p14"/>
              <p:cNvSpPr/>
              <p:nvPr/>
            </p:nvSpPr>
            <p:spPr>
              <a:xfrm>
                <a:off x="3095673" y="2951517"/>
                <a:ext cx="52361" cy="82475"/>
              </a:xfrm>
              <a:custGeom>
                <a:avLst/>
                <a:gdLst/>
                <a:ahLst/>
                <a:cxnLst/>
                <a:rect l="l" t="t" r="r" b="b"/>
                <a:pathLst>
                  <a:path w="14" h="21" extrusionOk="0">
                    <a:moveTo>
                      <a:pt x="0" y="21"/>
                    </a:moveTo>
                    <a:cubicBezTo>
                      <a:pt x="5" y="14"/>
                      <a:pt x="9" y="7"/>
                      <a:pt x="14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58" name="Google Shape;558;p14"/>
              <p:cNvSpPr/>
              <p:nvPr/>
            </p:nvSpPr>
            <p:spPr>
              <a:xfrm>
                <a:off x="2421527" y="3312516"/>
                <a:ext cx="103412" cy="4056"/>
              </a:xfrm>
              <a:custGeom>
                <a:avLst/>
                <a:gdLst/>
                <a:ahLst/>
                <a:cxnLst/>
                <a:rect l="l" t="t" r="r" b="b"/>
                <a:pathLst>
                  <a:path w="27" h="1" extrusionOk="0">
                    <a:moveTo>
                      <a:pt x="27" y="0"/>
                    </a:moveTo>
                    <a:cubicBezTo>
                      <a:pt x="16" y="0"/>
                      <a:pt x="10" y="0"/>
                      <a:pt x="0" y="1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59" name="Google Shape;559;p14"/>
              <p:cNvSpPr/>
              <p:nvPr/>
            </p:nvSpPr>
            <p:spPr>
              <a:xfrm>
                <a:off x="3185995" y="3312516"/>
                <a:ext cx="121739" cy="4056"/>
              </a:xfrm>
              <a:custGeom>
                <a:avLst/>
                <a:gdLst/>
                <a:ahLst/>
                <a:cxnLst/>
                <a:rect l="l" t="t" r="r" b="b"/>
                <a:pathLst>
                  <a:path w="32" h="1" extrusionOk="0">
                    <a:moveTo>
                      <a:pt x="32" y="0"/>
                    </a:moveTo>
                    <a:cubicBezTo>
                      <a:pt x="21" y="0"/>
                      <a:pt x="11" y="0"/>
                      <a:pt x="0" y="1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60" name="Google Shape;560;p14"/>
              <p:cNvSpPr/>
              <p:nvPr/>
            </p:nvSpPr>
            <p:spPr>
              <a:xfrm>
                <a:off x="2596936" y="3058329"/>
                <a:ext cx="544553" cy="482684"/>
              </a:xfrm>
              <a:custGeom>
                <a:avLst/>
                <a:gdLst/>
                <a:ahLst/>
                <a:cxnLst/>
                <a:rect l="l" t="t" r="r" b="b"/>
                <a:pathLst>
                  <a:path w="143" h="123" extrusionOk="0">
                    <a:moveTo>
                      <a:pt x="141" y="38"/>
                    </a:moveTo>
                    <a:cubicBezTo>
                      <a:pt x="139" y="26"/>
                      <a:pt x="133" y="18"/>
                      <a:pt x="129" y="14"/>
                    </a:cubicBezTo>
                    <a:cubicBezTo>
                      <a:pt x="129" y="14"/>
                      <a:pt x="129" y="14"/>
                      <a:pt x="129" y="14"/>
                    </a:cubicBezTo>
                    <a:cubicBezTo>
                      <a:pt x="116" y="0"/>
                      <a:pt x="94" y="0"/>
                      <a:pt x="81" y="14"/>
                    </a:cubicBezTo>
                    <a:cubicBezTo>
                      <a:pt x="71" y="24"/>
                      <a:pt x="71" y="24"/>
                      <a:pt x="71" y="24"/>
                    </a:cubicBezTo>
                    <a:cubicBezTo>
                      <a:pt x="62" y="14"/>
                      <a:pt x="62" y="14"/>
                      <a:pt x="62" y="14"/>
                    </a:cubicBezTo>
                    <a:cubicBezTo>
                      <a:pt x="49" y="0"/>
                      <a:pt x="27" y="0"/>
                      <a:pt x="14" y="14"/>
                    </a:cubicBezTo>
                    <a:cubicBezTo>
                      <a:pt x="14" y="14"/>
                      <a:pt x="14" y="14"/>
                      <a:pt x="14" y="14"/>
                    </a:cubicBezTo>
                    <a:cubicBezTo>
                      <a:pt x="10" y="18"/>
                      <a:pt x="4" y="26"/>
                      <a:pt x="2" y="38"/>
                    </a:cubicBezTo>
                    <a:cubicBezTo>
                      <a:pt x="0" y="60"/>
                      <a:pt x="11" y="89"/>
                      <a:pt x="71" y="123"/>
                    </a:cubicBezTo>
                    <a:cubicBezTo>
                      <a:pt x="71" y="123"/>
                      <a:pt x="71" y="123"/>
                      <a:pt x="71" y="123"/>
                    </a:cubicBezTo>
                    <a:cubicBezTo>
                      <a:pt x="71" y="123"/>
                      <a:pt x="71" y="123"/>
                      <a:pt x="71" y="123"/>
                    </a:cubicBezTo>
                    <a:cubicBezTo>
                      <a:pt x="71" y="123"/>
                      <a:pt x="71" y="123"/>
                      <a:pt x="71" y="123"/>
                    </a:cubicBezTo>
                    <a:cubicBezTo>
                      <a:pt x="71" y="123"/>
                      <a:pt x="71" y="123"/>
                      <a:pt x="71" y="123"/>
                    </a:cubicBezTo>
                    <a:cubicBezTo>
                      <a:pt x="131" y="89"/>
                      <a:pt x="143" y="60"/>
                      <a:pt x="141" y="38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61" name="Google Shape;561;p14"/>
              <p:cNvSpPr/>
              <p:nvPr/>
            </p:nvSpPr>
            <p:spPr>
              <a:xfrm>
                <a:off x="2608717" y="3171902"/>
                <a:ext cx="60215" cy="47322"/>
              </a:xfrm>
              <a:custGeom>
                <a:avLst/>
                <a:gdLst/>
                <a:ahLst/>
                <a:cxnLst/>
                <a:rect l="l" t="t" r="r" b="b"/>
                <a:pathLst>
                  <a:path w="16" h="12" extrusionOk="0">
                    <a:moveTo>
                      <a:pt x="0" y="12"/>
                    </a:moveTo>
                    <a:cubicBezTo>
                      <a:pt x="4" y="8"/>
                      <a:pt x="10" y="4"/>
                      <a:pt x="16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62" name="Google Shape;562;p14"/>
              <p:cNvSpPr/>
              <p:nvPr/>
            </p:nvSpPr>
            <p:spPr>
              <a:xfrm>
                <a:off x="2616571" y="3242209"/>
                <a:ext cx="71996" cy="55434"/>
              </a:xfrm>
              <a:custGeom>
                <a:avLst/>
                <a:gdLst/>
                <a:ahLst/>
                <a:cxnLst/>
                <a:rect l="l" t="t" r="r" b="b"/>
                <a:pathLst>
                  <a:path w="19" h="14" extrusionOk="0">
                    <a:moveTo>
                      <a:pt x="0" y="14"/>
                    </a:moveTo>
                    <a:cubicBezTo>
                      <a:pt x="6" y="9"/>
                      <a:pt x="13" y="5"/>
                      <a:pt x="19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63" name="Google Shape;563;p14"/>
              <p:cNvSpPr/>
              <p:nvPr/>
            </p:nvSpPr>
            <p:spPr>
              <a:xfrm>
                <a:off x="2658460" y="3312516"/>
                <a:ext cx="64142" cy="51378"/>
              </a:xfrm>
              <a:custGeom>
                <a:avLst/>
                <a:gdLst/>
                <a:ahLst/>
                <a:cxnLst/>
                <a:rect l="l" t="t" r="r" b="b"/>
                <a:pathLst>
                  <a:path w="17" h="13" extrusionOk="0">
                    <a:moveTo>
                      <a:pt x="0" y="13"/>
                    </a:moveTo>
                    <a:cubicBezTo>
                      <a:pt x="4" y="10"/>
                      <a:pt x="13" y="3"/>
                      <a:pt x="17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64" name="Google Shape;564;p14"/>
              <p:cNvSpPr/>
              <p:nvPr/>
            </p:nvSpPr>
            <p:spPr>
              <a:xfrm>
                <a:off x="2699040" y="3372006"/>
                <a:ext cx="57597" cy="43266"/>
              </a:xfrm>
              <a:custGeom>
                <a:avLst/>
                <a:gdLst/>
                <a:ahLst/>
                <a:cxnLst/>
                <a:rect l="l" t="t" r="r" b="b"/>
                <a:pathLst>
                  <a:path w="15" h="11" extrusionOk="0">
                    <a:moveTo>
                      <a:pt x="0" y="11"/>
                    </a:moveTo>
                    <a:cubicBezTo>
                      <a:pt x="3" y="8"/>
                      <a:pt x="12" y="2"/>
                      <a:pt x="15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65" name="Google Shape;565;p14"/>
              <p:cNvSpPr/>
              <p:nvPr/>
            </p:nvSpPr>
            <p:spPr>
              <a:xfrm>
                <a:off x="2756637" y="3430145"/>
                <a:ext cx="49743" cy="35153"/>
              </a:xfrm>
              <a:custGeom>
                <a:avLst/>
                <a:gdLst/>
                <a:ahLst/>
                <a:cxnLst/>
                <a:rect l="l" t="t" r="r" b="b"/>
                <a:pathLst>
                  <a:path w="13" h="9" extrusionOk="0">
                    <a:moveTo>
                      <a:pt x="0" y="9"/>
                    </a:moveTo>
                    <a:cubicBezTo>
                      <a:pt x="5" y="5"/>
                      <a:pt x="8" y="3"/>
                      <a:pt x="13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66" name="Google Shape;566;p14"/>
              <p:cNvSpPr/>
              <p:nvPr/>
            </p:nvSpPr>
            <p:spPr>
              <a:xfrm>
                <a:off x="2828633" y="3485579"/>
                <a:ext cx="37961" cy="27041"/>
              </a:xfrm>
              <a:custGeom>
                <a:avLst/>
                <a:gdLst/>
                <a:ahLst/>
                <a:cxnLst/>
                <a:rect l="l" t="t" r="r" b="b"/>
                <a:pathLst>
                  <a:path w="10" h="7" extrusionOk="0">
                    <a:moveTo>
                      <a:pt x="0" y="7"/>
                    </a:moveTo>
                    <a:cubicBezTo>
                      <a:pt x="4" y="4"/>
                      <a:pt x="6" y="3"/>
                      <a:pt x="10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67" name="Google Shape;567;p14"/>
              <p:cNvSpPr/>
              <p:nvPr/>
            </p:nvSpPr>
            <p:spPr>
              <a:xfrm>
                <a:off x="2954299" y="3116468"/>
                <a:ext cx="113884" cy="133853"/>
              </a:xfrm>
              <a:custGeom>
                <a:avLst/>
                <a:gdLst/>
                <a:ahLst/>
                <a:cxnLst/>
                <a:rect l="l" t="t" r="r" b="b"/>
                <a:pathLst>
                  <a:path w="30" h="34" extrusionOk="0">
                    <a:moveTo>
                      <a:pt x="9" y="14"/>
                    </a:moveTo>
                    <a:cubicBezTo>
                      <a:pt x="13" y="16"/>
                      <a:pt x="16" y="20"/>
                      <a:pt x="17" y="24"/>
                    </a:cubicBezTo>
                    <a:cubicBezTo>
                      <a:pt x="18" y="26"/>
                      <a:pt x="19" y="29"/>
                      <a:pt x="20" y="31"/>
                    </a:cubicBezTo>
                    <a:cubicBezTo>
                      <a:pt x="21" y="32"/>
                      <a:pt x="23" y="34"/>
                      <a:pt x="25" y="33"/>
                    </a:cubicBezTo>
                    <a:cubicBezTo>
                      <a:pt x="29" y="33"/>
                      <a:pt x="30" y="29"/>
                      <a:pt x="30" y="26"/>
                    </a:cubicBezTo>
                    <a:cubicBezTo>
                      <a:pt x="30" y="20"/>
                      <a:pt x="28" y="14"/>
                      <a:pt x="24" y="9"/>
                    </a:cubicBezTo>
                    <a:cubicBezTo>
                      <a:pt x="21" y="6"/>
                      <a:pt x="13" y="0"/>
                      <a:pt x="8" y="1"/>
                    </a:cubicBezTo>
                    <a:cubicBezTo>
                      <a:pt x="0" y="4"/>
                      <a:pt x="5" y="11"/>
                      <a:pt x="9" y="14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68" name="Google Shape;568;p14"/>
              <p:cNvSpPr/>
              <p:nvPr/>
            </p:nvSpPr>
            <p:spPr>
              <a:xfrm>
                <a:off x="3019750" y="3285475"/>
                <a:ext cx="44507" cy="51378"/>
              </a:xfrm>
              <a:custGeom>
                <a:avLst/>
                <a:gdLst/>
                <a:ahLst/>
                <a:cxnLst/>
                <a:rect l="l" t="t" r="r" b="b"/>
                <a:pathLst>
                  <a:path w="12" h="13" extrusionOk="0">
                    <a:moveTo>
                      <a:pt x="4" y="1"/>
                    </a:moveTo>
                    <a:cubicBezTo>
                      <a:pt x="8" y="0"/>
                      <a:pt x="12" y="3"/>
                      <a:pt x="12" y="7"/>
                    </a:cubicBezTo>
                    <a:cubicBezTo>
                      <a:pt x="12" y="10"/>
                      <a:pt x="8" y="13"/>
                      <a:pt x="4" y="12"/>
                    </a:cubicBezTo>
                    <a:cubicBezTo>
                      <a:pt x="1" y="10"/>
                      <a:pt x="0" y="5"/>
                      <a:pt x="3" y="2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69" name="Google Shape;569;p14"/>
              <p:cNvSpPr/>
              <p:nvPr/>
            </p:nvSpPr>
            <p:spPr>
              <a:xfrm>
                <a:off x="2668932" y="1484535"/>
                <a:ext cx="514445" cy="544879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9" extrusionOk="0">
                    <a:moveTo>
                      <a:pt x="67" y="0"/>
                    </a:moveTo>
                    <a:cubicBezTo>
                      <a:pt x="30" y="0"/>
                      <a:pt x="0" y="28"/>
                      <a:pt x="0" y="62"/>
                    </a:cubicBezTo>
                    <a:cubicBezTo>
                      <a:pt x="0" y="78"/>
                      <a:pt x="6" y="92"/>
                      <a:pt x="17" y="103"/>
                    </a:cubicBezTo>
                    <a:cubicBezTo>
                      <a:pt x="22" y="108"/>
                      <a:pt x="25" y="115"/>
                      <a:pt x="25" y="122"/>
                    </a:cubicBezTo>
                    <a:cubicBezTo>
                      <a:pt x="25" y="139"/>
                      <a:pt x="25" y="139"/>
                      <a:pt x="25" y="139"/>
                    </a:cubicBezTo>
                    <a:cubicBezTo>
                      <a:pt x="44" y="126"/>
                      <a:pt x="44" y="126"/>
                      <a:pt x="44" y="126"/>
                    </a:cubicBezTo>
                    <a:cubicBezTo>
                      <a:pt x="47" y="123"/>
                      <a:pt x="52" y="122"/>
                      <a:pt x="56" y="123"/>
                    </a:cubicBezTo>
                    <a:cubicBezTo>
                      <a:pt x="60" y="124"/>
                      <a:pt x="64" y="124"/>
                      <a:pt x="67" y="124"/>
                    </a:cubicBezTo>
                    <a:cubicBezTo>
                      <a:pt x="105" y="124"/>
                      <a:pt x="135" y="96"/>
                      <a:pt x="135" y="62"/>
                    </a:cubicBezTo>
                    <a:cubicBezTo>
                      <a:pt x="135" y="28"/>
                      <a:pt x="105" y="0"/>
                      <a:pt x="67" y="0"/>
                    </a:cubicBezTo>
                    <a:close/>
                    <a:moveTo>
                      <a:pt x="71" y="75"/>
                    </a:moveTo>
                    <a:cubicBezTo>
                      <a:pt x="62" y="65"/>
                      <a:pt x="62" y="65"/>
                      <a:pt x="62" y="65"/>
                    </a:cubicBezTo>
                    <a:cubicBezTo>
                      <a:pt x="59" y="63"/>
                      <a:pt x="56" y="62"/>
                      <a:pt x="53" y="64"/>
                    </a:cubicBezTo>
                    <a:cubicBezTo>
                      <a:pt x="25" y="80"/>
                      <a:pt x="25" y="80"/>
                      <a:pt x="25" y="80"/>
                    </a:cubicBezTo>
                    <a:cubicBezTo>
                      <a:pt x="56" y="46"/>
                      <a:pt x="56" y="46"/>
                      <a:pt x="56" y="46"/>
                    </a:cubicBezTo>
                    <a:cubicBezTo>
                      <a:pt x="58" y="44"/>
                      <a:pt x="61" y="44"/>
                      <a:pt x="63" y="46"/>
                    </a:cubicBezTo>
                    <a:cubicBezTo>
                      <a:pt x="73" y="57"/>
                      <a:pt x="73" y="57"/>
                      <a:pt x="73" y="57"/>
                    </a:cubicBezTo>
                    <a:cubicBezTo>
                      <a:pt x="76" y="59"/>
                      <a:pt x="79" y="60"/>
                      <a:pt x="82" y="58"/>
                    </a:cubicBezTo>
                    <a:cubicBezTo>
                      <a:pt x="110" y="42"/>
                      <a:pt x="110" y="42"/>
                      <a:pt x="110" y="42"/>
                    </a:cubicBezTo>
                    <a:cubicBezTo>
                      <a:pt x="81" y="75"/>
                      <a:pt x="81" y="75"/>
                      <a:pt x="81" y="75"/>
                    </a:cubicBezTo>
                    <a:cubicBezTo>
                      <a:pt x="78" y="78"/>
                      <a:pt x="73" y="78"/>
                      <a:pt x="71" y="75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70" name="Google Shape;570;p14"/>
              <p:cNvSpPr/>
              <p:nvPr/>
            </p:nvSpPr>
            <p:spPr>
              <a:xfrm>
                <a:off x="2501377" y="1327696"/>
                <a:ext cx="137447" cy="140614"/>
              </a:xfrm>
              <a:custGeom>
                <a:avLst/>
                <a:gdLst/>
                <a:ahLst/>
                <a:cxnLst/>
                <a:rect l="l" t="t" r="r" b="b"/>
                <a:pathLst>
                  <a:path w="36" h="36" extrusionOk="0">
                    <a:moveTo>
                      <a:pt x="36" y="36"/>
                    </a:moveTo>
                    <a:cubicBezTo>
                      <a:pt x="23" y="25"/>
                      <a:pt x="11" y="13"/>
                      <a:pt x="0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71" name="Google Shape;571;p14"/>
              <p:cNvSpPr/>
              <p:nvPr/>
            </p:nvSpPr>
            <p:spPr>
              <a:xfrm>
                <a:off x="2680714" y="1197899"/>
                <a:ext cx="117812" cy="175767"/>
              </a:xfrm>
              <a:custGeom>
                <a:avLst/>
                <a:gdLst/>
                <a:ahLst/>
                <a:cxnLst/>
                <a:rect l="l" t="t" r="r" b="b"/>
                <a:pathLst>
                  <a:path w="31" h="45" extrusionOk="0">
                    <a:moveTo>
                      <a:pt x="31" y="45"/>
                    </a:moveTo>
                    <a:cubicBezTo>
                      <a:pt x="22" y="31"/>
                      <a:pt x="9" y="14"/>
                      <a:pt x="0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72" name="Google Shape;572;p14"/>
              <p:cNvSpPr/>
              <p:nvPr/>
            </p:nvSpPr>
            <p:spPr>
              <a:xfrm>
                <a:off x="2942517" y="1123536"/>
                <a:ext cx="35343" cy="223089"/>
              </a:xfrm>
              <a:custGeom>
                <a:avLst/>
                <a:gdLst/>
                <a:ahLst/>
                <a:cxnLst/>
                <a:rect l="l" t="t" r="r" b="b"/>
                <a:pathLst>
                  <a:path w="9" h="57" extrusionOk="0">
                    <a:moveTo>
                      <a:pt x="0" y="57"/>
                    </a:moveTo>
                    <a:cubicBezTo>
                      <a:pt x="3" y="38"/>
                      <a:pt x="6" y="19"/>
                      <a:pt x="9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73" name="Google Shape;573;p14"/>
              <p:cNvSpPr/>
              <p:nvPr/>
            </p:nvSpPr>
            <p:spPr>
              <a:xfrm>
                <a:off x="3121853" y="1247925"/>
                <a:ext cx="117812" cy="154134"/>
              </a:xfrm>
              <a:custGeom>
                <a:avLst/>
                <a:gdLst/>
                <a:ahLst/>
                <a:cxnLst/>
                <a:rect l="l" t="t" r="r" b="b"/>
                <a:pathLst>
                  <a:path w="31" h="39" extrusionOk="0">
                    <a:moveTo>
                      <a:pt x="0" y="39"/>
                    </a:moveTo>
                    <a:cubicBezTo>
                      <a:pt x="12" y="27"/>
                      <a:pt x="23" y="14"/>
                      <a:pt x="31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74" name="Google Shape;574;p14"/>
              <p:cNvSpPr/>
              <p:nvPr/>
            </p:nvSpPr>
            <p:spPr>
              <a:xfrm>
                <a:off x="3227884" y="1449381"/>
                <a:ext cx="187190" cy="117629"/>
              </a:xfrm>
              <a:custGeom>
                <a:avLst/>
                <a:gdLst/>
                <a:ahLst/>
                <a:cxnLst/>
                <a:rect l="l" t="t" r="r" b="b"/>
                <a:pathLst>
                  <a:path w="49" h="30" extrusionOk="0">
                    <a:moveTo>
                      <a:pt x="0" y="30"/>
                    </a:moveTo>
                    <a:cubicBezTo>
                      <a:pt x="15" y="18"/>
                      <a:pt x="32" y="8"/>
                      <a:pt x="49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75" name="Google Shape;575;p14"/>
              <p:cNvSpPr/>
              <p:nvPr/>
            </p:nvSpPr>
            <p:spPr>
              <a:xfrm>
                <a:off x="1143923" y="3987192"/>
                <a:ext cx="722580" cy="440771"/>
              </a:xfrm>
              <a:custGeom>
                <a:avLst/>
                <a:gdLst/>
                <a:ahLst/>
                <a:cxnLst/>
                <a:rect l="l" t="t" r="r" b="b"/>
                <a:pathLst>
                  <a:path w="190" h="112" extrusionOk="0">
                    <a:moveTo>
                      <a:pt x="179" y="80"/>
                    </a:moveTo>
                    <a:cubicBezTo>
                      <a:pt x="178" y="79"/>
                      <a:pt x="177" y="79"/>
                      <a:pt x="176" y="79"/>
                    </a:cubicBezTo>
                    <a:cubicBezTo>
                      <a:pt x="171" y="78"/>
                      <a:pt x="166" y="76"/>
                      <a:pt x="161" y="75"/>
                    </a:cubicBezTo>
                    <a:cubicBezTo>
                      <a:pt x="151" y="72"/>
                      <a:pt x="141" y="69"/>
                      <a:pt x="130" y="66"/>
                    </a:cubicBezTo>
                    <a:cubicBezTo>
                      <a:pt x="130" y="65"/>
                      <a:pt x="125" y="64"/>
                      <a:pt x="121" y="63"/>
                    </a:cubicBezTo>
                    <a:cubicBezTo>
                      <a:pt x="113" y="60"/>
                      <a:pt x="114" y="54"/>
                      <a:pt x="113" y="50"/>
                    </a:cubicBezTo>
                    <a:cubicBezTo>
                      <a:pt x="111" y="36"/>
                      <a:pt x="106" y="22"/>
                      <a:pt x="91" y="12"/>
                    </a:cubicBezTo>
                    <a:cubicBezTo>
                      <a:pt x="76" y="2"/>
                      <a:pt x="57" y="0"/>
                      <a:pt x="41" y="7"/>
                    </a:cubicBezTo>
                    <a:cubicBezTo>
                      <a:pt x="9" y="21"/>
                      <a:pt x="0" y="61"/>
                      <a:pt x="22" y="88"/>
                    </a:cubicBezTo>
                    <a:cubicBezTo>
                      <a:pt x="36" y="106"/>
                      <a:pt x="62" y="112"/>
                      <a:pt x="83" y="102"/>
                    </a:cubicBezTo>
                    <a:cubicBezTo>
                      <a:pt x="103" y="94"/>
                      <a:pt x="109" y="76"/>
                      <a:pt x="126" y="82"/>
                    </a:cubicBezTo>
                    <a:cubicBezTo>
                      <a:pt x="137" y="85"/>
                      <a:pt x="148" y="88"/>
                      <a:pt x="158" y="91"/>
                    </a:cubicBezTo>
                    <a:cubicBezTo>
                      <a:pt x="162" y="92"/>
                      <a:pt x="165" y="93"/>
                      <a:pt x="169" y="95"/>
                    </a:cubicBezTo>
                    <a:cubicBezTo>
                      <a:pt x="173" y="96"/>
                      <a:pt x="177" y="97"/>
                      <a:pt x="181" y="97"/>
                    </a:cubicBezTo>
                    <a:cubicBezTo>
                      <a:pt x="184" y="97"/>
                      <a:pt x="186" y="97"/>
                      <a:pt x="188" y="95"/>
                    </a:cubicBezTo>
                    <a:cubicBezTo>
                      <a:pt x="190" y="92"/>
                      <a:pt x="190" y="87"/>
                      <a:pt x="188" y="85"/>
                    </a:cubicBezTo>
                    <a:cubicBezTo>
                      <a:pt x="186" y="82"/>
                      <a:pt x="183" y="81"/>
                      <a:pt x="179" y="80"/>
                    </a:cubicBezTo>
                    <a:close/>
                    <a:moveTo>
                      <a:pt x="80" y="85"/>
                    </a:moveTo>
                    <a:cubicBezTo>
                      <a:pt x="63" y="95"/>
                      <a:pt x="42" y="89"/>
                      <a:pt x="32" y="73"/>
                    </a:cubicBezTo>
                    <a:cubicBezTo>
                      <a:pt x="22" y="56"/>
                      <a:pt x="27" y="35"/>
                      <a:pt x="44" y="25"/>
                    </a:cubicBezTo>
                    <a:cubicBezTo>
                      <a:pt x="60" y="15"/>
                      <a:pt x="82" y="20"/>
                      <a:pt x="92" y="37"/>
                    </a:cubicBezTo>
                    <a:cubicBezTo>
                      <a:pt x="102" y="53"/>
                      <a:pt x="96" y="75"/>
                      <a:pt x="80" y="85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76" name="Google Shape;576;p14"/>
              <p:cNvSpPr/>
              <p:nvPr/>
            </p:nvSpPr>
            <p:spPr>
              <a:xfrm>
                <a:off x="1311477" y="4106174"/>
                <a:ext cx="147919" cy="85179"/>
              </a:xfrm>
              <a:custGeom>
                <a:avLst/>
                <a:gdLst/>
                <a:ahLst/>
                <a:cxnLst/>
                <a:rect l="l" t="t" r="r" b="b"/>
                <a:pathLst>
                  <a:path w="39" h="22" extrusionOk="0">
                    <a:moveTo>
                      <a:pt x="3" y="8"/>
                    </a:moveTo>
                    <a:cubicBezTo>
                      <a:pt x="1" y="10"/>
                      <a:pt x="0" y="13"/>
                      <a:pt x="2" y="16"/>
                    </a:cubicBezTo>
                    <a:cubicBezTo>
                      <a:pt x="4" y="18"/>
                      <a:pt x="8" y="17"/>
                      <a:pt x="10" y="16"/>
                    </a:cubicBezTo>
                    <a:cubicBezTo>
                      <a:pt x="13" y="15"/>
                      <a:pt x="16" y="14"/>
                      <a:pt x="18" y="15"/>
                    </a:cubicBezTo>
                    <a:cubicBezTo>
                      <a:pt x="22" y="16"/>
                      <a:pt x="26" y="19"/>
                      <a:pt x="29" y="21"/>
                    </a:cubicBezTo>
                    <a:cubicBezTo>
                      <a:pt x="35" y="22"/>
                      <a:pt x="39" y="16"/>
                      <a:pt x="36" y="11"/>
                    </a:cubicBezTo>
                    <a:cubicBezTo>
                      <a:pt x="33" y="5"/>
                      <a:pt x="26" y="2"/>
                      <a:pt x="21" y="1"/>
                    </a:cubicBezTo>
                    <a:cubicBezTo>
                      <a:pt x="14" y="0"/>
                      <a:pt x="7" y="3"/>
                      <a:pt x="3" y="8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grpSp>
          <p:nvGrpSpPr>
            <p:cNvPr id="577" name="Google Shape;577;p14"/>
            <p:cNvGrpSpPr/>
            <p:nvPr/>
          </p:nvGrpSpPr>
          <p:grpSpPr>
            <a:xfrm flipH="1">
              <a:off x="646552" y="1040215"/>
              <a:ext cx="228600" cy="4777570"/>
              <a:chOff x="4801577" y="1040215"/>
              <a:chExt cx="228600" cy="4777570"/>
            </a:xfrm>
          </p:grpSpPr>
          <p:sp>
            <p:nvSpPr>
              <p:cNvPr id="578" name="Google Shape;578;p14"/>
              <p:cNvSpPr/>
              <p:nvPr/>
            </p:nvSpPr>
            <p:spPr>
              <a:xfrm rot="10800000" flipH="1">
                <a:off x="4801577" y="5360585"/>
                <a:ext cx="228600" cy="457200"/>
              </a:xfrm>
              <a:prstGeom prst="rtTriangle">
                <a:avLst/>
              </a:prstGeom>
              <a:solidFill>
                <a:srgbClr val="92D05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79" name="Google Shape;579;p14"/>
              <p:cNvSpPr/>
              <p:nvPr/>
            </p:nvSpPr>
            <p:spPr>
              <a:xfrm>
                <a:off x="4801577" y="1040215"/>
                <a:ext cx="228600" cy="457200"/>
              </a:xfrm>
              <a:prstGeom prst="rtTriangle">
                <a:avLst/>
              </a:prstGeom>
              <a:solidFill>
                <a:srgbClr val="92D05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</p:grpSp>
      <p:sp>
        <p:nvSpPr>
          <p:cNvPr id="580" name="Google Shape;580;p14"/>
          <p:cNvSpPr/>
          <p:nvPr/>
        </p:nvSpPr>
        <p:spPr>
          <a:xfrm>
            <a:off x="3798167" y="1066749"/>
            <a:ext cx="3938148" cy="4742401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581" name="Google Shape;581;p14"/>
          <p:cNvGrpSpPr/>
          <p:nvPr/>
        </p:nvGrpSpPr>
        <p:grpSpPr>
          <a:xfrm>
            <a:off x="3866451" y="1444815"/>
            <a:ext cx="3749694" cy="4134264"/>
            <a:chOff x="1041819" y="1123536"/>
            <a:chExt cx="3822341" cy="4214361"/>
          </a:xfrm>
        </p:grpSpPr>
        <p:sp>
          <p:nvSpPr>
            <p:cNvPr id="582" name="Google Shape;582;p14"/>
            <p:cNvSpPr/>
            <p:nvPr/>
          </p:nvSpPr>
          <p:spPr>
            <a:xfrm>
              <a:off x="2524940" y="4537479"/>
              <a:ext cx="383543" cy="494853"/>
            </a:xfrm>
            <a:custGeom>
              <a:avLst/>
              <a:gdLst/>
              <a:ahLst/>
              <a:cxnLst/>
              <a:rect l="l" t="t" r="r" b="b"/>
              <a:pathLst>
                <a:path w="101" h="126" extrusionOk="0">
                  <a:moveTo>
                    <a:pt x="0" y="118"/>
                  </a:moveTo>
                  <a:cubicBezTo>
                    <a:pt x="0" y="120"/>
                    <a:pt x="1" y="126"/>
                    <a:pt x="2" y="126"/>
                  </a:cubicBezTo>
                  <a:cubicBezTo>
                    <a:pt x="2" y="126"/>
                    <a:pt x="14" y="126"/>
                    <a:pt x="28" y="126"/>
                  </a:cubicBezTo>
                  <a:cubicBezTo>
                    <a:pt x="36" y="126"/>
                    <a:pt x="43" y="126"/>
                    <a:pt x="50" y="126"/>
                  </a:cubicBezTo>
                  <a:cubicBezTo>
                    <a:pt x="57" y="126"/>
                    <a:pt x="65" y="126"/>
                    <a:pt x="72" y="126"/>
                  </a:cubicBezTo>
                  <a:cubicBezTo>
                    <a:pt x="86" y="126"/>
                    <a:pt x="98" y="126"/>
                    <a:pt x="98" y="126"/>
                  </a:cubicBezTo>
                  <a:cubicBezTo>
                    <a:pt x="100" y="126"/>
                    <a:pt x="100" y="120"/>
                    <a:pt x="100" y="118"/>
                  </a:cubicBezTo>
                  <a:cubicBezTo>
                    <a:pt x="101" y="107"/>
                    <a:pt x="100" y="97"/>
                    <a:pt x="90" y="91"/>
                  </a:cubicBezTo>
                  <a:cubicBezTo>
                    <a:pt x="87" y="88"/>
                    <a:pt x="78" y="85"/>
                    <a:pt x="73" y="82"/>
                  </a:cubicBezTo>
                  <a:cubicBezTo>
                    <a:pt x="68" y="80"/>
                    <a:pt x="60" y="73"/>
                    <a:pt x="64" y="67"/>
                  </a:cubicBezTo>
                  <a:cubicBezTo>
                    <a:pt x="67" y="62"/>
                    <a:pt x="75" y="65"/>
                    <a:pt x="78" y="59"/>
                  </a:cubicBezTo>
                  <a:cubicBezTo>
                    <a:pt x="79" y="58"/>
                    <a:pt x="77" y="56"/>
                    <a:pt x="77" y="51"/>
                  </a:cubicBezTo>
                  <a:cubicBezTo>
                    <a:pt x="77" y="47"/>
                    <a:pt x="77" y="31"/>
                    <a:pt x="76" y="26"/>
                  </a:cubicBezTo>
                  <a:cubicBezTo>
                    <a:pt x="73" y="19"/>
                    <a:pt x="70" y="12"/>
                    <a:pt x="63" y="7"/>
                  </a:cubicBezTo>
                  <a:cubicBezTo>
                    <a:pt x="53" y="0"/>
                    <a:pt x="38" y="4"/>
                    <a:pt x="30" y="14"/>
                  </a:cubicBezTo>
                  <a:cubicBezTo>
                    <a:pt x="23" y="25"/>
                    <a:pt x="24" y="39"/>
                    <a:pt x="24" y="51"/>
                  </a:cubicBezTo>
                  <a:cubicBezTo>
                    <a:pt x="23" y="56"/>
                    <a:pt x="21" y="58"/>
                    <a:pt x="22" y="59"/>
                  </a:cubicBezTo>
                  <a:cubicBezTo>
                    <a:pt x="25" y="64"/>
                    <a:pt x="33" y="63"/>
                    <a:pt x="36" y="67"/>
                  </a:cubicBezTo>
                  <a:cubicBezTo>
                    <a:pt x="41" y="72"/>
                    <a:pt x="32" y="80"/>
                    <a:pt x="28" y="82"/>
                  </a:cubicBezTo>
                  <a:cubicBezTo>
                    <a:pt x="22" y="85"/>
                    <a:pt x="14" y="88"/>
                    <a:pt x="10" y="91"/>
                  </a:cubicBezTo>
                  <a:cubicBezTo>
                    <a:pt x="1" y="97"/>
                    <a:pt x="0" y="107"/>
                    <a:pt x="0" y="11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583" name="Google Shape;583;p14"/>
            <p:cNvSpPr/>
            <p:nvPr/>
          </p:nvSpPr>
          <p:spPr>
            <a:xfrm>
              <a:off x="2848267" y="4517199"/>
              <a:ext cx="331182" cy="515133"/>
            </a:xfrm>
            <a:custGeom>
              <a:avLst/>
              <a:gdLst/>
              <a:ahLst/>
              <a:cxnLst/>
              <a:rect l="l" t="t" r="r" b="b"/>
              <a:pathLst>
                <a:path w="87" h="131" extrusionOk="0">
                  <a:moveTo>
                    <a:pt x="25" y="6"/>
                  </a:moveTo>
                  <a:cubicBezTo>
                    <a:pt x="32" y="6"/>
                    <a:pt x="38" y="9"/>
                    <a:pt x="41" y="15"/>
                  </a:cubicBezTo>
                  <a:cubicBezTo>
                    <a:pt x="42" y="18"/>
                    <a:pt x="42" y="20"/>
                    <a:pt x="41" y="24"/>
                  </a:cubicBezTo>
                  <a:cubicBezTo>
                    <a:pt x="41" y="26"/>
                    <a:pt x="41" y="30"/>
                    <a:pt x="41" y="34"/>
                  </a:cubicBezTo>
                  <a:cubicBezTo>
                    <a:pt x="41" y="37"/>
                    <a:pt x="41" y="37"/>
                    <a:pt x="41" y="37"/>
                  </a:cubicBezTo>
                  <a:cubicBezTo>
                    <a:pt x="44" y="38"/>
                    <a:pt x="44" y="38"/>
                    <a:pt x="44" y="38"/>
                  </a:cubicBezTo>
                  <a:cubicBezTo>
                    <a:pt x="44" y="38"/>
                    <a:pt x="44" y="39"/>
                    <a:pt x="44" y="40"/>
                  </a:cubicBezTo>
                  <a:cubicBezTo>
                    <a:pt x="43" y="41"/>
                    <a:pt x="43" y="41"/>
                    <a:pt x="42" y="42"/>
                  </a:cubicBezTo>
                  <a:cubicBezTo>
                    <a:pt x="40" y="43"/>
                    <a:pt x="38" y="45"/>
                    <a:pt x="37" y="48"/>
                  </a:cubicBezTo>
                  <a:cubicBezTo>
                    <a:pt x="37" y="49"/>
                    <a:pt x="37" y="49"/>
                    <a:pt x="37" y="50"/>
                  </a:cubicBezTo>
                  <a:cubicBezTo>
                    <a:pt x="36" y="54"/>
                    <a:pt x="34" y="61"/>
                    <a:pt x="35" y="66"/>
                  </a:cubicBezTo>
                  <a:cubicBezTo>
                    <a:pt x="36" y="75"/>
                    <a:pt x="41" y="82"/>
                    <a:pt x="50" y="85"/>
                  </a:cubicBezTo>
                  <a:cubicBezTo>
                    <a:pt x="56" y="88"/>
                    <a:pt x="64" y="93"/>
                    <a:pt x="70" y="97"/>
                  </a:cubicBezTo>
                  <a:cubicBezTo>
                    <a:pt x="77" y="102"/>
                    <a:pt x="79" y="118"/>
                    <a:pt x="78" y="125"/>
                  </a:cubicBezTo>
                  <a:cubicBezTo>
                    <a:pt x="31" y="125"/>
                    <a:pt x="31" y="125"/>
                    <a:pt x="31" y="125"/>
                  </a:cubicBezTo>
                  <a:cubicBezTo>
                    <a:pt x="31" y="125"/>
                    <a:pt x="31" y="125"/>
                    <a:pt x="31" y="125"/>
                  </a:cubicBezTo>
                  <a:cubicBezTo>
                    <a:pt x="31" y="124"/>
                    <a:pt x="31" y="124"/>
                    <a:pt x="31" y="124"/>
                  </a:cubicBezTo>
                  <a:cubicBezTo>
                    <a:pt x="32" y="117"/>
                    <a:pt x="33" y="95"/>
                    <a:pt x="14" y="82"/>
                  </a:cubicBezTo>
                  <a:cubicBezTo>
                    <a:pt x="13" y="81"/>
                    <a:pt x="11" y="80"/>
                    <a:pt x="9" y="79"/>
                  </a:cubicBezTo>
                  <a:cubicBezTo>
                    <a:pt x="13" y="76"/>
                    <a:pt x="15" y="71"/>
                    <a:pt x="16" y="66"/>
                  </a:cubicBezTo>
                  <a:cubicBezTo>
                    <a:pt x="16" y="61"/>
                    <a:pt x="15" y="54"/>
                    <a:pt x="14" y="50"/>
                  </a:cubicBezTo>
                  <a:cubicBezTo>
                    <a:pt x="14" y="49"/>
                    <a:pt x="14" y="49"/>
                    <a:pt x="14" y="48"/>
                  </a:cubicBezTo>
                  <a:cubicBezTo>
                    <a:pt x="13" y="45"/>
                    <a:pt x="11" y="43"/>
                    <a:pt x="9" y="42"/>
                  </a:cubicBezTo>
                  <a:cubicBezTo>
                    <a:pt x="7" y="41"/>
                    <a:pt x="7" y="41"/>
                    <a:pt x="7" y="40"/>
                  </a:cubicBezTo>
                  <a:cubicBezTo>
                    <a:pt x="7" y="39"/>
                    <a:pt x="7" y="39"/>
                    <a:pt x="8" y="37"/>
                  </a:cubicBezTo>
                  <a:cubicBezTo>
                    <a:pt x="8" y="35"/>
                    <a:pt x="10" y="33"/>
                    <a:pt x="9" y="29"/>
                  </a:cubicBezTo>
                  <a:cubicBezTo>
                    <a:pt x="9" y="28"/>
                    <a:pt x="9" y="26"/>
                    <a:pt x="9" y="25"/>
                  </a:cubicBezTo>
                  <a:cubicBezTo>
                    <a:pt x="8" y="21"/>
                    <a:pt x="8" y="19"/>
                    <a:pt x="9" y="17"/>
                  </a:cubicBezTo>
                  <a:cubicBezTo>
                    <a:pt x="10" y="13"/>
                    <a:pt x="13" y="9"/>
                    <a:pt x="17" y="7"/>
                  </a:cubicBezTo>
                  <a:cubicBezTo>
                    <a:pt x="20" y="6"/>
                    <a:pt x="22" y="6"/>
                    <a:pt x="25" y="6"/>
                  </a:cubicBezTo>
                  <a:moveTo>
                    <a:pt x="25" y="0"/>
                  </a:moveTo>
                  <a:cubicBezTo>
                    <a:pt x="21" y="0"/>
                    <a:pt x="18" y="0"/>
                    <a:pt x="14" y="2"/>
                  </a:cubicBezTo>
                  <a:cubicBezTo>
                    <a:pt x="9" y="5"/>
                    <a:pt x="5" y="9"/>
                    <a:pt x="3" y="15"/>
                  </a:cubicBezTo>
                  <a:cubicBezTo>
                    <a:pt x="1" y="20"/>
                    <a:pt x="3" y="24"/>
                    <a:pt x="3" y="30"/>
                  </a:cubicBezTo>
                  <a:cubicBezTo>
                    <a:pt x="4" y="34"/>
                    <a:pt x="0" y="36"/>
                    <a:pt x="1" y="41"/>
                  </a:cubicBezTo>
                  <a:cubicBezTo>
                    <a:pt x="2" y="47"/>
                    <a:pt x="7" y="47"/>
                    <a:pt x="8" y="49"/>
                  </a:cubicBezTo>
                  <a:cubicBezTo>
                    <a:pt x="8" y="52"/>
                    <a:pt x="10" y="60"/>
                    <a:pt x="10" y="66"/>
                  </a:cubicBezTo>
                  <a:cubicBezTo>
                    <a:pt x="9" y="71"/>
                    <a:pt x="6" y="75"/>
                    <a:pt x="1" y="78"/>
                  </a:cubicBezTo>
                  <a:cubicBezTo>
                    <a:pt x="0" y="80"/>
                    <a:pt x="0" y="81"/>
                    <a:pt x="2" y="82"/>
                  </a:cubicBezTo>
                  <a:cubicBezTo>
                    <a:pt x="5" y="84"/>
                    <a:pt x="9" y="86"/>
                    <a:pt x="11" y="87"/>
                  </a:cubicBezTo>
                  <a:cubicBezTo>
                    <a:pt x="27" y="98"/>
                    <a:pt x="26" y="117"/>
                    <a:pt x="25" y="124"/>
                  </a:cubicBezTo>
                  <a:cubicBezTo>
                    <a:pt x="25" y="124"/>
                    <a:pt x="25" y="124"/>
                    <a:pt x="25" y="124"/>
                  </a:cubicBezTo>
                  <a:cubicBezTo>
                    <a:pt x="25" y="126"/>
                    <a:pt x="25" y="128"/>
                    <a:pt x="25" y="130"/>
                  </a:cubicBezTo>
                  <a:cubicBezTo>
                    <a:pt x="25" y="131"/>
                    <a:pt x="25" y="131"/>
                    <a:pt x="26" y="131"/>
                  </a:cubicBezTo>
                  <a:cubicBezTo>
                    <a:pt x="28" y="131"/>
                    <a:pt x="28" y="131"/>
                    <a:pt x="28" y="131"/>
                  </a:cubicBezTo>
                  <a:cubicBezTo>
                    <a:pt x="83" y="131"/>
                    <a:pt x="83" y="131"/>
                    <a:pt x="83" y="131"/>
                  </a:cubicBezTo>
                  <a:cubicBezTo>
                    <a:pt x="85" y="131"/>
                    <a:pt x="87" y="101"/>
                    <a:pt x="74" y="92"/>
                  </a:cubicBezTo>
                  <a:cubicBezTo>
                    <a:pt x="67" y="88"/>
                    <a:pt x="59" y="83"/>
                    <a:pt x="52" y="80"/>
                  </a:cubicBezTo>
                  <a:cubicBezTo>
                    <a:pt x="45" y="77"/>
                    <a:pt x="42" y="71"/>
                    <a:pt x="41" y="66"/>
                  </a:cubicBezTo>
                  <a:cubicBezTo>
                    <a:pt x="40" y="60"/>
                    <a:pt x="42" y="52"/>
                    <a:pt x="43" y="49"/>
                  </a:cubicBezTo>
                  <a:cubicBezTo>
                    <a:pt x="43" y="47"/>
                    <a:pt x="49" y="47"/>
                    <a:pt x="50" y="41"/>
                  </a:cubicBezTo>
                  <a:cubicBezTo>
                    <a:pt x="50" y="39"/>
                    <a:pt x="50" y="34"/>
                    <a:pt x="47" y="33"/>
                  </a:cubicBezTo>
                  <a:cubicBezTo>
                    <a:pt x="46" y="25"/>
                    <a:pt x="50" y="20"/>
                    <a:pt x="46" y="12"/>
                  </a:cubicBezTo>
                  <a:cubicBezTo>
                    <a:pt x="42" y="4"/>
                    <a:pt x="34" y="0"/>
                    <a:pt x="2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584" name="Google Shape;584;p14"/>
            <p:cNvSpPr/>
            <p:nvPr/>
          </p:nvSpPr>
          <p:spPr>
            <a:xfrm>
              <a:off x="1828540" y="4572633"/>
              <a:ext cx="464702" cy="470516"/>
            </a:xfrm>
            <a:custGeom>
              <a:avLst/>
              <a:gdLst/>
              <a:ahLst/>
              <a:cxnLst/>
              <a:rect l="l" t="t" r="r" b="b"/>
              <a:pathLst>
                <a:path w="122" h="120" extrusionOk="0">
                  <a:moveTo>
                    <a:pt x="61" y="6"/>
                  </a:moveTo>
                  <a:cubicBezTo>
                    <a:pt x="69" y="6"/>
                    <a:pt x="75" y="7"/>
                    <a:pt x="82" y="9"/>
                  </a:cubicBezTo>
                  <a:cubicBezTo>
                    <a:pt x="89" y="12"/>
                    <a:pt x="94" y="15"/>
                    <a:pt x="99" y="20"/>
                  </a:cubicBezTo>
                  <a:cubicBezTo>
                    <a:pt x="104" y="24"/>
                    <a:pt x="109" y="30"/>
                    <a:pt x="112" y="37"/>
                  </a:cubicBezTo>
                  <a:cubicBezTo>
                    <a:pt x="115" y="44"/>
                    <a:pt x="116" y="52"/>
                    <a:pt x="116" y="61"/>
                  </a:cubicBezTo>
                  <a:cubicBezTo>
                    <a:pt x="116" y="63"/>
                    <a:pt x="116" y="64"/>
                    <a:pt x="116" y="67"/>
                  </a:cubicBezTo>
                  <a:cubicBezTo>
                    <a:pt x="116" y="69"/>
                    <a:pt x="115" y="71"/>
                    <a:pt x="115" y="74"/>
                  </a:cubicBezTo>
                  <a:cubicBezTo>
                    <a:pt x="114" y="76"/>
                    <a:pt x="114" y="79"/>
                    <a:pt x="113" y="81"/>
                  </a:cubicBezTo>
                  <a:cubicBezTo>
                    <a:pt x="112" y="84"/>
                    <a:pt x="110" y="86"/>
                    <a:pt x="109" y="89"/>
                  </a:cubicBezTo>
                  <a:cubicBezTo>
                    <a:pt x="107" y="91"/>
                    <a:pt x="105" y="92"/>
                    <a:pt x="102" y="94"/>
                  </a:cubicBezTo>
                  <a:cubicBezTo>
                    <a:pt x="100" y="95"/>
                    <a:pt x="97" y="96"/>
                    <a:pt x="93" y="96"/>
                  </a:cubicBezTo>
                  <a:cubicBezTo>
                    <a:pt x="91" y="96"/>
                    <a:pt x="88" y="95"/>
                    <a:pt x="87" y="95"/>
                  </a:cubicBezTo>
                  <a:cubicBezTo>
                    <a:pt x="85" y="94"/>
                    <a:pt x="83" y="93"/>
                    <a:pt x="82" y="92"/>
                  </a:cubicBezTo>
                  <a:cubicBezTo>
                    <a:pt x="81" y="91"/>
                    <a:pt x="81" y="90"/>
                    <a:pt x="80" y="88"/>
                  </a:cubicBezTo>
                  <a:cubicBezTo>
                    <a:pt x="79" y="87"/>
                    <a:pt x="79" y="86"/>
                    <a:pt x="79" y="84"/>
                  </a:cubicBezTo>
                  <a:cubicBezTo>
                    <a:pt x="76" y="87"/>
                    <a:pt x="72" y="90"/>
                    <a:pt x="68" y="91"/>
                  </a:cubicBezTo>
                  <a:cubicBezTo>
                    <a:pt x="64" y="93"/>
                    <a:pt x="59" y="94"/>
                    <a:pt x="54" y="94"/>
                  </a:cubicBezTo>
                  <a:cubicBezTo>
                    <a:pt x="47" y="94"/>
                    <a:pt x="42" y="92"/>
                    <a:pt x="38" y="88"/>
                  </a:cubicBezTo>
                  <a:cubicBezTo>
                    <a:pt x="34" y="84"/>
                    <a:pt x="32" y="79"/>
                    <a:pt x="32" y="73"/>
                  </a:cubicBezTo>
                  <a:cubicBezTo>
                    <a:pt x="32" y="69"/>
                    <a:pt x="33" y="66"/>
                    <a:pt x="34" y="63"/>
                  </a:cubicBezTo>
                  <a:cubicBezTo>
                    <a:pt x="36" y="60"/>
                    <a:pt x="38" y="58"/>
                    <a:pt x="41" y="56"/>
                  </a:cubicBezTo>
                  <a:cubicBezTo>
                    <a:pt x="43" y="55"/>
                    <a:pt x="46" y="53"/>
                    <a:pt x="49" y="53"/>
                  </a:cubicBezTo>
                  <a:cubicBezTo>
                    <a:pt x="52" y="52"/>
                    <a:pt x="56" y="52"/>
                    <a:pt x="59" y="52"/>
                  </a:cubicBezTo>
                  <a:cubicBezTo>
                    <a:pt x="63" y="52"/>
                    <a:pt x="66" y="52"/>
                    <a:pt x="69" y="53"/>
                  </a:cubicBezTo>
                  <a:cubicBezTo>
                    <a:pt x="71" y="53"/>
                    <a:pt x="73" y="54"/>
                    <a:pt x="75" y="55"/>
                  </a:cubicBezTo>
                  <a:cubicBezTo>
                    <a:pt x="75" y="52"/>
                    <a:pt x="74" y="50"/>
                    <a:pt x="74" y="48"/>
                  </a:cubicBezTo>
                  <a:cubicBezTo>
                    <a:pt x="73" y="46"/>
                    <a:pt x="73" y="45"/>
                    <a:pt x="71" y="43"/>
                  </a:cubicBezTo>
                  <a:cubicBezTo>
                    <a:pt x="70" y="42"/>
                    <a:pt x="69" y="41"/>
                    <a:pt x="67" y="40"/>
                  </a:cubicBezTo>
                  <a:cubicBezTo>
                    <a:pt x="64" y="39"/>
                    <a:pt x="62" y="39"/>
                    <a:pt x="59" y="39"/>
                  </a:cubicBezTo>
                  <a:cubicBezTo>
                    <a:pt x="55" y="39"/>
                    <a:pt x="51" y="40"/>
                    <a:pt x="48" y="41"/>
                  </a:cubicBezTo>
                  <a:cubicBezTo>
                    <a:pt x="47" y="41"/>
                    <a:pt x="46" y="41"/>
                    <a:pt x="46" y="42"/>
                  </a:cubicBezTo>
                  <a:cubicBezTo>
                    <a:pt x="45" y="42"/>
                    <a:pt x="44" y="42"/>
                    <a:pt x="43" y="42"/>
                  </a:cubicBezTo>
                  <a:cubicBezTo>
                    <a:pt x="41" y="42"/>
                    <a:pt x="38" y="41"/>
                    <a:pt x="37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6" y="35"/>
                    <a:pt x="38" y="32"/>
                    <a:pt x="40" y="31"/>
                  </a:cubicBezTo>
                  <a:cubicBezTo>
                    <a:pt x="46" y="28"/>
                    <a:pt x="53" y="26"/>
                    <a:pt x="61" y="26"/>
                  </a:cubicBezTo>
                  <a:cubicBezTo>
                    <a:pt x="68" y="26"/>
                    <a:pt x="73" y="27"/>
                    <a:pt x="76" y="29"/>
                  </a:cubicBezTo>
                  <a:cubicBezTo>
                    <a:pt x="80" y="31"/>
                    <a:pt x="83" y="33"/>
                    <a:pt x="84" y="36"/>
                  </a:cubicBezTo>
                  <a:cubicBezTo>
                    <a:pt x="86" y="39"/>
                    <a:pt x="87" y="43"/>
                    <a:pt x="88" y="46"/>
                  </a:cubicBezTo>
                  <a:cubicBezTo>
                    <a:pt x="88" y="50"/>
                    <a:pt x="88" y="53"/>
                    <a:pt x="88" y="57"/>
                  </a:cubicBezTo>
                  <a:cubicBezTo>
                    <a:pt x="88" y="68"/>
                    <a:pt x="88" y="68"/>
                    <a:pt x="88" y="68"/>
                  </a:cubicBezTo>
                  <a:cubicBezTo>
                    <a:pt x="88" y="71"/>
                    <a:pt x="88" y="73"/>
                    <a:pt x="88" y="75"/>
                  </a:cubicBezTo>
                  <a:cubicBezTo>
                    <a:pt x="89" y="77"/>
                    <a:pt x="89" y="79"/>
                    <a:pt x="89" y="80"/>
                  </a:cubicBezTo>
                  <a:cubicBezTo>
                    <a:pt x="90" y="82"/>
                    <a:pt x="91" y="83"/>
                    <a:pt x="92" y="84"/>
                  </a:cubicBezTo>
                  <a:cubicBezTo>
                    <a:pt x="92" y="85"/>
                    <a:pt x="94" y="86"/>
                    <a:pt x="95" y="86"/>
                  </a:cubicBezTo>
                  <a:cubicBezTo>
                    <a:pt x="96" y="86"/>
                    <a:pt x="96" y="86"/>
                    <a:pt x="96" y="86"/>
                  </a:cubicBezTo>
                  <a:cubicBezTo>
                    <a:pt x="98" y="85"/>
                    <a:pt x="100" y="84"/>
                    <a:pt x="102" y="82"/>
                  </a:cubicBezTo>
                  <a:cubicBezTo>
                    <a:pt x="103" y="81"/>
                    <a:pt x="104" y="78"/>
                    <a:pt x="105" y="76"/>
                  </a:cubicBezTo>
                  <a:cubicBezTo>
                    <a:pt x="106" y="73"/>
                    <a:pt x="106" y="71"/>
                    <a:pt x="106" y="68"/>
                  </a:cubicBezTo>
                  <a:cubicBezTo>
                    <a:pt x="107" y="65"/>
                    <a:pt x="107" y="63"/>
                    <a:pt x="107" y="61"/>
                  </a:cubicBezTo>
                  <a:cubicBezTo>
                    <a:pt x="107" y="54"/>
                    <a:pt x="106" y="48"/>
                    <a:pt x="104" y="42"/>
                  </a:cubicBezTo>
                  <a:cubicBezTo>
                    <a:pt x="101" y="37"/>
                    <a:pt x="98" y="32"/>
                    <a:pt x="94" y="28"/>
                  </a:cubicBezTo>
                  <a:cubicBezTo>
                    <a:pt x="90" y="24"/>
                    <a:pt x="85" y="21"/>
                    <a:pt x="80" y="18"/>
                  </a:cubicBezTo>
                  <a:cubicBezTo>
                    <a:pt x="74" y="16"/>
                    <a:pt x="68" y="15"/>
                    <a:pt x="61" y="15"/>
                  </a:cubicBezTo>
                  <a:cubicBezTo>
                    <a:pt x="54" y="15"/>
                    <a:pt x="48" y="16"/>
                    <a:pt x="42" y="18"/>
                  </a:cubicBezTo>
                  <a:cubicBezTo>
                    <a:pt x="36" y="20"/>
                    <a:pt x="32" y="24"/>
                    <a:pt x="28" y="28"/>
                  </a:cubicBezTo>
                  <a:cubicBezTo>
                    <a:pt x="24" y="32"/>
                    <a:pt x="21" y="36"/>
                    <a:pt x="18" y="42"/>
                  </a:cubicBezTo>
                  <a:cubicBezTo>
                    <a:pt x="16" y="48"/>
                    <a:pt x="15" y="54"/>
                    <a:pt x="15" y="60"/>
                  </a:cubicBezTo>
                  <a:cubicBezTo>
                    <a:pt x="15" y="66"/>
                    <a:pt x="16" y="72"/>
                    <a:pt x="18" y="78"/>
                  </a:cubicBezTo>
                  <a:cubicBezTo>
                    <a:pt x="20" y="83"/>
                    <a:pt x="23" y="88"/>
                    <a:pt x="27" y="92"/>
                  </a:cubicBezTo>
                  <a:cubicBezTo>
                    <a:pt x="31" y="96"/>
                    <a:pt x="35" y="100"/>
                    <a:pt x="41" y="102"/>
                  </a:cubicBezTo>
                  <a:cubicBezTo>
                    <a:pt x="46" y="104"/>
                    <a:pt x="52" y="106"/>
                    <a:pt x="59" y="106"/>
                  </a:cubicBezTo>
                  <a:cubicBezTo>
                    <a:pt x="64" y="106"/>
                    <a:pt x="68" y="105"/>
                    <a:pt x="71" y="104"/>
                  </a:cubicBezTo>
                  <a:cubicBezTo>
                    <a:pt x="73" y="103"/>
                    <a:pt x="75" y="103"/>
                    <a:pt x="77" y="102"/>
                  </a:cubicBezTo>
                  <a:cubicBezTo>
                    <a:pt x="78" y="102"/>
                    <a:pt x="78" y="102"/>
                    <a:pt x="79" y="102"/>
                  </a:cubicBezTo>
                  <a:cubicBezTo>
                    <a:pt x="81" y="102"/>
                    <a:pt x="82" y="103"/>
                    <a:pt x="83" y="105"/>
                  </a:cubicBezTo>
                  <a:cubicBezTo>
                    <a:pt x="84" y="107"/>
                    <a:pt x="82" y="109"/>
                    <a:pt x="80" y="110"/>
                  </a:cubicBezTo>
                  <a:cubicBezTo>
                    <a:pt x="77" y="111"/>
                    <a:pt x="74" y="112"/>
                    <a:pt x="72" y="113"/>
                  </a:cubicBezTo>
                  <a:cubicBezTo>
                    <a:pt x="67" y="114"/>
                    <a:pt x="63" y="114"/>
                    <a:pt x="58" y="114"/>
                  </a:cubicBezTo>
                  <a:cubicBezTo>
                    <a:pt x="51" y="114"/>
                    <a:pt x="44" y="113"/>
                    <a:pt x="38" y="111"/>
                  </a:cubicBezTo>
                  <a:cubicBezTo>
                    <a:pt x="32" y="108"/>
                    <a:pt x="26" y="104"/>
                    <a:pt x="21" y="100"/>
                  </a:cubicBezTo>
                  <a:cubicBezTo>
                    <a:pt x="17" y="95"/>
                    <a:pt x="13" y="89"/>
                    <a:pt x="10" y="82"/>
                  </a:cubicBezTo>
                  <a:cubicBezTo>
                    <a:pt x="7" y="76"/>
                    <a:pt x="6" y="68"/>
                    <a:pt x="6" y="60"/>
                  </a:cubicBezTo>
                  <a:cubicBezTo>
                    <a:pt x="6" y="51"/>
                    <a:pt x="7" y="43"/>
                    <a:pt x="10" y="37"/>
                  </a:cubicBezTo>
                  <a:cubicBezTo>
                    <a:pt x="14" y="30"/>
                    <a:pt x="18" y="24"/>
                    <a:pt x="23" y="20"/>
                  </a:cubicBezTo>
                  <a:cubicBezTo>
                    <a:pt x="28" y="15"/>
                    <a:pt x="34" y="12"/>
                    <a:pt x="40" y="10"/>
                  </a:cubicBezTo>
                  <a:cubicBezTo>
                    <a:pt x="47" y="7"/>
                    <a:pt x="54" y="6"/>
                    <a:pt x="61" y="6"/>
                  </a:cubicBezTo>
                  <a:moveTo>
                    <a:pt x="56" y="83"/>
                  </a:moveTo>
                  <a:cubicBezTo>
                    <a:pt x="58" y="83"/>
                    <a:pt x="59" y="82"/>
                    <a:pt x="62" y="82"/>
                  </a:cubicBezTo>
                  <a:cubicBezTo>
                    <a:pt x="64" y="82"/>
                    <a:pt x="66" y="81"/>
                    <a:pt x="68" y="80"/>
                  </a:cubicBezTo>
                  <a:cubicBezTo>
                    <a:pt x="70" y="79"/>
                    <a:pt x="72" y="78"/>
                    <a:pt x="73" y="76"/>
                  </a:cubicBezTo>
                  <a:cubicBezTo>
                    <a:pt x="74" y="75"/>
                    <a:pt x="75" y="73"/>
                    <a:pt x="75" y="71"/>
                  </a:cubicBezTo>
                  <a:cubicBezTo>
                    <a:pt x="75" y="65"/>
                    <a:pt x="75" y="65"/>
                    <a:pt x="75" y="65"/>
                  </a:cubicBezTo>
                  <a:cubicBezTo>
                    <a:pt x="73" y="65"/>
                    <a:pt x="71" y="64"/>
                    <a:pt x="68" y="63"/>
                  </a:cubicBezTo>
                  <a:cubicBezTo>
                    <a:pt x="65" y="63"/>
                    <a:pt x="62" y="62"/>
                    <a:pt x="59" y="62"/>
                  </a:cubicBezTo>
                  <a:cubicBezTo>
                    <a:pt x="55" y="62"/>
                    <a:pt x="52" y="63"/>
                    <a:pt x="49" y="65"/>
                  </a:cubicBezTo>
                  <a:cubicBezTo>
                    <a:pt x="47" y="67"/>
                    <a:pt x="46" y="69"/>
                    <a:pt x="46" y="73"/>
                  </a:cubicBezTo>
                  <a:cubicBezTo>
                    <a:pt x="46" y="76"/>
                    <a:pt x="46" y="78"/>
                    <a:pt x="48" y="80"/>
                  </a:cubicBezTo>
                  <a:cubicBezTo>
                    <a:pt x="50" y="82"/>
                    <a:pt x="52" y="83"/>
                    <a:pt x="56" y="83"/>
                  </a:cubicBezTo>
                  <a:moveTo>
                    <a:pt x="61" y="0"/>
                  </a:moveTo>
                  <a:cubicBezTo>
                    <a:pt x="53" y="0"/>
                    <a:pt x="46" y="1"/>
                    <a:pt x="38" y="4"/>
                  </a:cubicBezTo>
                  <a:cubicBezTo>
                    <a:pt x="31" y="6"/>
                    <a:pt x="24" y="10"/>
                    <a:pt x="19" y="15"/>
                  </a:cubicBezTo>
                  <a:cubicBezTo>
                    <a:pt x="13" y="20"/>
                    <a:pt x="8" y="27"/>
                    <a:pt x="5" y="34"/>
                  </a:cubicBezTo>
                  <a:cubicBezTo>
                    <a:pt x="2" y="42"/>
                    <a:pt x="0" y="50"/>
                    <a:pt x="0" y="60"/>
                  </a:cubicBezTo>
                  <a:cubicBezTo>
                    <a:pt x="0" y="69"/>
                    <a:pt x="1" y="77"/>
                    <a:pt x="4" y="85"/>
                  </a:cubicBezTo>
                  <a:cubicBezTo>
                    <a:pt x="8" y="92"/>
                    <a:pt x="12" y="99"/>
                    <a:pt x="17" y="104"/>
                  </a:cubicBezTo>
                  <a:cubicBezTo>
                    <a:pt x="22" y="109"/>
                    <a:pt x="29" y="113"/>
                    <a:pt x="36" y="116"/>
                  </a:cubicBezTo>
                  <a:cubicBezTo>
                    <a:pt x="43" y="119"/>
                    <a:pt x="50" y="120"/>
                    <a:pt x="58" y="120"/>
                  </a:cubicBezTo>
                  <a:cubicBezTo>
                    <a:pt x="63" y="120"/>
                    <a:pt x="68" y="120"/>
                    <a:pt x="73" y="119"/>
                  </a:cubicBezTo>
                  <a:cubicBezTo>
                    <a:pt x="76" y="118"/>
                    <a:pt x="79" y="117"/>
                    <a:pt x="82" y="116"/>
                  </a:cubicBezTo>
                  <a:cubicBezTo>
                    <a:pt x="88" y="114"/>
                    <a:pt x="90" y="108"/>
                    <a:pt x="89" y="103"/>
                  </a:cubicBezTo>
                  <a:cubicBezTo>
                    <a:pt x="88" y="102"/>
                    <a:pt x="88" y="102"/>
                    <a:pt x="88" y="101"/>
                  </a:cubicBezTo>
                  <a:cubicBezTo>
                    <a:pt x="90" y="101"/>
                    <a:pt x="91" y="102"/>
                    <a:pt x="93" y="102"/>
                  </a:cubicBezTo>
                  <a:cubicBezTo>
                    <a:pt x="98" y="102"/>
                    <a:pt x="102" y="101"/>
                    <a:pt x="105" y="99"/>
                  </a:cubicBezTo>
                  <a:cubicBezTo>
                    <a:pt x="108" y="97"/>
                    <a:pt x="111" y="95"/>
                    <a:pt x="114" y="92"/>
                  </a:cubicBezTo>
                  <a:cubicBezTo>
                    <a:pt x="116" y="90"/>
                    <a:pt x="117" y="87"/>
                    <a:pt x="118" y="84"/>
                  </a:cubicBezTo>
                  <a:cubicBezTo>
                    <a:pt x="119" y="81"/>
                    <a:pt x="120" y="78"/>
                    <a:pt x="121" y="75"/>
                  </a:cubicBezTo>
                  <a:cubicBezTo>
                    <a:pt x="121" y="72"/>
                    <a:pt x="122" y="70"/>
                    <a:pt x="122" y="67"/>
                  </a:cubicBezTo>
                  <a:cubicBezTo>
                    <a:pt x="122" y="65"/>
                    <a:pt x="122" y="63"/>
                    <a:pt x="122" y="61"/>
                  </a:cubicBezTo>
                  <a:cubicBezTo>
                    <a:pt x="122" y="51"/>
                    <a:pt x="120" y="42"/>
                    <a:pt x="117" y="35"/>
                  </a:cubicBezTo>
                  <a:cubicBezTo>
                    <a:pt x="114" y="27"/>
                    <a:pt x="109" y="20"/>
                    <a:pt x="103" y="15"/>
                  </a:cubicBezTo>
                  <a:cubicBezTo>
                    <a:pt x="98" y="10"/>
                    <a:pt x="91" y="6"/>
                    <a:pt x="84" y="4"/>
                  </a:cubicBezTo>
                  <a:cubicBezTo>
                    <a:pt x="77" y="1"/>
                    <a:pt x="69" y="0"/>
                    <a:pt x="61" y="0"/>
                  </a:cubicBezTo>
                  <a:close/>
                  <a:moveTo>
                    <a:pt x="96" y="80"/>
                  </a:moveTo>
                  <a:cubicBezTo>
                    <a:pt x="95" y="79"/>
                    <a:pt x="95" y="79"/>
                    <a:pt x="95" y="78"/>
                  </a:cubicBezTo>
                  <a:cubicBezTo>
                    <a:pt x="95" y="77"/>
                    <a:pt x="95" y="76"/>
                    <a:pt x="94" y="74"/>
                  </a:cubicBezTo>
                  <a:cubicBezTo>
                    <a:pt x="94" y="72"/>
                    <a:pt x="94" y="70"/>
                    <a:pt x="94" y="68"/>
                  </a:cubicBezTo>
                  <a:cubicBezTo>
                    <a:pt x="94" y="57"/>
                    <a:pt x="94" y="57"/>
                    <a:pt x="94" y="57"/>
                  </a:cubicBezTo>
                  <a:cubicBezTo>
                    <a:pt x="94" y="53"/>
                    <a:pt x="94" y="50"/>
                    <a:pt x="94" y="46"/>
                  </a:cubicBezTo>
                  <a:cubicBezTo>
                    <a:pt x="93" y="41"/>
                    <a:pt x="92" y="37"/>
                    <a:pt x="90" y="33"/>
                  </a:cubicBezTo>
                  <a:cubicBezTo>
                    <a:pt x="89" y="32"/>
                    <a:pt x="87" y="30"/>
                    <a:pt x="86" y="29"/>
                  </a:cubicBezTo>
                  <a:cubicBezTo>
                    <a:pt x="87" y="30"/>
                    <a:pt x="89" y="31"/>
                    <a:pt x="90" y="32"/>
                  </a:cubicBezTo>
                  <a:cubicBezTo>
                    <a:pt x="93" y="36"/>
                    <a:pt x="96" y="40"/>
                    <a:pt x="98" y="45"/>
                  </a:cubicBezTo>
                  <a:cubicBezTo>
                    <a:pt x="100" y="50"/>
                    <a:pt x="101" y="55"/>
                    <a:pt x="101" y="61"/>
                  </a:cubicBezTo>
                  <a:cubicBezTo>
                    <a:pt x="101" y="62"/>
                    <a:pt x="101" y="65"/>
                    <a:pt x="100" y="67"/>
                  </a:cubicBezTo>
                  <a:cubicBezTo>
                    <a:pt x="100" y="70"/>
                    <a:pt x="100" y="72"/>
                    <a:pt x="99" y="74"/>
                  </a:cubicBezTo>
                  <a:cubicBezTo>
                    <a:pt x="99" y="76"/>
                    <a:pt x="98" y="78"/>
                    <a:pt x="97" y="79"/>
                  </a:cubicBezTo>
                  <a:cubicBezTo>
                    <a:pt x="96" y="79"/>
                    <a:pt x="96" y="80"/>
                    <a:pt x="96" y="80"/>
                  </a:cubicBezTo>
                  <a:cubicBezTo>
                    <a:pt x="96" y="80"/>
                    <a:pt x="96" y="80"/>
                    <a:pt x="96" y="80"/>
                  </a:cubicBezTo>
                  <a:close/>
                  <a:moveTo>
                    <a:pt x="28" y="84"/>
                  </a:moveTo>
                  <a:cubicBezTo>
                    <a:pt x="26" y="81"/>
                    <a:pt x="25" y="79"/>
                    <a:pt x="24" y="76"/>
                  </a:cubicBezTo>
                  <a:cubicBezTo>
                    <a:pt x="22" y="71"/>
                    <a:pt x="21" y="66"/>
                    <a:pt x="21" y="60"/>
                  </a:cubicBezTo>
                  <a:cubicBezTo>
                    <a:pt x="21" y="54"/>
                    <a:pt x="22" y="49"/>
                    <a:pt x="24" y="44"/>
                  </a:cubicBezTo>
                  <a:cubicBezTo>
                    <a:pt x="26" y="40"/>
                    <a:pt x="28" y="36"/>
                    <a:pt x="32" y="32"/>
                  </a:cubicBezTo>
                  <a:cubicBezTo>
                    <a:pt x="31" y="35"/>
                    <a:pt x="31" y="37"/>
                    <a:pt x="32" y="40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3" y="45"/>
                    <a:pt x="38" y="48"/>
                    <a:pt x="43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1" y="49"/>
                    <a:pt x="39" y="50"/>
                    <a:pt x="37" y="51"/>
                  </a:cubicBezTo>
                  <a:cubicBezTo>
                    <a:pt x="34" y="54"/>
                    <a:pt x="31" y="56"/>
                    <a:pt x="29" y="60"/>
                  </a:cubicBezTo>
                  <a:cubicBezTo>
                    <a:pt x="27" y="64"/>
                    <a:pt x="26" y="68"/>
                    <a:pt x="26" y="73"/>
                  </a:cubicBezTo>
                  <a:cubicBezTo>
                    <a:pt x="26" y="77"/>
                    <a:pt x="27" y="80"/>
                    <a:pt x="28" y="84"/>
                  </a:cubicBezTo>
                  <a:close/>
                  <a:moveTo>
                    <a:pt x="49" y="47"/>
                  </a:moveTo>
                  <a:cubicBezTo>
                    <a:pt x="49" y="46"/>
                    <a:pt x="50" y="46"/>
                    <a:pt x="50" y="46"/>
                  </a:cubicBezTo>
                  <a:cubicBezTo>
                    <a:pt x="52" y="45"/>
                    <a:pt x="55" y="45"/>
                    <a:pt x="59" y="45"/>
                  </a:cubicBezTo>
                  <a:cubicBezTo>
                    <a:pt x="62" y="45"/>
                    <a:pt x="63" y="45"/>
                    <a:pt x="64" y="46"/>
                  </a:cubicBezTo>
                  <a:cubicBezTo>
                    <a:pt x="65" y="46"/>
                    <a:pt x="65" y="46"/>
                    <a:pt x="65" y="46"/>
                  </a:cubicBezTo>
                  <a:cubicBezTo>
                    <a:pt x="63" y="46"/>
                    <a:pt x="61" y="46"/>
                    <a:pt x="59" y="46"/>
                  </a:cubicBezTo>
                  <a:cubicBezTo>
                    <a:pt x="56" y="46"/>
                    <a:pt x="52" y="46"/>
                    <a:pt x="49" y="47"/>
                  </a:cubicBezTo>
                  <a:close/>
                  <a:moveTo>
                    <a:pt x="56" y="77"/>
                  </a:moveTo>
                  <a:cubicBezTo>
                    <a:pt x="54" y="77"/>
                    <a:pt x="53" y="76"/>
                    <a:pt x="52" y="76"/>
                  </a:cubicBezTo>
                  <a:cubicBezTo>
                    <a:pt x="52" y="75"/>
                    <a:pt x="52" y="74"/>
                    <a:pt x="52" y="73"/>
                  </a:cubicBezTo>
                  <a:cubicBezTo>
                    <a:pt x="52" y="70"/>
                    <a:pt x="52" y="70"/>
                    <a:pt x="53" y="70"/>
                  </a:cubicBezTo>
                  <a:cubicBezTo>
                    <a:pt x="54" y="69"/>
                    <a:pt x="55" y="68"/>
                    <a:pt x="59" y="68"/>
                  </a:cubicBezTo>
                  <a:cubicBezTo>
                    <a:pt x="62" y="68"/>
                    <a:pt x="64" y="69"/>
                    <a:pt x="67" y="69"/>
                  </a:cubicBezTo>
                  <a:cubicBezTo>
                    <a:pt x="67" y="69"/>
                    <a:pt x="68" y="69"/>
                    <a:pt x="69" y="70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69" y="71"/>
                    <a:pt x="68" y="72"/>
                    <a:pt x="68" y="72"/>
                  </a:cubicBezTo>
                  <a:cubicBezTo>
                    <a:pt x="67" y="73"/>
                    <a:pt x="67" y="74"/>
                    <a:pt x="65" y="74"/>
                  </a:cubicBezTo>
                  <a:cubicBezTo>
                    <a:pt x="65" y="74"/>
                    <a:pt x="65" y="74"/>
                    <a:pt x="65" y="75"/>
                  </a:cubicBezTo>
                  <a:cubicBezTo>
                    <a:pt x="64" y="75"/>
                    <a:pt x="62" y="76"/>
                    <a:pt x="61" y="76"/>
                  </a:cubicBezTo>
                  <a:cubicBezTo>
                    <a:pt x="59" y="76"/>
                    <a:pt x="57" y="77"/>
                    <a:pt x="56" y="77"/>
                  </a:cubicBezTo>
                  <a:close/>
                  <a:moveTo>
                    <a:pt x="59" y="100"/>
                  </a:moveTo>
                  <a:cubicBezTo>
                    <a:pt x="63" y="99"/>
                    <a:pt x="67" y="98"/>
                    <a:pt x="70" y="97"/>
                  </a:cubicBezTo>
                  <a:cubicBezTo>
                    <a:pt x="72" y="96"/>
                    <a:pt x="74" y="95"/>
                    <a:pt x="76" y="94"/>
                  </a:cubicBezTo>
                  <a:cubicBezTo>
                    <a:pt x="77" y="95"/>
                    <a:pt x="77" y="95"/>
                    <a:pt x="78" y="96"/>
                  </a:cubicBezTo>
                  <a:cubicBezTo>
                    <a:pt x="77" y="96"/>
                    <a:pt x="76" y="96"/>
                    <a:pt x="75" y="96"/>
                  </a:cubicBezTo>
                  <a:cubicBezTo>
                    <a:pt x="73" y="97"/>
                    <a:pt x="71" y="98"/>
                    <a:pt x="69" y="98"/>
                  </a:cubicBezTo>
                  <a:cubicBezTo>
                    <a:pt x="67" y="99"/>
                    <a:pt x="63" y="100"/>
                    <a:pt x="59" y="10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585" name="Google Shape;585;p14"/>
            <p:cNvSpPr/>
            <p:nvPr/>
          </p:nvSpPr>
          <p:spPr>
            <a:xfrm>
              <a:off x="1425362" y="4956617"/>
              <a:ext cx="345582" cy="381280"/>
            </a:xfrm>
            <a:custGeom>
              <a:avLst/>
              <a:gdLst/>
              <a:ahLst/>
              <a:cxnLst/>
              <a:rect l="l" t="t" r="r" b="b"/>
              <a:pathLst>
                <a:path w="91" h="97" extrusionOk="0">
                  <a:moveTo>
                    <a:pt x="86" y="40"/>
                  </a:moveTo>
                  <a:cubicBezTo>
                    <a:pt x="71" y="40"/>
                    <a:pt x="71" y="40"/>
                    <a:pt x="71" y="40"/>
                  </a:cubicBezTo>
                  <a:cubicBezTo>
                    <a:pt x="67" y="56"/>
                    <a:pt x="67" y="56"/>
                    <a:pt x="67" y="56"/>
                  </a:cubicBezTo>
                  <a:cubicBezTo>
                    <a:pt x="79" y="56"/>
                    <a:pt x="79" y="56"/>
                    <a:pt x="79" y="56"/>
                  </a:cubicBezTo>
                  <a:cubicBezTo>
                    <a:pt x="82" y="56"/>
                    <a:pt x="85" y="59"/>
                    <a:pt x="85" y="62"/>
                  </a:cubicBezTo>
                  <a:cubicBezTo>
                    <a:pt x="85" y="66"/>
                    <a:pt x="85" y="66"/>
                    <a:pt x="85" y="66"/>
                  </a:cubicBezTo>
                  <a:cubicBezTo>
                    <a:pt x="85" y="69"/>
                    <a:pt x="82" y="72"/>
                    <a:pt x="79" y="72"/>
                  </a:cubicBezTo>
                  <a:cubicBezTo>
                    <a:pt x="63" y="72"/>
                    <a:pt x="63" y="72"/>
                    <a:pt x="63" y="72"/>
                  </a:cubicBezTo>
                  <a:cubicBezTo>
                    <a:pt x="58" y="91"/>
                    <a:pt x="58" y="91"/>
                    <a:pt x="58" y="91"/>
                  </a:cubicBezTo>
                  <a:cubicBezTo>
                    <a:pt x="58" y="94"/>
                    <a:pt x="55" y="97"/>
                    <a:pt x="52" y="97"/>
                  </a:cubicBezTo>
                  <a:cubicBezTo>
                    <a:pt x="48" y="97"/>
                    <a:pt x="48" y="97"/>
                    <a:pt x="48" y="97"/>
                  </a:cubicBezTo>
                  <a:cubicBezTo>
                    <a:pt x="44" y="97"/>
                    <a:pt x="41" y="92"/>
                    <a:pt x="42" y="88"/>
                  </a:cubicBezTo>
                  <a:cubicBezTo>
                    <a:pt x="46" y="72"/>
                    <a:pt x="46" y="72"/>
                    <a:pt x="46" y="72"/>
                  </a:cubicBezTo>
                  <a:cubicBezTo>
                    <a:pt x="33" y="72"/>
                    <a:pt x="33" y="72"/>
                    <a:pt x="33" y="72"/>
                  </a:cubicBezTo>
                  <a:cubicBezTo>
                    <a:pt x="29" y="91"/>
                    <a:pt x="29" y="91"/>
                    <a:pt x="29" y="91"/>
                  </a:cubicBezTo>
                  <a:cubicBezTo>
                    <a:pt x="28" y="94"/>
                    <a:pt x="25" y="97"/>
                    <a:pt x="22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4" y="97"/>
                    <a:pt x="11" y="92"/>
                    <a:pt x="12" y="88"/>
                  </a:cubicBezTo>
                  <a:cubicBezTo>
                    <a:pt x="16" y="72"/>
                    <a:pt x="16" y="72"/>
                    <a:pt x="16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3" y="72"/>
                    <a:pt x="0" y="70"/>
                    <a:pt x="0" y="67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58"/>
                    <a:pt x="3" y="56"/>
                    <a:pt x="6" y="56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0" y="40"/>
                    <a:pt x="7" y="38"/>
                    <a:pt x="7" y="35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7" y="28"/>
                    <a:pt x="10" y="25"/>
                    <a:pt x="13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6" y="25"/>
                    <a:pt x="27" y="24"/>
                    <a:pt x="28" y="22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3" y="2"/>
                    <a:pt x="35" y="0"/>
                    <a:pt x="38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7" y="0"/>
                    <a:pt x="50" y="4"/>
                    <a:pt x="49" y="8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5" y="23"/>
                    <a:pt x="47" y="25"/>
                    <a:pt x="50" y="25"/>
                  </a:cubicBezTo>
                  <a:cubicBezTo>
                    <a:pt x="54" y="25"/>
                    <a:pt x="54" y="25"/>
                    <a:pt x="54" y="25"/>
                  </a:cubicBezTo>
                  <a:cubicBezTo>
                    <a:pt x="56" y="25"/>
                    <a:pt x="57" y="24"/>
                    <a:pt x="58" y="22"/>
                  </a:cubicBezTo>
                  <a:cubicBezTo>
                    <a:pt x="62" y="5"/>
                    <a:pt x="62" y="5"/>
                    <a:pt x="62" y="5"/>
                  </a:cubicBezTo>
                  <a:cubicBezTo>
                    <a:pt x="63" y="2"/>
                    <a:pt x="65" y="0"/>
                    <a:pt x="68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77" y="0"/>
                    <a:pt x="80" y="4"/>
                    <a:pt x="79" y="8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5" y="23"/>
                    <a:pt x="77" y="25"/>
                    <a:pt x="80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9" y="25"/>
                    <a:pt x="91" y="28"/>
                    <a:pt x="91" y="31"/>
                  </a:cubicBezTo>
                  <a:cubicBezTo>
                    <a:pt x="91" y="35"/>
                    <a:pt x="91" y="35"/>
                    <a:pt x="91" y="35"/>
                  </a:cubicBezTo>
                  <a:cubicBezTo>
                    <a:pt x="91" y="38"/>
                    <a:pt x="89" y="40"/>
                    <a:pt x="86" y="40"/>
                  </a:cubicBezTo>
                  <a:close/>
                  <a:moveTo>
                    <a:pt x="50" y="53"/>
                  </a:moveTo>
                  <a:cubicBezTo>
                    <a:pt x="52" y="45"/>
                    <a:pt x="52" y="45"/>
                    <a:pt x="52" y="45"/>
                  </a:cubicBezTo>
                  <a:cubicBezTo>
                    <a:pt x="53" y="42"/>
                    <a:pt x="51" y="40"/>
                    <a:pt x="49" y="40"/>
                  </a:cubicBezTo>
                  <a:cubicBezTo>
                    <a:pt x="44" y="40"/>
                    <a:pt x="44" y="40"/>
                    <a:pt x="44" y="40"/>
                  </a:cubicBezTo>
                  <a:cubicBezTo>
                    <a:pt x="42" y="40"/>
                    <a:pt x="40" y="41"/>
                    <a:pt x="40" y="43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4"/>
                    <a:pt x="39" y="56"/>
                    <a:pt x="42" y="56"/>
                  </a:cubicBezTo>
                  <a:cubicBezTo>
                    <a:pt x="47" y="56"/>
                    <a:pt x="47" y="56"/>
                    <a:pt x="47" y="56"/>
                  </a:cubicBezTo>
                  <a:cubicBezTo>
                    <a:pt x="48" y="56"/>
                    <a:pt x="50" y="55"/>
                    <a:pt x="50" y="53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586" name="Google Shape;586;p14"/>
            <p:cNvSpPr/>
            <p:nvPr/>
          </p:nvSpPr>
          <p:spPr>
            <a:xfrm>
              <a:off x="3361404" y="1664359"/>
              <a:ext cx="536699" cy="164951"/>
            </a:xfrm>
            <a:custGeom>
              <a:avLst/>
              <a:gdLst/>
              <a:ahLst/>
              <a:cxnLst/>
              <a:rect l="l" t="t" r="r" b="b"/>
              <a:pathLst>
                <a:path w="141" h="42" extrusionOk="0">
                  <a:moveTo>
                    <a:pt x="80" y="2"/>
                  </a:moveTo>
                  <a:cubicBezTo>
                    <a:pt x="86" y="3"/>
                    <a:pt x="92" y="4"/>
                    <a:pt x="98" y="5"/>
                  </a:cubicBezTo>
                  <a:cubicBezTo>
                    <a:pt x="107" y="8"/>
                    <a:pt x="117" y="12"/>
                    <a:pt x="125" y="17"/>
                  </a:cubicBezTo>
                  <a:cubicBezTo>
                    <a:pt x="130" y="20"/>
                    <a:pt x="132" y="22"/>
                    <a:pt x="136" y="25"/>
                  </a:cubicBezTo>
                  <a:cubicBezTo>
                    <a:pt x="141" y="30"/>
                    <a:pt x="139" y="33"/>
                    <a:pt x="134" y="37"/>
                  </a:cubicBezTo>
                  <a:cubicBezTo>
                    <a:pt x="131" y="40"/>
                    <a:pt x="126" y="41"/>
                    <a:pt x="122" y="38"/>
                  </a:cubicBezTo>
                  <a:cubicBezTo>
                    <a:pt x="102" y="22"/>
                    <a:pt x="75" y="16"/>
                    <a:pt x="50" y="23"/>
                  </a:cubicBezTo>
                  <a:cubicBezTo>
                    <a:pt x="43" y="24"/>
                    <a:pt x="35" y="27"/>
                    <a:pt x="29" y="31"/>
                  </a:cubicBezTo>
                  <a:cubicBezTo>
                    <a:pt x="24" y="34"/>
                    <a:pt x="21" y="37"/>
                    <a:pt x="17" y="40"/>
                  </a:cubicBezTo>
                  <a:cubicBezTo>
                    <a:pt x="14" y="42"/>
                    <a:pt x="9" y="42"/>
                    <a:pt x="6" y="39"/>
                  </a:cubicBezTo>
                  <a:cubicBezTo>
                    <a:pt x="5" y="38"/>
                    <a:pt x="4" y="36"/>
                    <a:pt x="2" y="35"/>
                  </a:cubicBezTo>
                  <a:cubicBezTo>
                    <a:pt x="0" y="32"/>
                    <a:pt x="1" y="28"/>
                    <a:pt x="3" y="26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24" y="7"/>
                    <a:pt x="52" y="0"/>
                    <a:pt x="80" y="2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587" name="Google Shape;587;p14"/>
            <p:cNvSpPr/>
            <p:nvPr/>
          </p:nvSpPr>
          <p:spPr>
            <a:xfrm>
              <a:off x="3551212" y="1923954"/>
              <a:ext cx="157083" cy="152782"/>
            </a:xfrm>
            <a:custGeom>
              <a:avLst/>
              <a:gdLst/>
              <a:ahLst/>
              <a:cxnLst/>
              <a:rect l="l" t="t" r="r" b="b"/>
              <a:pathLst>
                <a:path w="41" h="39" extrusionOk="0">
                  <a:moveTo>
                    <a:pt x="18" y="39"/>
                  </a:moveTo>
                  <a:cubicBezTo>
                    <a:pt x="12" y="38"/>
                    <a:pt x="7" y="35"/>
                    <a:pt x="4" y="29"/>
                  </a:cubicBezTo>
                  <a:cubicBezTo>
                    <a:pt x="0" y="19"/>
                    <a:pt x="4" y="8"/>
                    <a:pt x="14" y="4"/>
                  </a:cubicBezTo>
                  <a:cubicBezTo>
                    <a:pt x="24" y="0"/>
                    <a:pt x="35" y="6"/>
                    <a:pt x="38" y="16"/>
                  </a:cubicBezTo>
                  <a:cubicBezTo>
                    <a:pt x="41" y="24"/>
                    <a:pt x="36" y="33"/>
                    <a:pt x="29" y="37"/>
                  </a:cubicBezTo>
                  <a:cubicBezTo>
                    <a:pt x="25" y="39"/>
                    <a:pt x="22" y="39"/>
                    <a:pt x="18" y="3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588" name="Google Shape;588;p14"/>
            <p:cNvSpPr/>
            <p:nvPr/>
          </p:nvSpPr>
          <p:spPr>
            <a:xfrm>
              <a:off x="3433400" y="1790100"/>
              <a:ext cx="392706" cy="133853"/>
            </a:xfrm>
            <a:custGeom>
              <a:avLst/>
              <a:gdLst/>
              <a:ahLst/>
              <a:cxnLst/>
              <a:rect l="l" t="t" r="r" b="b"/>
              <a:pathLst>
                <a:path w="103" h="34" extrusionOk="0">
                  <a:moveTo>
                    <a:pt x="52" y="0"/>
                  </a:moveTo>
                  <a:cubicBezTo>
                    <a:pt x="70" y="1"/>
                    <a:pt x="85" y="5"/>
                    <a:pt x="99" y="17"/>
                  </a:cubicBezTo>
                  <a:cubicBezTo>
                    <a:pt x="101" y="19"/>
                    <a:pt x="103" y="21"/>
                    <a:pt x="101" y="23"/>
                  </a:cubicBezTo>
                  <a:cubicBezTo>
                    <a:pt x="97" y="28"/>
                    <a:pt x="96" y="29"/>
                    <a:pt x="93" y="32"/>
                  </a:cubicBezTo>
                  <a:cubicBezTo>
                    <a:pt x="89" y="34"/>
                    <a:pt x="85" y="31"/>
                    <a:pt x="84" y="30"/>
                  </a:cubicBezTo>
                  <a:cubicBezTo>
                    <a:pt x="72" y="20"/>
                    <a:pt x="62" y="17"/>
                    <a:pt x="46" y="19"/>
                  </a:cubicBezTo>
                  <a:cubicBezTo>
                    <a:pt x="35" y="20"/>
                    <a:pt x="25" y="24"/>
                    <a:pt x="16" y="31"/>
                  </a:cubicBezTo>
                  <a:cubicBezTo>
                    <a:pt x="14" y="33"/>
                    <a:pt x="11" y="33"/>
                    <a:pt x="9" y="31"/>
                  </a:cubicBezTo>
                  <a:cubicBezTo>
                    <a:pt x="7" y="28"/>
                    <a:pt x="5" y="27"/>
                    <a:pt x="3" y="25"/>
                  </a:cubicBezTo>
                  <a:cubicBezTo>
                    <a:pt x="1" y="23"/>
                    <a:pt x="0" y="21"/>
                    <a:pt x="3" y="19"/>
                  </a:cubicBezTo>
                  <a:cubicBezTo>
                    <a:pt x="17" y="6"/>
                    <a:pt x="32" y="1"/>
                    <a:pt x="5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589" name="Google Shape;589;p14"/>
            <p:cNvSpPr/>
            <p:nvPr/>
          </p:nvSpPr>
          <p:spPr>
            <a:xfrm>
              <a:off x="3932137" y="3336853"/>
              <a:ext cx="155773" cy="156839"/>
            </a:xfrm>
            <a:custGeom>
              <a:avLst/>
              <a:gdLst/>
              <a:ahLst/>
              <a:cxnLst/>
              <a:rect l="l" t="t" r="r" b="b"/>
              <a:pathLst>
                <a:path w="41" h="40" extrusionOk="0">
                  <a:moveTo>
                    <a:pt x="0" y="20"/>
                  </a:moveTo>
                  <a:cubicBezTo>
                    <a:pt x="0" y="9"/>
                    <a:pt x="12" y="0"/>
                    <a:pt x="22" y="0"/>
                  </a:cubicBezTo>
                  <a:cubicBezTo>
                    <a:pt x="32" y="0"/>
                    <a:pt x="41" y="9"/>
                    <a:pt x="41" y="19"/>
                  </a:cubicBezTo>
                  <a:cubicBezTo>
                    <a:pt x="41" y="29"/>
                    <a:pt x="31" y="40"/>
                    <a:pt x="21" y="40"/>
                  </a:cubicBezTo>
                  <a:cubicBezTo>
                    <a:pt x="11" y="40"/>
                    <a:pt x="0" y="30"/>
                    <a:pt x="0" y="2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590" name="Google Shape;590;p14"/>
            <p:cNvSpPr/>
            <p:nvPr/>
          </p:nvSpPr>
          <p:spPr>
            <a:xfrm>
              <a:off x="4141580" y="3143509"/>
              <a:ext cx="151846" cy="158190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1" y="18"/>
                  </a:moveTo>
                  <a:cubicBezTo>
                    <a:pt x="3" y="8"/>
                    <a:pt x="12" y="0"/>
                    <a:pt x="22" y="1"/>
                  </a:cubicBezTo>
                  <a:cubicBezTo>
                    <a:pt x="33" y="2"/>
                    <a:pt x="40" y="11"/>
                    <a:pt x="39" y="22"/>
                  </a:cubicBezTo>
                  <a:cubicBezTo>
                    <a:pt x="38" y="32"/>
                    <a:pt x="29" y="40"/>
                    <a:pt x="19" y="39"/>
                  </a:cubicBezTo>
                  <a:cubicBezTo>
                    <a:pt x="8" y="38"/>
                    <a:pt x="0" y="29"/>
                    <a:pt x="1" y="1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cxnSp>
          <p:nvCxnSpPr>
            <p:cNvPr id="591" name="Google Shape;591;p14"/>
            <p:cNvCxnSpPr/>
            <p:nvPr/>
          </p:nvCxnSpPr>
          <p:spPr>
            <a:xfrm flipH="1">
              <a:off x="4080057" y="3293587"/>
              <a:ext cx="107340" cy="89236"/>
            </a:xfrm>
            <a:prstGeom prst="straightConnector1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92" name="Google Shape;592;p14"/>
            <p:cNvCxnSpPr/>
            <p:nvPr/>
          </p:nvCxnSpPr>
          <p:spPr>
            <a:xfrm rot="10800000" flipH="1">
              <a:off x="4034241" y="3242209"/>
              <a:ext cx="115194" cy="94644"/>
            </a:xfrm>
            <a:prstGeom prst="straightConnector1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593" name="Google Shape;593;p14"/>
            <p:cNvSpPr/>
            <p:nvPr/>
          </p:nvSpPr>
          <p:spPr>
            <a:xfrm>
              <a:off x="4141580" y="3512620"/>
              <a:ext cx="163627" cy="164951"/>
            </a:xfrm>
            <a:custGeom>
              <a:avLst/>
              <a:gdLst/>
              <a:ahLst/>
              <a:cxnLst/>
              <a:rect l="l" t="t" r="r" b="b"/>
              <a:pathLst>
                <a:path w="43" h="42" extrusionOk="0">
                  <a:moveTo>
                    <a:pt x="1" y="22"/>
                  </a:moveTo>
                  <a:cubicBezTo>
                    <a:pt x="3" y="32"/>
                    <a:pt x="13" y="42"/>
                    <a:pt x="24" y="41"/>
                  </a:cubicBezTo>
                  <a:cubicBezTo>
                    <a:pt x="34" y="40"/>
                    <a:pt x="43" y="29"/>
                    <a:pt x="42" y="19"/>
                  </a:cubicBezTo>
                  <a:cubicBezTo>
                    <a:pt x="41" y="8"/>
                    <a:pt x="29" y="0"/>
                    <a:pt x="19" y="1"/>
                  </a:cubicBezTo>
                  <a:cubicBezTo>
                    <a:pt x="8" y="2"/>
                    <a:pt x="0" y="11"/>
                    <a:pt x="1" y="2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cxnSp>
          <p:nvCxnSpPr>
            <p:cNvPr id="594" name="Google Shape;594;p14"/>
            <p:cNvCxnSpPr/>
            <p:nvPr/>
          </p:nvCxnSpPr>
          <p:spPr>
            <a:xfrm rot="10800000">
              <a:off x="4083983" y="3430145"/>
              <a:ext cx="107340" cy="90587"/>
            </a:xfrm>
            <a:prstGeom prst="straightConnector1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95" name="Google Shape;595;p14"/>
            <p:cNvCxnSpPr/>
            <p:nvPr/>
          </p:nvCxnSpPr>
          <p:spPr>
            <a:xfrm>
              <a:off x="4042095" y="3481523"/>
              <a:ext cx="99486" cy="86532"/>
            </a:xfrm>
            <a:prstGeom prst="straightConnector1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596" name="Google Shape;596;p14"/>
            <p:cNvSpPr/>
            <p:nvPr/>
          </p:nvSpPr>
          <p:spPr>
            <a:xfrm>
              <a:off x="2041911" y="1546729"/>
              <a:ext cx="277512" cy="459699"/>
            </a:xfrm>
            <a:custGeom>
              <a:avLst/>
              <a:gdLst/>
              <a:ahLst/>
              <a:cxnLst/>
              <a:rect l="l" t="t" r="r" b="b"/>
              <a:pathLst>
                <a:path w="73" h="117" extrusionOk="0">
                  <a:moveTo>
                    <a:pt x="49" y="45"/>
                  </a:moveTo>
                  <a:cubicBezTo>
                    <a:pt x="52" y="42"/>
                    <a:pt x="55" y="40"/>
                    <a:pt x="57" y="36"/>
                  </a:cubicBezTo>
                  <a:cubicBezTo>
                    <a:pt x="59" y="33"/>
                    <a:pt x="61" y="28"/>
                    <a:pt x="61" y="24"/>
                  </a:cubicBezTo>
                  <a:cubicBezTo>
                    <a:pt x="61" y="11"/>
                    <a:pt x="50" y="0"/>
                    <a:pt x="37" y="0"/>
                  </a:cubicBezTo>
                  <a:cubicBezTo>
                    <a:pt x="24" y="0"/>
                    <a:pt x="13" y="11"/>
                    <a:pt x="13" y="24"/>
                  </a:cubicBezTo>
                  <a:cubicBezTo>
                    <a:pt x="13" y="29"/>
                    <a:pt x="15" y="35"/>
                    <a:pt x="18" y="39"/>
                  </a:cubicBezTo>
                  <a:cubicBezTo>
                    <a:pt x="20" y="41"/>
                    <a:pt x="22" y="43"/>
                    <a:pt x="24" y="44"/>
                  </a:cubicBezTo>
                  <a:cubicBezTo>
                    <a:pt x="27" y="46"/>
                    <a:pt x="29" y="46"/>
                    <a:pt x="30" y="49"/>
                  </a:cubicBezTo>
                  <a:cubicBezTo>
                    <a:pt x="31" y="51"/>
                    <a:pt x="31" y="52"/>
                    <a:pt x="30" y="54"/>
                  </a:cubicBezTo>
                  <a:cubicBezTo>
                    <a:pt x="30" y="56"/>
                    <a:pt x="30" y="57"/>
                    <a:pt x="28" y="58"/>
                  </a:cubicBezTo>
                  <a:cubicBezTo>
                    <a:pt x="27" y="59"/>
                    <a:pt x="26" y="60"/>
                    <a:pt x="25" y="60"/>
                  </a:cubicBezTo>
                  <a:cubicBezTo>
                    <a:pt x="22" y="60"/>
                    <a:pt x="12" y="59"/>
                    <a:pt x="10" y="60"/>
                  </a:cubicBezTo>
                  <a:cubicBezTo>
                    <a:pt x="8" y="61"/>
                    <a:pt x="6" y="62"/>
                    <a:pt x="5" y="63"/>
                  </a:cubicBezTo>
                  <a:cubicBezTo>
                    <a:pt x="2" y="66"/>
                    <a:pt x="0" y="70"/>
                    <a:pt x="0" y="74"/>
                  </a:cubicBezTo>
                  <a:cubicBezTo>
                    <a:pt x="0" y="74"/>
                    <a:pt x="0" y="107"/>
                    <a:pt x="0" y="107"/>
                  </a:cubicBezTo>
                  <a:cubicBezTo>
                    <a:pt x="0" y="113"/>
                    <a:pt x="4" y="117"/>
                    <a:pt x="9" y="117"/>
                  </a:cubicBezTo>
                  <a:cubicBezTo>
                    <a:pt x="56" y="117"/>
                    <a:pt x="56" y="117"/>
                    <a:pt x="56" y="117"/>
                  </a:cubicBezTo>
                  <a:cubicBezTo>
                    <a:pt x="71" y="117"/>
                    <a:pt x="73" y="110"/>
                    <a:pt x="73" y="105"/>
                  </a:cubicBezTo>
                  <a:cubicBezTo>
                    <a:pt x="73" y="105"/>
                    <a:pt x="73" y="74"/>
                    <a:pt x="73" y="74"/>
                  </a:cubicBezTo>
                  <a:cubicBezTo>
                    <a:pt x="73" y="70"/>
                    <a:pt x="71" y="66"/>
                    <a:pt x="68" y="63"/>
                  </a:cubicBezTo>
                  <a:cubicBezTo>
                    <a:pt x="66" y="61"/>
                    <a:pt x="64" y="60"/>
                    <a:pt x="62" y="60"/>
                  </a:cubicBezTo>
                  <a:cubicBezTo>
                    <a:pt x="57" y="59"/>
                    <a:pt x="53" y="60"/>
                    <a:pt x="48" y="60"/>
                  </a:cubicBezTo>
                  <a:cubicBezTo>
                    <a:pt x="47" y="60"/>
                    <a:pt x="45" y="59"/>
                    <a:pt x="45" y="58"/>
                  </a:cubicBezTo>
                  <a:cubicBezTo>
                    <a:pt x="44" y="57"/>
                    <a:pt x="44" y="56"/>
                    <a:pt x="43" y="55"/>
                  </a:cubicBezTo>
                  <a:cubicBezTo>
                    <a:pt x="43" y="50"/>
                    <a:pt x="46" y="47"/>
                    <a:pt x="49" y="45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597" name="Google Shape;597;p14"/>
            <p:cNvSpPr/>
            <p:nvPr/>
          </p:nvSpPr>
          <p:spPr>
            <a:xfrm>
              <a:off x="2319424" y="1617036"/>
              <a:ext cx="201589" cy="381280"/>
            </a:xfrm>
            <a:custGeom>
              <a:avLst/>
              <a:gdLst/>
              <a:ahLst/>
              <a:cxnLst/>
              <a:rect l="l" t="t" r="r" b="b"/>
              <a:pathLst>
                <a:path w="53" h="97" extrusionOk="0">
                  <a:moveTo>
                    <a:pt x="0" y="96"/>
                  </a:moveTo>
                  <a:cubicBezTo>
                    <a:pt x="38" y="96"/>
                    <a:pt x="38" y="96"/>
                    <a:pt x="38" y="96"/>
                  </a:cubicBezTo>
                  <a:cubicBezTo>
                    <a:pt x="51" y="97"/>
                    <a:pt x="53" y="91"/>
                    <a:pt x="53" y="87"/>
                  </a:cubicBezTo>
                  <a:cubicBezTo>
                    <a:pt x="53" y="87"/>
                    <a:pt x="53" y="61"/>
                    <a:pt x="53" y="61"/>
                  </a:cubicBezTo>
                  <a:cubicBezTo>
                    <a:pt x="53" y="57"/>
                    <a:pt x="51" y="54"/>
                    <a:pt x="49" y="52"/>
                  </a:cubicBezTo>
                  <a:cubicBezTo>
                    <a:pt x="47" y="51"/>
                    <a:pt x="45" y="50"/>
                    <a:pt x="43" y="49"/>
                  </a:cubicBezTo>
                  <a:cubicBezTo>
                    <a:pt x="40" y="49"/>
                    <a:pt x="36" y="50"/>
                    <a:pt x="32" y="49"/>
                  </a:cubicBezTo>
                  <a:cubicBezTo>
                    <a:pt x="31" y="49"/>
                    <a:pt x="30" y="49"/>
                    <a:pt x="29" y="48"/>
                  </a:cubicBezTo>
                  <a:cubicBezTo>
                    <a:pt x="29" y="47"/>
                    <a:pt x="28" y="46"/>
                    <a:pt x="28" y="45"/>
                  </a:cubicBezTo>
                  <a:cubicBezTo>
                    <a:pt x="28" y="41"/>
                    <a:pt x="30" y="39"/>
                    <a:pt x="33" y="37"/>
                  </a:cubicBezTo>
                  <a:cubicBezTo>
                    <a:pt x="36" y="35"/>
                    <a:pt x="38" y="32"/>
                    <a:pt x="40" y="30"/>
                  </a:cubicBezTo>
                  <a:cubicBezTo>
                    <a:pt x="42" y="27"/>
                    <a:pt x="43" y="23"/>
                    <a:pt x="43" y="19"/>
                  </a:cubicBezTo>
                  <a:cubicBezTo>
                    <a:pt x="43" y="8"/>
                    <a:pt x="34" y="0"/>
                    <a:pt x="23" y="0"/>
                  </a:cubicBezTo>
                  <a:cubicBezTo>
                    <a:pt x="12" y="0"/>
                    <a:pt x="3" y="8"/>
                    <a:pt x="3" y="19"/>
                  </a:cubicBezTo>
                  <a:cubicBezTo>
                    <a:pt x="3" y="24"/>
                    <a:pt x="5" y="29"/>
                    <a:pt x="7" y="32"/>
                  </a:cubicBezTo>
                  <a:cubicBezTo>
                    <a:pt x="9" y="34"/>
                    <a:pt x="11" y="35"/>
                    <a:pt x="12" y="36"/>
                  </a:cubicBezTo>
                  <a:cubicBezTo>
                    <a:pt x="14" y="38"/>
                    <a:pt x="16" y="38"/>
                    <a:pt x="17" y="40"/>
                  </a:cubicBezTo>
                  <a:cubicBezTo>
                    <a:pt x="18" y="42"/>
                    <a:pt x="18" y="43"/>
                    <a:pt x="18" y="44"/>
                  </a:cubicBezTo>
                  <a:cubicBezTo>
                    <a:pt x="17" y="46"/>
                    <a:pt x="17" y="47"/>
                    <a:pt x="16" y="48"/>
                  </a:cubicBezTo>
                  <a:cubicBezTo>
                    <a:pt x="15" y="49"/>
                    <a:pt x="14" y="49"/>
                    <a:pt x="13" y="49"/>
                  </a:cubicBezTo>
                  <a:cubicBezTo>
                    <a:pt x="11" y="49"/>
                    <a:pt x="2" y="49"/>
                    <a:pt x="0" y="5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598" name="Google Shape;598;p14"/>
            <p:cNvSpPr/>
            <p:nvPr/>
          </p:nvSpPr>
          <p:spPr>
            <a:xfrm>
              <a:off x="3437327" y="2276840"/>
              <a:ext cx="270967" cy="259595"/>
            </a:xfrm>
            <a:custGeom>
              <a:avLst/>
              <a:gdLst/>
              <a:ahLst/>
              <a:cxnLst/>
              <a:rect l="l" t="t" r="r" b="b"/>
              <a:pathLst>
                <a:path w="71" h="66" extrusionOk="0">
                  <a:moveTo>
                    <a:pt x="39" y="2"/>
                  </a:moveTo>
                  <a:cubicBezTo>
                    <a:pt x="64" y="25"/>
                    <a:pt x="64" y="25"/>
                    <a:pt x="64" y="25"/>
                  </a:cubicBezTo>
                  <a:cubicBezTo>
                    <a:pt x="69" y="29"/>
                    <a:pt x="71" y="35"/>
                    <a:pt x="71" y="42"/>
                  </a:cubicBezTo>
                  <a:cubicBezTo>
                    <a:pt x="71" y="55"/>
                    <a:pt x="60" y="66"/>
                    <a:pt x="47" y="66"/>
                  </a:cubicBezTo>
                  <a:cubicBezTo>
                    <a:pt x="40" y="66"/>
                    <a:pt x="34" y="64"/>
                    <a:pt x="30" y="59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3" y="32"/>
                    <a:pt x="0" y="26"/>
                    <a:pt x="0" y="20"/>
                  </a:cubicBezTo>
                  <a:cubicBezTo>
                    <a:pt x="0" y="15"/>
                    <a:pt x="2" y="11"/>
                    <a:pt x="4" y="7"/>
                  </a:cubicBezTo>
                  <a:cubicBezTo>
                    <a:pt x="5" y="5"/>
                    <a:pt x="6" y="4"/>
                    <a:pt x="8" y="3"/>
                  </a:cubicBezTo>
                  <a:cubicBezTo>
                    <a:pt x="9" y="1"/>
                    <a:pt x="11" y="0"/>
                    <a:pt x="13" y="0"/>
                  </a:cubicBezTo>
                  <a:cubicBezTo>
                    <a:pt x="15" y="1"/>
                    <a:pt x="16" y="1"/>
                    <a:pt x="17" y="3"/>
                  </a:cubicBezTo>
                  <a:cubicBezTo>
                    <a:pt x="20" y="5"/>
                    <a:pt x="20" y="10"/>
                    <a:pt x="17" y="12"/>
                  </a:cubicBezTo>
                  <a:cubicBezTo>
                    <a:pt x="13" y="16"/>
                    <a:pt x="13" y="23"/>
                    <a:pt x="17" y="27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4" y="53"/>
                    <a:pt x="50" y="53"/>
                    <a:pt x="54" y="49"/>
                  </a:cubicBezTo>
                  <a:cubicBezTo>
                    <a:pt x="58" y="45"/>
                    <a:pt x="58" y="39"/>
                    <a:pt x="54" y="35"/>
                  </a:cubicBezTo>
                  <a:cubicBezTo>
                    <a:pt x="54" y="35"/>
                    <a:pt x="54" y="35"/>
                    <a:pt x="54" y="35"/>
                  </a:cubicBezTo>
                  <a:cubicBezTo>
                    <a:pt x="36" y="17"/>
                    <a:pt x="36" y="17"/>
                    <a:pt x="36" y="17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599" name="Google Shape;599;p14"/>
            <p:cNvSpPr/>
            <p:nvPr/>
          </p:nvSpPr>
          <p:spPr>
            <a:xfrm>
              <a:off x="3301189" y="2115946"/>
              <a:ext cx="281439" cy="274467"/>
            </a:xfrm>
            <a:custGeom>
              <a:avLst/>
              <a:gdLst/>
              <a:ahLst/>
              <a:cxnLst/>
              <a:rect l="l" t="t" r="r" b="b"/>
              <a:pathLst>
                <a:path w="74" h="70" extrusionOk="0">
                  <a:moveTo>
                    <a:pt x="38" y="70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0" y="35"/>
                    <a:pt x="0" y="19"/>
                    <a:pt x="10" y="10"/>
                  </a:cubicBezTo>
                  <a:cubicBezTo>
                    <a:pt x="19" y="0"/>
                    <a:pt x="35" y="0"/>
                    <a:pt x="44" y="10"/>
                  </a:cubicBezTo>
                  <a:cubicBezTo>
                    <a:pt x="49" y="15"/>
                    <a:pt x="54" y="20"/>
                    <a:pt x="60" y="25"/>
                  </a:cubicBezTo>
                  <a:cubicBezTo>
                    <a:pt x="66" y="32"/>
                    <a:pt x="73" y="38"/>
                    <a:pt x="74" y="48"/>
                  </a:cubicBezTo>
                  <a:cubicBezTo>
                    <a:pt x="74" y="55"/>
                    <a:pt x="71" y="62"/>
                    <a:pt x="67" y="67"/>
                  </a:cubicBezTo>
                  <a:cubicBezTo>
                    <a:pt x="65" y="68"/>
                    <a:pt x="63" y="69"/>
                    <a:pt x="61" y="69"/>
                  </a:cubicBezTo>
                  <a:cubicBezTo>
                    <a:pt x="60" y="68"/>
                    <a:pt x="58" y="68"/>
                    <a:pt x="57" y="67"/>
                  </a:cubicBezTo>
                  <a:cubicBezTo>
                    <a:pt x="54" y="64"/>
                    <a:pt x="54" y="60"/>
                    <a:pt x="57" y="57"/>
                  </a:cubicBezTo>
                  <a:cubicBezTo>
                    <a:pt x="61" y="53"/>
                    <a:pt x="61" y="46"/>
                    <a:pt x="57" y="42"/>
                  </a:cubicBezTo>
                  <a:cubicBezTo>
                    <a:pt x="51" y="36"/>
                    <a:pt x="51" y="36"/>
                    <a:pt x="51" y="36"/>
                  </a:cubicBezTo>
                  <a:cubicBezTo>
                    <a:pt x="51" y="36"/>
                    <a:pt x="51" y="36"/>
                    <a:pt x="51" y="36"/>
                  </a:cubicBezTo>
                  <a:cubicBezTo>
                    <a:pt x="35" y="20"/>
                    <a:pt x="35" y="20"/>
                    <a:pt x="35" y="20"/>
                  </a:cubicBezTo>
                  <a:cubicBezTo>
                    <a:pt x="31" y="16"/>
                    <a:pt x="24" y="16"/>
                    <a:pt x="20" y="20"/>
                  </a:cubicBezTo>
                  <a:cubicBezTo>
                    <a:pt x="16" y="24"/>
                    <a:pt x="16" y="31"/>
                    <a:pt x="20" y="35"/>
                  </a:cubicBezTo>
                  <a:cubicBezTo>
                    <a:pt x="37" y="51"/>
                    <a:pt x="37" y="51"/>
                    <a:pt x="37" y="5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00" name="Google Shape;600;p14"/>
            <p:cNvSpPr/>
            <p:nvPr/>
          </p:nvSpPr>
          <p:spPr>
            <a:xfrm>
              <a:off x="3387584" y="4102117"/>
              <a:ext cx="233006" cy="250130"/>
            </a:xfrm>
            <a:custGeom>
              <a:avLst/>
              <a:gdLst/>
              <a:ahLst/>
              <a:cxnLst/>
              <a:rect l="l" t="t" r="r" b="b"/>
              <a:pathLst>
                <a:path w="61" h="64" extrusionOk="0">
                  <a:moveTo>
                    <a:pt x="0" y="56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5" y="0"/>
                    <a:pt x="9" y="2"/>
                  </a:cubicBezTo>
                  <a:cubicBezTo>
                    <a:pt x="16" y="5"/>
                    <a:pt x="23" y="9"/>
                    <a:pt x="30" y="13"/>
                  </a:cubicBezTo>
                  <a:cubicBezTo>
                    <a:pt x="39" y="17"/>
                    <a:pt x="48" y="22"/>
                    <a:pt x="58" y="26"/>
                  </a:cubicBezTo>
                  <a:cubicBezTo>
                    <a:pt x="60" y="27"/>
                    <a:pt x="61" y="29"/>
                    <a:pt x="61" y="32"/>
                  </a:cubicBezTo>
                  <a:cubicBezTo>
                    <a:pt x="61" y="34"/>
                    <a:pt x="60" y="36"/>
                    <a:pt x="58" y="37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5" y="64"/>
                    <a:pt x="0" y="60"/>
                    <a:pt x="0" y="5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01" name="Google Shape;601;p14"/>
            <p:cNvSpPr/>
            <p:nvPr/>
          </p:nvSpPr>
          <p:spPr>
            <a:xfrm>
              <a:off x="3259300" y="3999361"/>
              <a:ext cx="441140" cy="447530"/>
            </a:xfrm>
            <a:custGeom>
              <a:avLst/>
              <a:gdLst/>
              <a:ahLst/>
              <a:cxnLst/>
              <a:rect l="l" t="t" r="r" b="b"/>
              <a:pathLst>
                <a:path w="116" h="114" extrusionOk="0">
                  <a:moveTo>
                    <a:pt x="59" y="0"/>
                  </a:moveTo>
                  <a:cubicBezTo>
                    <a:pt x="59" y="0"/>
                    <a:pt x="60" y="0"/>
                    <a:pt x="62" y="0"/>
                  </a:cubicBezTo>
                  <a:cubicBezTo>
                    <a:pt x="64" y="0"/>
                    <a:pt x="65" y="0"/>
                    <a:pt x="67" y="1"/>
                  </a:cubicBezTo>
                  <a:cubicBezTo>
                    <a:pt x="69" y="1"/>
                    <a:pt x="71" y="1"/>
                    <a:pt x="74" y="2"/>
                  </a:cubicBezTo>
                  <a:cubicBezTo>
                    <a:pt x="78" y="3"/>
                    <a:pt x="84" y="5"/>
                    <a:pt x="90" y="9"/>
                  </a:cubicBezTo>
                  <a:cubicBezTo>
                    <a:pt x="95" y="13"/>
                    <a:pt x="101" y="18"/>
                    <a:pt x="106" y="25"/>
                  </a:cubicBezTo>
                  <a:cubicBezTo>
                    <a:pt x="111" y="32"/>
                    <a:pt x="114" y="40"/>
                    <a:pt x="115" y="50"/>
                  </a:cubicBezTo>
                  <a:cubicBezTo>
                    <a:pt x="116" y="52"/>
                    <a:pt x="116" y="55"/>
                    <a:pt x="116" y="57"/>
                  </a:cubicBezTo>
                  <a:cubicBezTo>
                    <a:pt x="116" y="60"/>
                    <a:pt x="116" y="62"/>
                    <a:pt x="115" y="65"/>
                  </a:cubicBezTo>
                  <a:cubicBezTo>
                    <a:pt x="115" y="70"/>
                    <a:pt x="113" y="75"/>
                    <a:pt x="111" y="80"/>
                  </a:cubicBezTo>
                  <a:cubicBezTo>
                    <a:pt x="109" y="84"/>
                    <a:pt x="106" y="89"/>
                    <a:pt x="103" y="93"/>
                  </a:cubicBezTo>
                  <a:cubicBezTo>
                    <a:pt x="99" y="97"/>
                    <a:pt x="95" y="101"/>
                    <a:pt x="91" y="104"/>
                  </a:cubicBezTo>
                  <a:cubicBezTo>
                    <a:pt x="86" y="107"/>
                    <a:pt x="81" y="110"/>
                    <a:pt x="76" y="112"/>
                  </a:cubicBezTo>
                  <a:cubicBezTo>
                    <a:pt x="70" y="113"/>
                    <a:pt x="65" y="114"/>
                    <a:pt x="59" y="114"/>
                  </a:cubicBezTo>
                  <a:cubicBezTo>
                    <a:pt x="57" y="114"/>
                    <a:pt x="56" y="114"/>
                    <a:pt x="55" y="114"/>
                  </a:cubicBezTo>
                  <a:cubicBezTo>
                    <a:pt x="53" y="114"/>
                    <a:pt x="52" y="114"/>
                    <a:pt x="51" y="114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5" y="112"/>
                    <a:pt x="44" y="112"/>
                    <a:pt x="42" y="112"/>
                  </a:cubicBezTo>
                  <a:cubicBezTo>
                    <a:pt x="37" y="110"/>
                    <a:pt x="32" y="108"/>
                    <a:pt x="27" y="104"/>
                  </a:cubicBezTo>
                  <a:cubicBezTo>
                    <a:pt x="25" y="103"/>
                    <a:pt x="23" y="101"/>
                    <a:pt x="21" y="99"/>
                  </a:cubicBezTo>
                  <a:cubicBezTo>
                    <a:pt x="19" y="97"/>
                    <a:pt x="17" y="95"/>
                    <a:pt x="15" y="93"/>
                  </a:cubicBezTo>
                  <a:cubicBezTo>
                    <a:pt x="12" y="89"/>
                    <a:pt x="9" y="85"/>
                    <a:pt x="7" y="80"/>
                  </a:cubicBezTo>
                  <a:cubicBezTo>
                    <a:pt x="2" y="70"/>
                    <a:pt x="0" y="60"/>
                    <a:pt x="2" y="50"/>
                  </a:cubicBezTo>
                  <a:cubicBezTo>
                    <a:pt x="3" y="41"/>
                    <a:pt x="6" y="32"/>
                    <a:pt x="11" y="25"/>
                  </a:cubicBezTo>
                  <a:cubicBezTo>
                    <a:pt x="12" y="23"/>
                    <a:pt x="14" y="22"/>
                    <a:pt x="15" y="20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7" y="18"/>
                    <a:pt x="17" y="18"/>
                  </a:cubicBezTo>
                  <a:cubicBezTo>
                    <a:pt x="18" y="17"/>
                    <a:pt x="18" y="17"/>
                    <a:pt x="19" y="16"/>
                  </a:cubicBezTo>
                  <a:cubicBezTo>
                    <a:pt x="20" y="15"/>
                    <a:pt x="21" y="14"/>
                    <a:pt x="23" y="13"/>
                  </a:cubicBezTo>
                  <a:cubicBezTo>
                    <a:pt x="24" y="12"/>
                    <a:pt x="26" y="10"/>
                    <a:pt x="27" y="9"/>
                  </a:cubicBezTo>
                  <a:cubicBezTo>
                    <a:pt x="29" y="8"/>
                    <a:pt x="30" y="8"/>
                    <a:pt x="32" y="7"/>
                  </a:cubicBezTo>
                  <a:cubicBezTo>
                    <a:pt x="33" y="6"/>
                    <a:pt x="34" y="6"/>
                    <a:pt x="36" y="5"/>
                  </a:cubicBezTo>
                  <a:cubicBezTo>
                    <a:pt x="39" y="4"/>
                    <a:pt x="41" y="3"/>
                    <a:pt x="43" y="2"/>
                  </a:cubicBezTo>
                  <a:cubicBezTo>
                    <a:pt x="48" y="1"/>
                    <a:pt x="52" y="0"/>
                    <a:pt x="54" y="0"/>
                  </a:cubicBezTo>
                  <a:cubicBezTo>
                    <a:pt x="56" y="0"/>
                    <a:pt x="57" y="0"/>
                    <a:pt x="57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60" y="0"/>
                    <a:pt x="60" y="1"/>
                    <a:pt x="61" y="2"/>
                  </a:cubicBezTo>
                  <a:cubicBezTo>
                    <a:pt x="61" y="3"/>
                    <a:pt x="60" y="4"/>
                    <a:pt x="59" y="4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7" y="4"/>
                    <a:pt x="56" y="4"/>
                    <a:pt x="55" y="4"/>
                  </a:cubicBezTo>
                  <a:cubicBezTo>
                    <a:pt x="52" y="5"/>
                    <a:pt x="49" y="5"/>
                    <a:pt x="45" y="7"/>
                  </a:cubicBezTo>
                  <a:cubicBezTo>
                    <a:pt x="42" y="7"/>
                    <a:pt x="40" y="8"/>
                    <a:pt x="38" y="9"/>
                  </a:cubicBezTo>
                  <a:cubicBezTo>
                    <a:pt x="36" y="10"/>
                    <a:pt x="35" y="10"/>
                    <a:pt x="34" y="11"/>
                  </a:cubicBezTo>
                  <a:cubicBezTo>
                    <a:pt x="33" y="12"/>
                    <a:pt x="31" y="12"/>
                    <a:pt x="30" y="13"/>
                  </a:cubicBezTo>
                  <a:cubicBezTo>
                    <a:pt x="29" y="14"/>
                    <a:pt x="28" y="15"/>
                    <a:pt x="26" y="16"/>
                  </a:cubicBezTo>
                  <a:cubicBezTo>
                    <a:pt x="25" y="17"/>
                    <a:pt x="24" y="18"/>
                    <a:pt x="22" y="20"/>
                  </a:cubicBezTo>
                  <a:cubicBezTo>
                    <a:pt x="22" y="20"/>
                    <a:pt x="21" y="21"/>
                    <a:pt x="20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8" y="25"/>
                    <a:pt x="16" y="26"/>
                    <a:pt x="15" y="28"/>
                  </a:cubicBezTo>
                  <a:cubicBezTo>
                    <a:pt x="11" y="34"/>
                    <a:pt x="8" y="42"/>
                    <a:pt x="7" y="51"/>
                  </a:cubicBezTo>
                  <a:cubicBezTo>
                    <a:pt x="6" y="60"/>
                    <a:pt x="8" y="69"/>
                    <a:pt x="12" y="77"/>
                  </a:cubicBezTo>
                  <a:cubicBezTo>
                    <a:pt x="14" y="82"/>
                    <a:pt x="16" y="86"/>
                    <a:pt x="20" y="90"/>
                  </a:cubicBezTo>
                  <a:cubicBezTo>
                    <a:pt x="21" y="92"/>
                    <a:pt x="23" y="93"/>
                    <a:pt x="25" y="95"/>
                  </a:cubicBezTo>
                  <a:cubicBezTo>
                    <a:pt x="27" y="97"/>
                    <a:pt x="28" y="98"/>
                    <a:pt x="31" y="100"/>
                  </a:cubicBezTo>
                  <a:cubicBezTo>
                    <a:pt x="35" y="103"/>
                    <a:pt x="39" y="105"/>
                    <a:pt x="44" y="106"/>
                  </a:cubicBezTo>
                  <a:cubicBezTo>
                    <a:pt x="45" y="106"/>
                    <a:pt x="46" y="107"/>
                    <a:pt x="48" y="107"/>
                  </a:cubicBezTo>
                  <a:cubicBezTo>
                    <a:pt x="51" y="108"/>
                    <a:pt x="51" y="108"/>
                    <a:pt x="51" y="108"/>
                  </a:cubicBezTo>
                  <a:cubicBezTo>
                    <a:pt x="54" y="108"/>
                    <a:pt x="57" y="108"/>
                    <a:pt x="59" y="108"/>
                  </a:cubicBezTo>
                  <a:cubicBezTo>
                    <a:pt x="64" y="108"/>
                    <a:pt x="69" y="107"/>
                    <a:pt x="74" y="106"/>
                  </a:cubicBezTo>
                  <a:cubicBezTo>
                    <a:pt x="79" y="104"/>
                    <a:pt x="83" y="102"/>
                    <a:pt x="87" y="99"/>
                  </a:cubicBezTo>
                  <a:cubicBezTo>
                    <a:pt x="91" y="97"/>
                    <a:pt x="95" y="93"/>
                    <a:pt x="98" y="90"/>
                  </a:cubicBezTo>
                  <a:cubicBezTo>
                    <a:pt x="101" y="86"/>
                    <a:pt x="104" y="82"/>
                    <a:pt x="106" y="77"/>
                  </a:cubicBezTo>
                  <a:cubicBezTo>
                    <a:pt x="108" y="73"/>
                    <a:pt x="109" y="68"/>
                    <a:pt x="110" y="64"/>
                  </a:cubicBezTo>
                  <a:cubicBezTo>
                    <a:pt x="110" y="62"/>
                    <a:pt x="110" y="59"/>
                    <a:pt x="110" y="57"/>
                  </a:cubicBezTo>
                  <a:cubicBezTo>
                    <a:pt x="110" y="55"/>
                    <a:pt x="110" y="53"/>
                    <a:pt x="110" y="51"/>
                  </a:cubicBezTo>
                  <a:cubicBezTo>
                    <a:pt x="109" y="42"/>
                    <a:pt x="106" y="34"/>
                    <a:pt x="102" y="28"/>
                  </a:cubicBezTo>
                  <a:cubicBezTo>
                    <a:pt x="97" y="21"/>
                    <a:pt x="92" y="17"/>
                    <a:pt x="87" y="13"/>
                  </a:cubicBezTo>
                  <a:cubicBezTo>
                    <a:pt x="82" y="9"/>
                    <a:pt x="77" y="8"/>
                    <a:pt x="72" y="6"/>
                  </a:cubicBezTo>
                  <a:cubicBezTo>
                    <a:pt x="70" y="6"/>
                    <a:pt x="68" y="5"/>
                    <a:pt x="67" y="5"/>
                  </a:cubicBezTo>
                  <a:cubicBezTo>
                    <a:pt x="65" y="5"/>
                    <a:pt x="63" y="4"/>
                    <a:pt x="62" y="4"/>
                  </a:cubicBezTo>
                  <a:cubicBezTo>
                    <a:pt x="60" y="4"/>
                    <a:pt x="58" y="4"/>
                    <a:pt x="58" y="4"/>
                  </a:cubicBezTo>
                  <a:cubicBezTo>
                    <a:pt x="57" y="4"/>
                    <a:pt x="56" y="3"/>
                    <a:pt x="56" y="2"/>
                  </a:cubicBezTo>
                  <a:cubicBezTo>
                    <a:pt x="56" y="1"/>
                    <a:pt x="57" y="0"/>
                    <a:pt x="5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02" name="Google Shape;602;p14"/>
            <p:cNvSpPr/>
            <p:nvPr/>
          </p:nvSpPr>
          <p:spPr>
            <a:xfrm>
              <a:off x="3456963" y="4011530"/>
              <a:ext cx="295839" cy="443475"/>
            </a:xfrm>
            <a:custGeom>
              <a:avLst/>
              <a:gdLst/>
              <a:ahLst/>
              <a:cxnLst/>
              <a:rect l="l" t="t" r="r" b="b"/>
              <a:pathLst>
                <a:path w="78" h="113" extrusionOk="0">
                  <a:moveTo>
                    <a:pt x="25" y="0"/>
                  </a:moveTo>
                  <a:cubicBezTo>
                    <a:pt x="25" y="0"/>
                    <a:pt x="25" y="0"/>
                    <a:pt x="27" y="0"/>
                  </a:cubicBezTo>
                  <a:cubicBezTo>
                    <a:pt x="28" y="0"/>
                    <a:pt x="30" y="0"/>
                    <a:pt x="33" y="1"/>
                  </a:cubicBezTo>
                  <a:cubicBezTo>
                    <a:pt x="38" y="2"/>
                    <a:pt x="45" y="5"/>
                    <a:pt x="53" y="10"/>
                  </a:cubicBezTo>
                  <a:cubicBezTo>
                    <a:pt x="56" y="12"/>
                    <a:pt x="60" y="15"/>
                    <a:pt x="64" y="19"/>
                  </a:cubicBezTo>
                  <a:cubicBezTo>
                    <a:pt x="67" y="23"/>
                    <a:pt x="70" y="28"/>
                    <a:pt x="73" y="33"/>
                  </a:cubicBezTo>
                  <a:cubicBezTo>
                    <a:pt x="75" y="38"/>
                    <a:pt x="77" y="44"/>
                    <a:pt x="77" y="50"/>
                  </a:cubicBezTo>
                  <a:cubicBezTo>
                    <a:pt x="77" y="51"/>
                    <a:pt x="78" y="53"/>
                    <a:pt x="78" y="54"/>
                  </a:cubicBezTo>
                  <a:cubicBezTo>
                    <a:pt x="78" y="55"/>
                    <a:pt x="78" y="56"/>
                    <a:pt x="78" y="57"/>
                  </a:cubicBezTo>
                  <a:cubicBezTo>
                    <a:pt x="78" y="59"/>
                    <a:pt x="78" y="59"/>
                    <a:pt x="78" y="59"/>
                  </a:cubicBezTo>
                  <a:cubicBezTo>
                    <a:pt x="77" y="62"/>
                    <a:pt x="77" y="65"/>
                    <a:pt x="76" y="68"/>
                  </a:cubicBezTo>
                  <a:cubicBezTo>
                    <a:pt x="74" y="80"/>
                    <a:pt x="67" y="91"/>
                    <a:pt x="58" y="98"/>
                  </a:cubicBezTo>
                  <a:cubicBezTo>
                    <a:pt x="50" y="105"/>
                    <a:pt x="40" y="110"/>
                    <a:pt x="31" y="112"/>
                  </a:cubicBezTo>
                  <a:cubicBezTo>
                    <a:pt x="27" y="113"/>
                    <a:pt x="23" y="113"/>
                    <a:pt x="19" y="113"/>
                  </a:cubicBezTo>
                  <a:cubicBezTo>
                    <a:pt x="17" y="113"/>
                    <a:pt x="15" y="113"/>
                    <a:pt x="14" y="113"/>
                  </a:cubicBezTo>
                  <a:cubicBezTo>
                    <a:pt x="12" y="112"/>
                    <a:pt x="11" y="112"/>
                    <a:pt x="9" y="112"/>
                  </a:cubicBezTo>
                  <a:cubicBezTo>
                    <a:pt x="4" y="111"/>
                    <a:pt x="2" y="111"/>
                    <a:pt x="2" y="111"/>
                  </a:cubicBezTo>
                  <a:cubicBezTo>
                    <a:pt x="0" y="110"/>
                    <a:pt x="0" y="109"/>
                    <a:pt x="0" y="108"/>
                  </a:cubicBezTo>
                  <a:cubicBezTo>
                    <a:pt x="0" y="107"/>
                    <a:pt x="1" y="106"/>
                    <a:pt x="2" y="106"/>
                  </a:cubicBezTo>
                  <a:cubicBezTo>
                    <a:pt x="2" y="106"/>
                    <a:pt x="5" y="107"/>
                    <a:pt x="10" y="108"/>
                  </a:cubicBezTo>
                  <a:cubicBezTo>
                    <a:pt x="11" y="108"/>
                    <a:pt x="13" y="108"/>
                    <a:pt x="14" y="108"/>
                  </a:cubicBezTo>
                  <a:cubicBezTo>
                    <a:pt x="16" y="108"/>
                    <a:pt x="17" y="108"/>
                    <a:pt x="19" y="108"/>
                  </a:cubicBezTo>
                  <a:cubicBezTo>
                    <a:pt x="22" y="108"/>
                    <a:pt x="26" y="108"/>
                    <a:pt x="30" y="107"/>
                  </a:cubicBezTo>
                  <a:cubicBezTo>
                    <a:pt x="38" y="105"/>
                    <a:pt x="47" y="101"/>
                    <a:pt x="55" y="94"/>
                  </a:cubicBezTo>
                  <a:cubicBezTo>
                    <a:pt x="62" y="87"/>
                    <a:pt x="68" y="77"/>
                    <a:pt x="71" y="67"/>
                  </a:cubicBezTo>
                  <a:cubicBezTo>
                    <a:pt x="71" y="64"/>
                    <a:pt x="71" y="61"/>
                    <a:pt x="72" y="59"/>
                  </a:cubicBezTo>
                  <a:cubicBezTo>
                    <a:pt x="72" y="56"/>
                    <a:pt x="72" y="56"/>
                    <a:pt x="72" y="56"/>
                  </a:cubicBezTo>
                  <a:cubicBezTo>
                    <a:pt x="72" y="56"/>
                    <a:pt x="72" y="55"/>
                    <a:pt x="72" y="54"/>
                  </a:cubicBezTo>
                  <a:cubicBezTo>
                    <a:pt x="72" y="53"/>
                    <a:pt x="71" y="52"/>
                    <a:pt x="71" y="50"/>
                  </a:cubicBezTo>
                  <a:cubicBezTo>
                    <a:pt x="71" y="45"/>
                    <a:pt x="69" y="40"/>
                    <a:pt x="67" y="35"/>
                  </a:cubicBezTo>
                  <a:cubicBezTo>
                    <a:pt x="63" y="26"/>
                    <a:pt x="56" y="19"/>
                    <a:pt x="50" y="14"/>
                  </a:cubicBezTo>
                  <a:cubicBezTo>
                    <a:pt x="43" y="9"/>
                    <a:pt x="36" y="7"/>
                    <a:pt x="32" y="5"/>
                  </a:cubicBezTo>
                  <a:cubicBezTo>
                    <a:pt x="29" y="5"/>
                    <a:pt x="28" y="4"/>
                    <a:pt x="26" y="4"/>
                  </a:cubicBezTo>
                  <a:cubicBezTo>
                    <a:pt x="25" y="4"/>
                    <a:pt x="24" y="4"/>
                    <a:pt x="24" y="4"/>
                  </a:cubicBezTo>
                  <a:cubicBezTo>
                    <a:pt x="23" y="4"/>
                    <a:pt x="22" y="3"/>
                    <a:pt x="22" y="1"/>
                  </a:cubicBezTo>
                  <a:cubicBezTo>
                    <a:pt x="23" y="0"/>
                    <a:pt x="24" y="0"/>
                    <a:pt x="2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03" name="Google Shape;603;p14"/>
            <p:cNvSpPr/>
            <p:nvPr/>
          </p:nvSpPr>
          <p:spPr>
            <a:xfrm>
              <a:off x="3996279" y="1880688"/>
              <a:ext cx="354744" cy="373168"/>
            </a:xfrm>
            <a:custGeom>
              <a:avLst/>
              <a:gdLst/>
              <a:ahLst/>
              <a:cxnLst/>
              <a:rect l="l" t="t" r="r" b="b"/>
              <a:pathLst>
                <a:path w="93" h="95" extrusionOk="0">
                  <a:moveTo>
                    <a:pt x="60" y="2"/>
                  </a:moveTo>
                  <a:cubicBezTo>
                    <a:pt x="60" y="2"/>
                    <a:pt x="60" y="2"/>
                    <a:pt x="59" y="2"/>
                  </a:cubicBezTo>
                  <a:cubicBezTo>
                    <a:pt x="45" y="0"/>
                    <a:pt x="31" y="9"/>
                    <a:pt x="26" y="22"/>
                  </a:cubicBezTo>
                  <a:cubicBezTo>
                    <a:pt x="24" y="28"/>
                    <a:pt x="24" y="34"/>
                    <a:pt x="22" y="40"/>
                  </a:cubicBezTo>
                  <a:cubicBezTo>
                    <a:pt x="20" y="46"/>
                    <a:pt x="16" y="51"/>
                    <a:pt x="11" y="55"/>
                  </a:cubicBezTo>
                  <a:cubicBezTo>
                    <a:pt x="8" y="57"/>
                    <a:pt x="6" y="58"/>
                    <a:pt x="3" y="60"/>
                  </a:cubicBezTo>
                  <a:cubicBezTo>
                    <a:pt x="1" y="62"/>
                    <a:pt x="0" y="65"/>
                    <a:pt x="0" y="68"/>
                  </a:cubicBezTo>
                  <a:cubicBezTo>
                    <a:pt x="1" y="74"/>
                    <a:pt x="10" y="74"/>
                    <a:pt x="15" y="75"/>
                  </a:cubicBezTo>
                  <a:cubicBezTo>
                    <a:pt x="22" y="77"/>
                    <a:pt x="57" y="86"/>
                    <a:pt x="67" y="89"/>
                  </a:cubicBezTo>
                  <a:cubicBezTo>
                    <a:pt x="72" y="90"/>
                    <a:pt x="77" y="91"/>
                    <a:pt x="81" y="92"/>
                  </a:cubicBezTo>
                  <a:cubicBezTo>
                    <a:pt x="84" y="94"/>
                    <a:pt x="88" y="95"/>
                    <a:pt x="91" y="92"/>
                  </a:cubicBezTo>
                  <a:cubicBezTo>
                    <a:pt x="93" y="90"/>
                    <a:pt x="93" y="86"/>
                    <a:pt x="92" y="83"/>
                  </a:cubicBezTo>
                  <a:cubicBezTo>
                    <a:pt x="91" y="80"/>
                    <a:pt x="89" y="78"/>
                    <a:pt x="88" y="75"/>
                  </a:cubicBezTo>
                  <a:cubicBezTo>
                    <a:pt x="85" y="69"/>
                    <a:pt x="84" y="63"/>
                    <a:pt x="85" y="56"/>
                  </a:cubicBezTo>
                  <a:cubicBezTo>
                    <a:pt x="86" y="51"/>
                    <a:pt x="89" y="45"/>
                    <a:pt x="90" y="39"/>
                  </a:cubicBezTo>
                  <a:cubicBezTo>
                    <a:pt x="93" y="25"/>
                    <a:pt x="84" y="10"/>
                    <a:pt x="71" y="5"/>
                  </a:cubicBezTo>
                  <a:lnTo>
                    <a:pt x="60" y="2"/>
                  </a:ln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04" name="Google Shape;604;p14"/>
            <p:cNvSpPr/>
            <p:nvPr/>
          </p:nvSpPr>
          <p:spPr>
            <a:xfrm>
              <a:off x="4103619" y="2190308"/>
              <a:ext cx="121739" cy="82475"/>
            </a:xfrm>
            <a:custGeom>
              <a:avLst/>
              <a:gdLst/>
              <a:ahLst/>
              <a:cxnLst/>
              <a:rect l="l" t="t" r="r" b="b"/>
              <a:pathLst>
                <a:path w="32" h="21" extrusionOk="0">
                  <a:moveTo>
                    <a:pt x="2" y="0"/>
                  </a:moveTo>
                  <a:cubicBezTo>
                    <a:pt x="0" y="5"/>
                    <a:pt x="2" y="11"/>
                    <a:pt x="6" y="15"/>
                  </a:cubicBezTo>
                  <a:cubicBezTo>
                    <a:pt x="10" y="19"/>
                    <a:pt x="16" y="21"/>
                    <a:pt x="21" y="19"/>
                  </a:cubicBezTo>
                  <a:cubicBezTo>
                    <a:pt x="26" y="18"/>
                    <a:pt x="31" y="13"/>
                    <a:pt x="32" y="8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05" name="Google Shape;605;p14"/>
            <p:cNvSpPr/>
            <p:nvPr/>
          </p:nvSpPr>
          <p:spPr>
            <a:xfrm>
              <a:off x="4233212" y="1767115"/>
              <a:ext cx="60215" cy="128445"/>
            </a:xfrm>
            <a:custGeom>
              <a:avLst/>
              <a:gdLst/>
              <a:ahLst/>
              <a:cxnLst/>
              <a:rect l="l" t="t" r="r" b="b"/>
              <a:pathLst>
                <a:path w="16" h="33" extrusionOk="0">
                  <a:moveTo>
                    <a:pt x="0" y="31"/>
                  </a:moveTo>
                  <a:cubicBezTo>
                    <a:pt x="1" y="22"/>
                    <a:pt x="3" y="15"/>
                    <a:pt x="6" y="7"/>
                  </a:cubicBezTo>
                  <a:cubicBezTo>
                    <a:pt x="6" y="5"/>
                    <a:pt x="7" y="3"/>
                    <a:pt x="8" y="2"/>
                  </a:cubicBezTo>
                  <a:cubicBezTo>
                    <a:pt x="9" y="1"/>
                    <a:pt x="11" y="0"/>
                    <a:pt x="13" y="1"/>
                  </a:cubicBezTo>
                  <a:cubicBezTo>
                    <a:pt x="14" y="1"/>
                    <a:pt x="15" y="3"/>
                    <a:pt x="15" y="4"/>
                  </a:cubicBezTo>
                  <a:cubicBezTo>
                    <a:pt x="15" y="6"/>
                    <a:pt x="16" y="8"/>
                    <a:pt x="16" y="9"/>
                  </a:cubicBezTo>
                  <a:cubicBezTo>
                    <a:pt x="16" y="18"/>
                    <a:pt x="13" y="27"/>
                    <a:pt x="8" y="33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06" name="Google Shape;606;p14"/>
            <p:cNvSpPr/>
            <p:nvPr/>
          </p:nvSpPr>
          <p:spPr>
            <a:xfrm>
              <a:off x="4004134" y="2241687"/>
              <a:ext cx="53669" cy="47322"/>
            </a:xfrm>
            <a:custGeom>
              <a:avLst/>
              <a:gdLst/>
              <a:ahLst/>
              <a:cxnLst/>
              <a:rect l="l" t="t" r="r" b="b"/>
              <a:pathLst>
                <a:path w="14" h="12" extrusionOk="0">
                  <a:moveTo>
                    <a:pt x="14" y="0"/>
                  </a:moveTo>
                  <a:cubicBezTo>
                    <a:pt x="9" y="4"/>
                    <a:pt x="5" y="8"/>
                    <a:pt x="0" y="12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07" name="Google Shape;607;p14"/>
            <p:cNvSpPr/>
            <p:nvPr/>
          </p:nvSpPr>
          <p:spPr>
            <a:xfrm>
              <a:off x="4247611" y="1950995"/>
              <a:ext cx="34035" cy="223089"/>
            </a:xfrm>
            <a:custGeom>
              <a:avLst/>
              <a:gdLst/>
              <a:ahLst/>
              <a:cxnLst/>
              <a:rect l="l" t="t" r="r" b="b"/>
              <a:pathLst>
                <a:path w="9" h="57" extrusionOk="0">
                  <a:moveTo>
                    <a:pt x="0" y="0"/>
                  </a:moveTo>
                  <a:cubicBezTo>
                    <a:pt x="6" y="3"/>
                    <a:pt x="9" y="11"/>
                    <a:pt x="9" y="17"/>
                  </a:cubicBezTo>
                  <a:cubicBezTo>
                    <a:pt x="8" y="24"/>
                    <a:pt x="6" y="30"/>
                    <a:pt x="4" y="37"/>
                  </a:cubicBezTo>
                  <a:cubicBezTo>
                    <a:pt x="2" y="43"/>
                    <a:pt x="1" y="51"/>
                    <a:pt x="5" y="57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08" name="Google Shape;608;p14"/>
            <p:cNvSpPr/>
            <p:nvPr/>
          </p:nvSpPr>
          <p:spPr>
            <a:xfrm>
              <a:off x="4129800" y="2311994"/>
              <a:ext cx="19635" cy="90587"/>
            </a:xfrm>
            <a:custGeom>
              <a:avLst/>
              <a:gdLst/>
              <a:ahLst/>
              <a:cxnLst/>
              <a:rect l="l" t="t" r="r" b="b"/>
              <a:pathLst>
                <a:path w="5" h="23" extrusionOk="0">
                  <a:moveTo>
                    <a:pt x="5" y="0"/>
                  </a:moveTo>
                  <a:cubicBezTo>
                    <a:pt x="3" y="7"/>
                    <a:pt x="1" y="15"/>
                    <a:pt x="0" y="23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09" name="Google Shape;609;p14"/>
            <p:cNvSpPr/>
            <p:nvPr/>
          </p:nvSpPr>
          <p:spPr>
            <a:xfrm>
              <a:off x="4235830" y="2295769"/>
              <a:ext cx="61524" cy="63546"/>
            </a:xfrm>
            <a:custGeom>
              <a:avLst/>
              <a:gdLst/>
              <a:ahLst/>
              <a:cxnLst/>
              <a:rect l="l" t="t" r="r" b="b"/>
              <a:pathLst>
                <a:path w="16" h="16" extrusionOk="0">
                  <a:moveTo>
                    <a:pt x="0" y="0"/>
                  </a:moveTo>
                  <a:cubicBezTo>
                    <a:pt x="5" y="5"/>
                    <a:pt x="10" y="11"/>
                    <a:pt x="16" y="16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10" name="Google Shape;610;p14"/>
            <p:cNvSpPr/>
            <p:nvPr/>
          </p:nvSpPr>
          <p:spPr>
            <a:xfrm>
              <a:off x="3947845" y="2539139"/>
              <a:ext cx="307620" cy="443475"/>
            </a:xfrm>
            <a:custGeom>
              <a:avLst/>
              <a:gdLst/>
              <a:ahLst/>
              <a:cxnLst/>
              <a:rect l="l" t="t" r="r" b="b"/>
              <a:pathLst>
                <a:path w="81" h="113" extrusionOk="0">
                  <a:moveTo>
                    <a:pt x="6" y="59"/>
                  </a:moveTo>
                  <a:cubicBezTo>
                    <a:pt x="3" y="51"/>
                    <a:pt x="0" y="42"/>
                    <a:pt x="2" y="33"/>
                  </a:cubicBezTo>
                  <a:cubicBezTo>
                    <a:pt x="3" y="21"/>
                    <a:pt x="12" y="11"/>
                    <a:pt x="22" y="6"/>
                  </a:cubicBezTo>
                  <a:cubicBezTo>
                    <a:pt x="35" y="0"/>
                    <a:pt x="52" y="1"/>
                    <a:pt x="64" y="10"/>
                  </a:cubicBezTo>
                  <a:cubicBezTo>
                    <a:pt x="76" y="20"/>
                    <a:pt x="81" y="36"/>
                    <a:pt x="78" y="50"/>
                  </a:cubicBezTo>
                  <a:cubicBezTo>
                    <a:pt x="76" y="59"/>
                    <a:pt x="71" y="68"/>
                    <a:pt x="66" y="76"/>
                  </a:cubicBezTo>
                  <a:cubicBezTo>
                    <a:pt x="61" y="84"/>
                    <a:pt x="55" y="92"/>
                    <a:pt x="49" y="100"/>
                  </a:cubicBezTo>
                  <a:cubicBezTo>
                    <a:pt x="47" y="103"/>
                    <a:pt x="44" y="111"/>
                    <a:pt x="41" y="112"/>
                  </a:cubicBezTo>
                  <a:cubicBezTo>
                    <a:pt x="37" y="113"/>
                    <a:pt x="34" y="108"/>
                    <a:pt x="32" y="106"/>
                  </a:cubicBezTo>
                  <a:cubicBezTo>
                    <a:pt x="21" y="92"/>
                    <a:pt x="13" y="76"/>
                    <a:pt x="6" y="59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11" name="Google Shape;611;p14"/>
            <p:cNvSpPr/>
            <p:nvPr/>
          </p:nvSpPr>
          <p:spPr>
            <a:xfrm>
              <a:off x="4000206" y="2606742"/>
              <a:ext cx="195044" cy="160894"/>
            </a:xfrm>
            <a:custGeom>
              <a:avLst/>
              <a:gdLst/>
              <a:ahLst/>
              <a:cxnLst/>
              <a:rect l="l" t="t" r="r" b="b"/>
              <a:pathLst>
                <a:path w="51" h="41" extrusionOk="0">
                  <a:moveTo>
                    <a:pt x="17" y="38"/>
                  </a:moveTo>
                  <a:cubicBezTo>
                    <a:pt x="24" y="41"/>
                    <a:pt x="32" y="40"/>
                    <a:pt x="38" y="36"/>
                  </a:cubicBezTo>
                  <a:cubicBezTo>
                    <a:pt x="51" y="26"/>
                    <a:pt x="42" y="0"/>
                    <a:pt x="22" y="5"/>
                  </a:cubicBezTo>
                  <a:cubicBezTo>
                    <a:pt x="5" y="9"/>
                    <a:pt x="0" y="31"/>
                    <a:pt x="17" y="38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12" name="Google Shape;612;p14"/>
            <p:cNvSpPr/>
            <p:nvPr/>
          </p:nvSpPr>
          <p:spPr>
            <a:xfrm>
              <a:off x="4008060" y="2955573"/>
              <a:ext cx="163627" cy="66250"/>
            </a:xfrm>
            <a:custGeom>
              <a:avLst/>
              <a:gdLst/>
              <a:ahLst/>
              <a:cxnLst/>
              <a:rect l="l" t="t" r="r" b="b"/>
              <a:pathLst>
                <a:path w="43" h="17" extrusionOk="0">
                  <a:moveTo>
                    <a:pt x="16" y="0"/>
                  </a:moveTo>
                  <a:cubicBezTo>
                    <a:pt x="12" y="1"/>
                    <a:pt x="8" y="2"/>
                    <a:pt x="5" y="4"/>
                  </a:cubicBezTo>
                  <a:cubicBezTo>
                    <a:pt x="2" y="6"/>
                    <a:pt x="0" y="11"/>
                    <a:pt x="3" y="14"/>
                  </a:cubicBezTo>
                  <a:cubicBezTo>
                    <a:pt x="5" y="17"/>
                    <a:pt x="9" y="17"/>
                    <a:pt x="12" y="17"/>
                  </a:cubicBezTo>
                  <a:cubicBezTo>
                    <a:pt x="20" y="17"/>
                    <a:pt x="27" y="16"/>
                    <a:pt x="34" y="14"/>
                  </a:cubicBezTo>
                  <a:cubicBezTo>
                    <a:pt x="36" y="13"/>
                    <a:pt x="38" y="13"/>
                    <a:pt x="40" y="11"/>
                  </a:cubicBezTo>
                  <a:cubicBezTo>
                    <a:pt x="42" y="10"/>
                    <a:pt x="43" y="8"/>
                    <a:pt x="42" y="5"/>
                  </a:cubicBezTo>
                  <a:cubicBezTo>
                    <a:pt x="42" y="3"/>
                    <a:pt x="40" y="2"/>
                    <a:pt x="38" y="1"/>
                  </a:cubicBezTo>
                  <a:cubicBezTo>
                    <a:pt x="35" y="1"/>
                    <a:pt x="33" y="1"/>
                    <a:pt x="31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13" name="Google Shape;613;p14"/>
            <p:cNvSpPr/>
            <p:nvPr/>
          </p:nvSpPr>
          <p:spPr>
            <a:xfrm>
              <a:off x="3905957" y="4290053"/>
              <a:ext cx="45815" cy="160894"/>
            </a:xfrm>
            <a:custGeom>
              <a:avLst/>
              <a:gdLst/>
              <a:ahLst/>
              <a:cxnLst/>
              <a:rect l="l" t="t" r="r" b="b"/>
              <a:pathLst>
                <a:path w="12" h="41" extrusionOk="0">
                  <a:moveTo>
                    <a:pt x="12" y="41"/>
                  </a:moveTo>
                  <a:cubicBezTo>
                    <a:pt x="3" y="31"/>
                    <a:pt x="0" y="14"/>
                    <a:pt x="3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14" name="Google Shape;614;p14"/>
            <p:cNvSpPr/>
            <p:nvPr/>
          </p:nvSpPr>
          <p:spPr>
            <a:xfrm>
              <a:off x="3916429" y="4290053"/>
              <a:ext cx="247405" cy="129797"/>
            </a:xfrm>
            <a:custGeom>
              <a:avLst/>
              <a:gdLst/>
              <a:ahLst/>
              <a:cxnLst/>
              <a:rect l="l" t="t" r="r" b="b"/>
              <a:pathLst>
                <a:path w="65" h="33" extrusionOk="0">
                  <a:moveTo>
                    <a:pt x="0" y="0"/>
                  </a:moveTo>
                  <a:cubicBezTo>
                    <a:pt x="15" y="20"/>
                    <a:pt x="40" y="33"/>
                    <a:pt x="65" y="33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15" name="Google Shape;615;p14"/>
            <p:cNvSpPr/>
            <p:nvPr/>
          </p:nvSpPr>
          <p:spPr>
            <a:xfrm>
              <a:off x="4155980" y="4267068"/>
              <a:ext cx="179335" cy="148726"/>
            </a:xfrm>
            <a:custGeom>
              <a:avLst/>
              <a:gdLst/>
              <a:ahLst/>
              <a:cxnLst/>
              <a:rect l="l" t="t" r="r" b="b"/>
              <a:pathLst>
                <a:path w="47" h="38" extrusionOk="0">
                  <a:moveTo>
                    <a:pt x="2" y="38"/>
                  </a:moveTo>
                  <a:cubicBezTo>
                    <a:pt x="0" y="30"/>
                    <a:pt x="1" y="21"/>
                    <a:pt x="6" y="14"/>
                  </a:cubicBezTo>
                  <a:cubicBezTo>
                    <a:pt x="11" y="6"/>
                    <a:pt x="19" y="1"/>
                    <a:pt x="28" y="1"/>
                  </a:cubicBezTo>
                  <a:cubicBezTo>
                    <a:pt x="35" y="0"/>
                    <a:pt x="42" y="4"/>
                    <a:pt x="47" y="9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16" name="Google Shape;616;p14"/>
            <p:cNvSpPr/>
            <p:nvPr/>
          </p:nvSpPr>
          <p:spPr>
            <a:xfrm>
              <a:off x="4339243" y="4273829"/>
              <a:ext cx="113884" cy="154134"/>
            </a:xfrm>
            <a:custGeom>
              <a:avLst/>
              <a:gdLst/>
              <a:ahLst/>
              <a:cxnLst/>
              <a:rect l="l" t="t" r="r" b="b"/>
              <a:pathLst>
                <a:path w="30" h="39" extrusionOk="0">
                  <a:moveTo>
                    <a:pt x="0" y="8"/>
                  </a:moveTo>
                  <a:cubicBezTo>
                    <a:pt x="7" y="5"/>
                    <a:pt x="16" y="2"/>
                    <a:pt x="22" y="0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23" y="25"/>
                    <a:pt x="17" y="32"/>
                    <a:pt x="10" y="39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17" name="Google Shape;617;p14"/>
            <p:cNvSpPr/>
            <p:nvPr/>
          </p:nvSpPr>
          <p:spPr>
            <a:xfrm>
              <a:off x="3871922" y="4427963"/>
              <a:ext cx="509209" cy="317733"/>
            </a:xfrm>
            <a:custGeom>
              <a:avLst/>
              <a:gdLst/>
              <a:ahLst/>
              <a:cxnLst/>
              <a:rect l="l" t="t" r="r" b="b"/>
              <a:pathLst>
                <a:path w="134" h="81" extrusionOk="0">
                  <a:moveTo>
                    <a:pt x="0" y="67"/>
                  </a:moveTo>
                  <a:cubicBezTo>
                    <a:pt x="27" y="78"/>
                    <a:pt x="59" y="81"/>
                    <a:pt x="86" y="69"/>
                  </a:cubicBezTo>
                  <a:cubicBezTo>
                    <a:pt x="113" y="57"/>
                    <a:pt x="134" y="30"/>
                    <a:pt x="133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18" name="Google Shape;618;p14"/>
            <p:cNvSpPr/>
            <p:nvPr/>
          </p:nvSpPr>
          <p:spPr>
            <a:xfrm>
              <a:off x="3867995" y="4632123"/>
              <a:ext cx="189808" cy="54082"/>
            </a:xfrm>
            <a:custGeom>
              <a:avLst/>
              <a:gdLst/>
              <a:ahLst/>
              <a:cxnLst/>
              <a:rect l="l" t="t" r="r" b="b"/>
              <a:pathLst>
                <a:path w="50" h="14" extrusionOk="0">
                  <a:moveTo>
                    <a:pt x="0" y="14"/>
                  </a:moveTo>
                  <a:cubicBezTo>
                    <a:pt x="17" y="13"/>
                    <a:pt x="34" y="8"/>
                    <a:pt x="50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19" name="Google Shape;619;p14"/>
            <p:cNvSpPr/>
            <p:nvPr/>
          </p:nvSpPr>
          <p:spPr>
            <a:xfrm>
              <a:off x="3928210" y="4560465"/>
              <a:ext cx="129593" cy="71659"/>
            </a:xfrm>
            <a:custGeom>
              <a:avLst/>
              <a:gdLst/>
              <a:ahLst/>
              <a:cxnLst/>
              <a:rect l="l" t="t" r="r" b="b"/>
              <a:pathLst>
                <a:path w="34" h="18" extrusionOk="0">
                  <a:moveTo>
                    <a:pt x="0" y="0"/>
                  </a:moveTo>
                  <a:cubicBezTo>
                    <a:pt x="8" y="10"/>
                    <a:pt x="22" y="16"/>
                    <a:pt x="34" y="18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20" name="Google Shape;620;p14"/>
            <p:cNvSpPr/>
            <p:nvPr/>
          </p:nvSpPr>
          <p:spPr>
            <a:xfrm>
              <a:off x="3928210" y="4552352"/>
              <a:ext cx="65451" cy="8112"/>
            </a:xfrm>
            <a:custGeom>
              <a:avLst/>
              <a:gdLst/>
              <a:ahLst/>
              <a:cxnLst/>
              <a:rect l="l" t="t" r="r" b="b"/>
              <a:pathLst>
                <a:path w="17" h="2" extrusionOk="0">
                  <a:moveTo>
                    <a:pt x="0" y="2"/>
                  </a:moveTo>
                  <a:cubicBezTo>
                    <a:pt x="5" y="2"/>
                    <a:pt x="12" y="0"/>
                    <a:pt x="17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21" name="Google Shape;621;p14"/>
            <p:cNvSpPr/>
            <p:nvPr/>
          </p:nvSpPr>
          <p:spPr>
            <a:xfrm>
              <a:off x="3902030" y="4450948"/>
              <a:ext cx="98176" cy="98700"/>
            </a:xfrm>
            <a:custGeom>
              <a:avLst/>
              <a:gdLst/>
              <a:ahLst/>
              <a:cxnLst/>
              <a:rect l="l" t="t" r="r" b="b"/>
              <a:pathLst>
                <a:path w="26" h="25" extrusionOk="0">
                  <a:moveTo>
                    <a:pt x="26" y="25"/>
                  </a:moveTo>
                  <a:cubicBezTo>
                    <a:pt x="13" y="23"/>
                    <a:pt x="3" y="12"/>
                    <a:pt x="0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22" name="Google Shape;622;p14"/>
            <p:cNvSpPr/>
            <p:nvPr/>
          </p:nvSpPr>
          <p:spPr>
            <a:xfrm>
              <a:off x="3902030" y="4450948"/>
              <a:ext cx="41889" cy="0"/>
            </a:xfrm>
            <a:custGeom>
              <a:avLst/>
              <a:gdLst/>
              <a:ahLst/>
              <a:cxnLst/>
              <a:rect l="l" t="t" r="r" b="b"/>
              <a:pathLst>
                <a:path w="11" h="120000" extrusionOk="0">
                  <a:moveTo>
                    <a:pt x="0" y="0"/>
                  </a:moveTo>
                  <a:cubicBezTo>
                    <a:pt x="3" y="0"/>
                    <a:pt x="8" y="0"/>
                    <a:pt x="11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23" name="Google Shape;623;p14"/>
            <p:cNvSpPr/>
            <p:nvPr/>
          </p:nvSpPr>
          <p:spPr>
            <a:xfrm>
              <a:off x="4121945" y="4463117"/>
              <a:ext cx="121739" cy="156839"/>
            </a:xfrm>
            <a:custGeom>
              <a:avLst/>
              <a:gdLst/>
              <a:ahLst/>
              <a:cxnLst/>
              <a:rect l="l" t="t" r="r" b="b"/>
              <a:pathLst>
                <a:path w="32" h="40" extrusionOk="0">
                  <a:moveTo>
                    <a:pt x="0" y="40"/>
                  </a:moveTo>
                  <a:cubicBezTo>
                    <a:pt x="8" y="38"/>
                    <a:pt x="16" y="34"/>
                    <a:pt x="21" y="28"/>
                  </a:cubicBezTo>
                  <a:cubicBezTo>
                    <a:pt x="28" y="21"/>
                    <a:pt x="32" y="9"/>
                    <a:pt x="28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24" name="Google Shape;624;p14"/>
            <p:cNvSpPr/>
            <p:nvPr/>
          </p:nvSpPr>
          <p:spPr>
            <a:xfrm>
              <a:off x="4434801" y="4145383"/>
              <a:ext cx="10472" cy="70307"/>
            </a:xfrm>
            <a:custGeom>
              <a:avLst/>
              <a:gdLst/>
              <a:ahLst/>
              <a:cxnLst/>
              <a:rect l="l" t="t" r="r" b="b"/>
              <a:pathLst>
                <a:path w="3" h="18" extrusionOk="0">
                  <a:moveTo>
                    <a:pt x="0" y="18"/>
                  </a:moveTo>
                  <a:cubicBezTo>
                    <a:pt x="1" y="12"/>
                    <a:pt x="2" y="6"/>
                    <a:pt x="3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25" name="Google Shape;625;p14"/>
            <p:cNvSpPr/>
            <p:nvPr/>
          </p:nvSpPr>
          <p:spPr>
            <a:xfrm>
              <a:off x="4476690" y="4230563"/>
              <a:ext cx="68069" cy="55434"/>
            </a:xfrm>
            <a:custGeom>
              <a:avLst/>
              <a:gdLst/>
              <a:ahLst/>
              <a:cxnLst/>
              <a:rect l="l" t="t" r="r" b="b"/>
              <a:pathLst>
                <a:path w="18" h="14" extrusionOk="0">
                  <a:moveTo>
                    <a:pt x="0" y="14"/>
                  </a:moveTo>
                  <a:cubicBezTo>
                    <a:pt x="6" y="9"/>
                    <a:pt x="12" y="4"/>
                    <a:pt x="18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26" name="Google Shape;626;p14"/>
            <p:cNvSpPr/>
            <p:nvPr/>
          </p:nvSpPr>
          <p:spPr>
            <a:xfrm>
              <a:off x="4495016" y="4345487"/>
              <a:ext cx="103412" cy="22985"/>
            </a:xfrm>
            <a:custGeom>
              <a:avLst/>
              <a:gdLst/>
              <a:ahLst/>
              <a:cxnLst/>
              <a:rect l="l" t="t" r="r" b="b"/>
              <a:pathLst>
                <a:path w="27" h="6" extrusionOk="0">
                  <a:moveTo>
                    <a:pt x="0" y="0"/>
                  </a:moveTo>
                  <a:cubicBezTo>
                    <a:pt x="9" y="2"/>
                    <a:pt x="18" y="4"/>
                    <a:pt x="27" y="6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27" name="Google Shape;627;p14"/>
            <p:cNvSpPr/>
            <p:nvPr/>
          </p:nvSpPr>
          <p:spPr>
            <a:xfrm>
              <a:off x="4335315" y="4302221"/>
              <a:ext cx="37961" cy="121685"/>
            </a:xfrm>
            <a:custGeom>
              <a:avLst/>
              <a:gdLst/>
              <a:ahLst/>
              <a:cxnLst/>
              <a:rect l="l" t="t" r="r" b="b"/>
              <a:pathLst>
                <a:path w="10" h="31" extrusionOk="0">
                  <a:moveTo>
                    <a:pt x="0" y="0"/>
                  </a:moveTo>
                  <a:cubicBezTo>
                    <a:pt x="0" y="11"/>
                    <a:pt x="3" y="22"/>
                    <a:pt x="10" y="3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28" name="Google Shape;628;p14"/>
            <p:cNvSpPr/>
            <p:nvPr/>
          </p:nvSpPr>
          <p:spPr>
            <a:xfrm>
              <a:off x="4476690" y="4411738"/>
              <a:ext cx="48433" cy="59491"/>
            </a:xfrm>
            <a:custGeom>
              <a:avLst/>
              <a:gdLst/>
              <a:ahLst/>
              <a:cxnLst/>
              <a:rect l="l" t="t" r="r" b="b"/>
              <a:pathLst>
                <a:path w="13" h="15" extrusionOk="0">
                  <a:moveTo>
                    <a:pt x="0" y="0"/>
                  </a:moveTo>
                  <a:cubicBezTo>
                    <a:pt x="4" y="5"/>
                    <a:pt x="9" y="10"/>
                    <a:pt x="13" y="15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29" name="Google Shape;629;p14"/>
            <p:cNvSpPr/>
            <p:nvPr/>
          </p:nvSpPr>
          <p:spPr>
            <a:xfrm>
              <a:off x="3939991" y="3776272"/>
              <a:ext cx="289293" cy="297453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30" name="Google Shape;630;p14"/>
            <p:cNvSpPr/>
            <p:nvPr/>
          </p:nvSpPr>
          <p:spPr>
            <a:xfrm>
              <a:off x="4038168" y="3842522"/>
              <a:ext cx="87704" cy="94644"/>
            </a:xfrm>
            <a:prstGeom prst="ellipse">
              <a:avLst/>
            </a:pr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31" name="Google Shape;631;p14"/>
            <p:cNvSpPr/>
            <p:nvPr/>
          </p:nvSpPr>
          <p:spPr>
            <a:xfrm>
              <a:off x="4053876" y="3889844"/>
              <a:ext cx="75923" cy="121685"/>
            </a:xfrm>
            <a:custGeom>
              <a:avLst/>
              <a:gdLst/>
              <a:ahLst/>
              <a:cxnLst/>
              <a:rect l="l" t="t" r="r" b="b"/>
              <a:pathLst>
                <a:path w="20" h="31" extrusionOk="0">
                  <a:moveTo>
                    <a:pt x="19" y="0"/>
                  </a:moveTo>
                  <a:cubicBezTo>
                    <a:pt x="20" y="8"/>
                    <a:pt x="17" y="24"/>
                    <a:pt x="0" y="3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32" name="Google Shape;632;p14"/>
            <p:cNvSpPr/>
            <p:nvPr/>
          </p:nvSpPr>
          <p:spPr>
            <a:xfrm>
              <a:off x="3387584" y="4564520"/>
              <a:ext cx="342964" cy="352886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74" y="90"/>
                  </a:moveTo>
                  <a:cubicBezTo>
                    <a:pt x="15" y="90"/>
                    <a:pt x="15" y="90"/>
                    <a:pt x="15" y="90"/>
                  </a:cubicBezTo>
                  <a:cubicBezTo>
                    <a:pt x="7" y="90"/>
                    <a:pt x="0" y="83"/>
                    <a:pt x="0" y="74"/>
                  </a:cubicBezTo>
                  <a:cubicBezTo>
                    <a:pt x="1" y="65"/>
                    <a:pt x="1" y="54"/>
                    <a:pt x="1" y="42"/>
                  </a:cubicBezTo>
                  <a:cubicBezTo>
                    <a:pt x="1" y="33"/>
                    <a:pt x="1" y="24"/>
                    <a:pt x="0" y="15"/>
                  </a:cubicBezTo>
                  <a:cubicBezTo>
                    <a:pt x="0" y="14"/>
                    <a:pt x="0" y="9"/>
                    <a:pt x="4" y="4"/>
                  </a:cubicBezTo>
                  <a:cubicBezTo>
                    <a:pt x="7" y="2"/>
                    <a:pt x="11" y="0"/>
                    <a:pt x="15" y="0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83" y="0"/>
                    <a:pt x="90" y="7"/>
                    <a:pt x="90" y="15"/>
                  </a:cubicBezTo>
                  <a:cubicBezTo>
                    <a:pt x="90" y="25"/>
                    <a:pt x="90" y="34"/>
                    <a:pt x="90" y="44"/>
                  </a:cubicBezTo>
                  <a:cubicBezTo>
                    <a:pt x="90" y="55"/>
                    <a:pt x="90" y="65"/>
                    <a:pt x="90" y="74"/>
                  </a:cubicBezTo>
                  <a:cubicBezTo>
                    <a:pt x="90" y="75"/>
                    <a:pt x="90" y="81"/>
                    <a:pt x="85" y="85"/>
                  </a:cubicBezTo>
                  <a:cubicBezTo>
                    <a:pt x="82" y="88"/>
                    <a:pt x="79" y="90"/>
                    <a:pt x="74" y="9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33" name="Google Shape;633;p14"/>
            <p:cNvSpPr/>
            <p:nvPr/>
          </p:nvSpPr>
          <p:spPr>
            <a:xfrm>
              <a:off x="3327369" y="4611843"/>
              <a:ext cx="342964" cy="352886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78"/>
                  </a:moveTo>
                  <a:cubicBezTo>
                    <a:pt x="90" y="79"/>
                    <a:pt x="90" y="81"/>
                    <a:pt x="86" y="85"/>
                  </a:cubicBezTo>
                  <a:cubicBezTo>
                    <a:pt x="83" y="88"/>
                    <a:pt x="79" y="90"/>
                    <a:pt x="75" y="90"/>
                  </a:cubicBezTo>
                  <a:cubicBezTo>
                    <a:pt x="16" y="90"/>
                    <a:pt x="16" y="90"/>
                    <a:pt x="16" y="90"/>
                  </a:cubicBezTo>
                  <a:cubicBezTo>
                    <a:pt x="7" y="90"/>
                    <a:pt x="0" y="83"/>
                    <a:pt x="0" y="74"/>
                  </a:cubicBezTo>
                  <a:cubicBezTo>
                    <a:pt x="1" y="65"/>
                    <a:pt x="2" y="54"/>
                    <a:pt x="2" y="42"/>
                  </a:cubicBezTo>
                  <a:cubicBezTo>
                    <a:pt x="2" y="33"/>
                    <a:pt x="1" y="24"/>
                    <a:pt x="0" y="15"/>
                  </a:cubicBezTo>
                  <a:cubicBezTo>
                    <a:pt x="0" y="14"/>
                    <a:pt x="0" y="9"/>
                    <a:pt x="5" y="4"/>
                  </a:cubicBezTo>
                  <a:cubicBezTo>
                    <a:pt x="8" y="2"/>
                    <a:pt x="11" y="0"/>
                    <a:pt x="16" y="0"/>
                  </a:cubicBez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34" name="Google Shape;634;p14"/>
            <p:cNvSpPr/>
            <p:nvPr/>
          </p:nvSpPr>
          <p:spPr>
            <a:xfrm>
              <a:off x="3555139" y="4678093"/>
              <a:ext cx="3927" cy="121685"/>
            </a:xfrm>
            <a:custGeom>
              <a:avLst/>
              <a:gdLst/>
              <a:ahLst/>
              <a:cxnLst/>
              <a:rect l="l" t="t" r="r" b="b"/>
              <a:pathLst>
                <a:path w="1" h="31" extrusionOk="0">
                  <a:moveTo>
                    <a:pt x="0" y="0"/>
                  </a:moveTo>
                  <a:cubicBezTo>
                    <a:pt x="0" y="10"/>
                    <a:pt x="1" y="22"/>
                    <a:pt x="1" y="3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35" name="Google Shape;635;p14"/>
            <p:cNvSpPr/>
            <p:nvPr/>
          </p:nvSpPr>
          <p:spPr>
            <a:xfrm>
              <a:off x="3494924" y="4741640"/>
              <a:ext cx="117812" cy="4056"/>
            </a:xfrm>
            <a:custGeom>
              <a:avLst/>
              <a:gdLst/>
              <a:ahLst/>
              <a:cxnLst/>
              <a:rect l="l" t="t" r="r" b="b"/>
              <a:pathLst>
                <a:path w="31" h="1" extrusionOk="0">
                  <a:moveTo>
                    <a:pt x="0" y="0"/>
                  </a:moveTo>
                  <a:cubicBezTo>
                    <a:pt x="10" y="0"/>
                    <a:pt x="21" y="1"/>
                    <a:pt x="31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36" name="Google Shape;636;p14"/>
            <p:cNvSpPr/>
            <p:nvPr/>
          </p:nvSpPr>
          <p:spPr>
            <a:xfrm>
              <a:off x="4365423" y="2445848"/>
              <a:ext cx="498737" cy="191992"/>
            </a:xfrm>
            <a:custGeom>
              <a:avLst/>
              <a:gdLst/>
              <a:ahLst/>
              <a:cxnLst/>
              <a:rect l="l" t="t" r="r" b="b"/>
              <a:pathLst>
                <a:path w="131" h="49" extrusionOk="0">
                  <a:moveTo>
                    <a:pt x="51" y="49"/>
                  </a:moveTo>
                  <a:cubicBezTo>
                    <a:pt x="78" y="33"/>
                    <a:pt x="104" y="16"/>
                    <a:pt x="131" y="0"/>
                  </a:cubicBezTo>
                  <a:cubicBezTo>
                    <a:pt x="86" y="5"/>
                    <a:pt x="43" y="15"/>
                    <a:pt x="0" y="26"/>
                  </a:cubicBezTo>
                  <a:cubicBezTo>
                    <a:pt x="17" y="33"/>
                    <a:pt x="34" y="41"/>
                    <a:pt x="51" y="49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37" name="Google Shape;637;p14"/>
            <p:cNvSpPr/>
            <p:nvPr/>
          </p:nvSpPr>
          <p:spPr>
            <a:xfrm>
              <a:off x="4608901" y="2449903"/>
              <a:ext cx="251332" cy="443475"/>
            </a:xfrm>
            <a:custGeom>
              <a:avLst/>
              <a:gdLst/>
              <a:ahLst/>
              <a:cxnLst/>
              <a:rect l="l" t="t" r="r" b="b"/>
              <a:pathLst>
                <a:path w="66" h="113" extrusionOk="0">
                  <a:moveTo>
                    <a:pt x="66" y="0"/>
                  </a:moveTo>
                  <a:cubicBezTo>
                    <a:pt x="46" y="22"/>
                    <a:pt x="24" y="42"/>
                    <a:pt x="0" y="59"/>
                  </a:cubicBezTo>
                  <a:cubicBezTo>
                    <a:pt x="6" y="77"/>
                    <a:pt x="11" y="95"/>
                    <a:pt x="17" y="113"/>
                  </a:cubicBezTo>
                  <a:cubicBezTo>
                    <a:pt x="35" y="75"/>
                    <a:pt x="54" y="34"/>
                    <a:pt x="66" y="0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38" name="Google Shape;638;p14"/>
            <p:cNvSpPr/>
            <p:nvPr/>
          </p:nvSpPr>
          <p:spPr>
            <a:xfrm>
              <a:off x="4491089" y="2637840"/>
              <a:ext cx="117812" cy="113573"/>
            </a:xfrm>
            <a:custGeom>
              <a:avLst/>
              <a:gdLst/>
              <a:ahLst/>
              <a:cxnLst/>
              <a:rect l="l" t="t" r="r" b="b"/>
              <a:pathLst>
                <a:path w="31" h="29" extrusionOk="0">
                  <a:moveTo>
                    <a:pt x="18" y="0"/>
                  </a:moveTo>
                  <a:cubicBezTo>
                    <a:pt x="12" y="10"/>
                    <a:pt x="5" y="19"/>
                    <a:pt x="0" y="29"/>
                  </a:cubicBezTo>
                  <a:cubicBezTo>
                    <a:pt x="10" y="24"/>
                    <a:pt x="22" y="19"/>
                    <a:pt x="31" y="1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39" name="Google Shape;639;p14"/>
            <p:cNvSpPr/>
            <p:nvPr/>
          </p:nvSpPr>
          <p:spPr>
            <a:xfrm>
              <a:off x="4476690" y="2359316"/>
              <a:ext cx="337727" cy="22985"/>
            </a:xfrm>
            <a:custGeom>
              <a:avLst/>
              <a:gdLst/>
              <a:ahLst/>
              <a:cxnLst/>
              <a:rect l="l" t="t" r="r" b="b"/>
              <a:pathLst>
                <a:path w="89" h="6" extrusionOk="0">
                  <a:moveTo>
                    <a:pt x="0" y="0"/>
                  </a:moveTo>
                  <a:cubicBezTo>
                    <a:pt x="30" y="2"/>
                    <a:pt x="59" y="4"/>
                    <a:pt x="89" y="6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40" name="Google Shape;640;p14"/>
            <p:cNvSpPr/>
            <p:nvPr/>
          </p:nvSpPr>
          <p:spPr>
            <a:xfrm>
              <a:off x="3315588" y="2689218"/>
              <a:ext cx="490883" cy="505669"/>
            </a:xfrm>
            <a:custGeom>
              <a:avLst/>
              <a:gdLst/>
              <a:ahLst/>
              <a:cxnLst/>
              <a:rect l="l" t="t" r="r" b="b"/>
              <a:pathLst>
                <a:path w="129" h="129" extrusionOk="0">
                  <a:moveTo>
                    <a:pt x="129" y="64"/>
                  </a:moveTo>
                  <a:cubicBezTo>
                    <a:pt x="129" y="100"/>
                    <a:pt x="100" y="129"/>
                    <a:pt x="64" y="129"/>
                  </a:cubicBezTo>
                  <a:cubicBezTo>
                    <a:pt x="28" y="129"/>
                    <a:pt x="0" y="100"/>
                    <a:pt x="0" y="64"/>
                  </a:cubicBezTo>
                  <a:cubicBezTo>
                    <a:pt x="0" y="29"/>
                    <a:pt x="28" y="0"/>
                    <a:pt x="64" y="0"/>
                  </a:cubicBezTo>
                  <a:cubicBezTo>
                    <a:pt x="100" y="0"/>
                    <a:pt x="129" y="29"/>
                    <a:pt x="129" y="64"/>
                  </a:cubicBezTo>
                  <a:close/>
                  <a:moveTo>
                    <a:pt x="129" y="64"/>
                  </a:moveTo>
                  <a:cubicBezTo>
                    <a:pt x="129" y="64"/>
                    <a:pt x="129" y="64"/>
                    <a:pt x="129" y="64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41" name="Google Shape;641;p14"/>
            <p:cNvSpPr/>
            <p:nvPr/>
          </p:nvSpPr>
          <p:spPr>
            <a:xfrm>
              <a:off x="3422928" y="2759525"/>
              <a:ext cx="287985" cy="360999"/>
            </a:xfrm>
            <a:custGeom>
              <a:avLst/>
              <a:gdLst/>
              <a:ahLst/>
              <a:cxnLst/>
              <a:rect l="l" t="t" r="r" b="b"/>
              <a:pathLst>
                <a:path w="76" h="92" extrusionOk="0">
                  <a:moveTo>
                    <a:pt x="39" y="6"/>
                  </a:moveTo>
                  <a:cubicBezTo>
                    <a:pt x="54" y="6"/>
                    <a:pt x="67" y="14"/>
                    <a:pt x="69" y="28"/>
                  </a:cubicBezTo>
                  <a:cubicBezTo>
                    <a:pt x="71" y="46"/>
                    <a:pt x="62" y="64"/>
                    <a:pt x="45" y="64"/>
                  </a:cubicBezTo>
                  <a:cubicBezTo>
                    <a:pt x="44" y="64"/>
                    <a:pt x="44" y="64"/>
                    <a:pt x="43" y="64"/>
                  </a:cubicBezTo>
                  <a:cubicBezTo>
                    <a:pt x="38" y="64"/>
                    <a:pt x="36" y="61"/>
                    <a:pt x="32" y="59"/>
                  </a:cubicBezTo>
                  <a:cubicBezTo>
                    <a:pt x="30" y="69"/>
                    <a:pt x="29" y="86"/>
                    <a:pt x="22" y="86"/>
                  </a:cubicBezTo>
                  <a:cubicBezTo>
                    <a:pt x="21" y="86"/>
                    <a:pt x="21" y="86"/>
                    <a:pt x="20" y="86"/>
                  </a:cubicBezTo>
                  <a:cubicBezTo>
                    <a:pt x="13" y="81"/>
                    <a:pt x="24" y="57"/>
                    <a:pt x="26" y="44"/>
                  </a:cubicBezTo>
                  <a:cubicBezTo>
                    <a:pt x="22" y="37"/>
                    <a:pt x="26" y="24"/>
                    <a:pt x="34" y="24"/>
                  </a:cubicBezTo>
                  <a:cubicBezTo>
                    <a:pt x="34" y="24"/>
                    <a:pt x="35" y="24"/>
                    <a:pt x="37" y="24"/>
                  </a:cubicBezTo>
                  <a:cubicBezTo>
                    <a:pt x="48" y="29"/>
                    <a:pt x="26" y="53"/>
                    <a:pt x="41" y="56"/>
                  </a:cubicBezTo>
                  <a:cubicBezTo>
                    <a:pt x="42" y="56"/>
                    <a:pt x="43" y="56"/>
                    <a:pt x="43" y="56"/>
                  </a:cubicBezTo>
                  <a:cubicBezTo>
                    <a:pt x="57" y="56"/>
                    <a:pt x="63" y="28"/>
                    <a:pt x="53" y="19"/>
                  </a:cubicBezTo>
                  <a:cubicBezTo>
                    <a:pt x="49" y="15"/>
                    <a:pt x="44" y="13"/>
                    <a:pt x="39" y="13"/>
                  </a:cubicBezTo>
                  <a:cubicBezTo>
                    <a:pt x="27" y="13"/>
                    <a:pt x="14" y="25"/>
                    <a:pt x="16" y="39"/>
                  </a:cubicBezTo>
                  <a:cubicBezTo>
                    <a:pt x="17" y="44"/>
                    <a:pt x="22" y="45"/>
                    <a:pt x="18" y="52"/>
                  </a:cubicBezTo>
                  <a:cubicBezTo>
                    <a:pt x="9" y="50"/>
                    <a:pt x="7" y="43"/>
                    <a:pt x="7" y="34"/>
                  </a:cubicBezTo>
                  <a:cubicBezTo>
                    <a:pt x="7" y="19"/>
                    <a:pt x="21" y="8"/>
                    <a:pt x="34" y="6"/>
                  </a:cubicBezTo>
                  <a:cubicBezTo>
                    <a:pt x="36" y="6"/>
                    <a:pt x="37" y="6"/>
                    <a:pt x="39" y="6"/>
                  </a:cubicBezTo>
                  <a:moveTo>
                    <a:pt x="39" y="0"/>
                  </a:moveTo>
                  <a:cubicBezTo>
                    <a:pt x="37" y="0"/>
                    <a:pt x="35" y="0"/>
                    <a:pt x="33" y="0"/>
                  </a:cubicBezTo>
                  <a:cubicBezTo>
                    <a:pt x="18" y="2"/>
                    <a:pt x="2" y="14"/>
                    <a:pt x="1" y="34"/>
                  </a:cubicBezTo>
                  <a:cubicBezTo>
                    <a:pt x="0" y="50"/>
                    <a:pt x="9" y="56"/>
                    <a:pt x="16" y="58"/>
                  </a:cubicBezTo>
                  <a:cubicBezTo>
                    <a:pt x="12" y="73"/>
                    <a:pt x="8" y="86"/>
                    <a:pt x="17" y="91"/>
                  </a:cubicBezTo>
                  <a:cubicBezTo>
                    <a:pt x="17" y="91"/>
                    <a:pt x="18" y="91"/>
                    <a:pt x="18" y="92"/>
                  </a:cubicBezTo>
                  <a:cubicBezTo>
                    <a:pt x="19" y="92"/>
                    <a:pt x="21" y="92"/>
                    <a:pt x="22" y="92"/>
                  </a:cubicBezTo>
                  <a:cubicBezTo>
                    <a:pt x="32" y="92"/>
                    <a:pt x="35" y="81"/>
                    <a:pt x="37" y="69"/>
                  </a:cubicBezTo>
                  <a:cubicBezTo>
                    <a:pt x="38" y="69"/>
                    <a:pt x="40" y="70"/>
                    <a:pt x="43" y="70"/>
                  </a:cubicBezTo>
                  <a:cubicBezTo>
                    <a:pt x="43" y="70"/>
                    <a:pt x="44" y="70"/>
                    <a:pt x="45" y="70"/>
                  </a:cubicBezTo>
                  <a:cubicBezTo>
                    <a:pt x="53" y="70"/>
                    <a:pt x="60" y="67"/>
                    <a:pt x="66" y="61"/>
                  </a:cubicBezTo>
                  <a:cubicBezTo>
                    <a:pt x="73" y="52"/>
                    <a:pt x="76" y="40"/>
                    <a:pt x="75" y="27"/>
                  </a:cubicBezTo>
                  <a:cubicBezTo>
                    <a:pt x="72" y="11"/>
                    <a:pt x="58" y="0"/>
                    <a:pt x="39" y="0"/>
                  </a:cubicBezTo>
                  <a:close/>
                  <a:moveTo>
                    <a:pt x="42" y="50"/>
                  </a:moveTo>
                  <a:cubicBezTo>
                    <a:pt x="42" y="48"/>
                    <a:pt x="43" y="44"/>
                    <a:pt x="44" y="42"/>
                  </a:cubicBezTo>
                  <a:cubicBezTo>
                    <a:pt x="46" y="35"/>
                    <a:pt x="49" y="24"/>
                    <a:pt x="40" y="19"/>
                  </a:cubicBezTo>
                  <a:cubicBezTo>
                    <a:pt x="43" y="20"/>
                    <a:pt x="46" y="20"/>
                    <a:pt x="49" y="23"/>
                  </a:cubicBezTo>
                  <a:cubicBezTo>
                    <a:pt x="53" y="27"/>
                    <a:pt x="53" y="36"/>
                    <a:pt x="50" y="44"/>
                  </a:cubicBezTo>
                  <a:cubicBezTo>
                    <a:pt x="49" y="46"/>
                    <a:pt x="47" y="50"/>
                    <a:pt x="43" y="50"/>
                  </a:cubicBezTo>
                  <a:cubicBezTo>
                    <a:pt x="43" y="50"/>
                    <a:pt x="43" y="50"/>
                    <a:pt x="42" y="50"/>
                  </a:cubicBezTo>
                  <a:cubicBezTo>
                    <a:pt x="42" y="50"/>
                    <a:pt x="42" y="50"/>
                    <a:pt x="42" y="5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42" name="Google Shape;642;p14"/>
            <p:cNvSpPr/>
            <p:nvPr/>
          </p:nvSpPr>
          <p:spPr>
            <a:xfrm>
              <a:off x="2714748" y="2256560"/>
              <a:ext cx="418887" cy="455643"/>
            </a:xfrm>
            <a:custGeom>
              <a:avLst/>
              <a:gdLst/>
              <a:ahLst/>
              <a:cxnLst/>
              <a:rect l="l" t="t" r="r" b="b"/>
              <a:pathLst>
                <a:path w="110" h="116" extrusionOk="0">
                  <a:moveTo>
                    <a:pt x="102" y="45"/>
                  </a:moveTo>
                  <a:cubicBezTo>
                    <a:pt x="57" y="1"/>
                    <a:pt x="57" y="1"/>
                    <a:pt x="57" y="1"/>
                  </a:cubicBezTo>
                  <a:cubicBezTo>
                    <a:pt x="56" y="0"/>
                    <a:pt x="54" y="0"/>
                    <a:pt x="52" y="1"/>
                  </a:cubicBezTo>
                  <a:cubicBezTo>
                    <a:pt x="6" y="47"/>
                    <a:pt x="6" y="47"/>
                    <a:pt x="6" y="47"/>
                  </a:cubicBezTo>
                  <a:cubicBezTo>
                    <a:pt x="2" y="51"/>
                    <a:pt x="0" y="56"/>
                    <a:pt x="0" y="61"/>
                  </a:cubicBezTo>
                  <a:cubicBezTo>
                    <a:pt x="0" y="113"/>
                    <a:pt x="0" y="113"/>
                    <a:pt x="0" y="113"/>
                  </a:cubicBezTo>
                  <a:cubicBezTo>
                    <a:pt x="0" y="115"/>
                    <a:pt x="1" y="116"/>
                    <a:pt x="3" y="116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5" y="116"/>
                    <a:pt x="41" y="110"/>
                    <a:pt x="41" y="103"/>
                  </a:cubicBezTo>
                  <a:cubicBezTo>
                    <a:pt x="41" y="73"/>
                    <a:pt x="41" y="73"/>
                    <a:pt x="41" y="73"/>
                  </a:cubicBezTo>
                  <a:cubicBezTo>
                    <a:pt x="41" y="67"/>
                    <a:pt x="46" y="62"/>
                    <a:pt x="52" y="62"/>
                  </a:cubicBezTo>
                  <a:cubicBezTo>
                    <a:pt x="58" y="62"/>
                    <a:pt x="58" y="62"/>
                    <a:pt x="58" y="62"/>
                  </a:cubicBezTo>
                  <a:cubicBezTo>
                    <a:pt x="64" y="62"/>
                    <a:pt x="69" y="67"/>
                    <a:pt x="69" y="73"/>
                  </a:cubicBezTo>
                  <a:cubicBezTo>
                    <a:pt x="69" y="104"/>
                    <a:pt x="69" y="104"/>
                    <a:pt x="69" y="104"/>
                  </a:cubicBezTo>
                  <a:cubicBezTo>
                    <a:pt x="69" y="111"/>
                    <a:pt x="74" y="116"/>
                    <a:pt x="80" y="116"/>
                  </a:cubicBezTo>
                  <a:cubicBezTo>
                    <a:pt x="106" y="116"/>
                    <a:pt x="106" y="116"/>
                    <a:pt x="106" y="116"/>
                  </a:cubicBezTo>
                  <a:cubicBezTo>
                    <a:pt x="108" y="116"/>
                    <a:pt x="110" y="115"/>
                    <a:pt x="110" y="113"/>
                  </a:cubicBezTo>
                  <a:cubicBezTo>
                    <a:pt x="110" y="63"/>
                    <a:pt x="110" y="63"/>
                    <a:pt x="110" y="63"/>
                  </a:cubicBezTo>
                  <a:cubicBezTo>
                    <a:pt x="110" y="57"/>
                    <a:pt x="107" y="50"/>
                    <a:pt x="102" y="45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43" name="Google Shape;643;p14"/>
            <p:cNvSpPr/>
            <p:nvPr/>
          </p:nvSpPr>
          <p:spPr>
            <a:xfrm>
              <a:off x="2627043" y="2099721"/>
              <a:ext cx="590368" cy="310973"/>
            </a:xfrm>
            <a:custGeom>
              <a:avLst/>
              <a:gdLst/>
              <a:ahLst/>
              <a:cxnLst/>
              <a:rect l="l" t="t" r="r" b="b"/>
              <a:pathLst>
                <a:path w="155" h="79" extrusionOk="0">
                  <a:moveTo>
                    <a:pt x="0" y="67"/>
                  </a:moveTo>
                  <a:cubicBezTo>
                    <a:pt x="78" y="0"/>
                    <a:pt x="78" y="0"/>
                    <a:pt x="78" y="0"/>
                  </a:cubicBezTo>
                  <a:cubicBezTo>
                    <a:pt x="155" y="67"/>
                    <a:pt x="155" y="67"/>
                    <a:pt x="155" y="67"/>
                  </a:cubicBezTo>
                  <a:cubicBezTo>
                    <a:pt x="140" y="78"/>
                    <a:pt x="140" y="78"/>
                    <a:pt x="140" y="78"/>
                  </a:cubicBezTo>
                  <a:cubicBezTo>
                    <a:pt x="122" y="59"/>
                    <a:pt x="100" y="38"/>
                    <a:pt x="78" y="21"/>
                  </a:cubicBezTo>
                  <a:cubicBezTo>
                    <a:pt x="56" y="38"/>
                    <a:pt x="34" y="59"/>
                    <a:pt x="14" y="79"/>
                  </a:cubicBezTo>
                  <a:lnTo>
                    <a:pt x="0" y="67"/>
                  </a:ln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44" name="Google Shape;644;p14"/>
            <p:cNvSpPr/>
            <p:nvPr/>
          </p:nvSpPr>
          <p:spPr>
            <a:xfrm>
              <a:off x="2638825" y="3902012"/>
              <a:ext cx="448994" cy="375872"/>
            </a:xfrm>
            <a:custGeom>
              <a:avLst/>
              <a:gdLst/>
              <a:ahLst/>
              <a:cxnLst/>
              <a:rect l="l" t="t" r="r" b="b"/>
              <a:pathLst>
                <a:path w="118" h="96" extrusionOk="0">
                  <a:moveTo>
                    <a:pt x="81" y="11"/>
                  </a:moveTo>
                  <a:cubicBezTo>
                    <a:pt x="79" y="6"/>
                    <a:pt x="79" y="6"/>
                    <a:pt x="79" y="6"/>
                  </a:cubicBezTo>
                  <a:cubicBezTo>
                    <a:pt x="77" y="2"/>
                    <a:pt x="73" y="0"/>
                    <a:pt x="69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44" y="0"/>
                    <a:pt x="40" y="2"/>
                    <a:pt x="39" y="6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5" y="14"/>
                    <a:pt x="32" y="16"/>
                    <a:pt x="28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4" y="16"/>
                    <a:pt x="0" y="21"/>
                    <a:pt x="0" y="27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91"/>
                    <a:pt x="4" y="96"/>
                    <a:pt x="10" y="96"/>
                  </a:cubicBezTo>
                  <a:cubicBezTo>
                    <a:pt x="108" y="96"/>
                    <a:pt x="108" y="96"/>
                    <a:pt x="108" y="96"/>
                  </a:cubicBezTo>
                  <a:cubicBezTo>
                    <a:pt x="113" y="96"/>
                    <a:pt x="118" y="91"/>
                    <a:pt x="118" y="85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1"/>
                    <a:pt x="113" y="16"/>
                    <a:pt x="108" y="16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6" y="16"/>
                    <a:pt x="83" y="14"/>
                    <a:pt x="81" y="11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45" name="Google Shape;645;p14"/>
            <p:cNvSpPr/>
            <p:nvPr/>
          </p:nvSpPr>
          <p:spPr>
            <a:xfrm>
              <a:off x="2756637" y="4019642"/>
              <a:ext cx="209443" cy="214977"/>
            </a:xfrm>
            <a:prstGeom prst="ellipse">
              <a:avLst/>
            </a:pr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46" name="Google Shape;646;p14"/>
            <p:cNvSpPr/>
            <p:nvPr/>
          </p:nvSpPr>
          <p:spPr>
            <a:xfrm>
              <a:off x="2706894" y="3960151"/>
              <a:ext cx="289293" cy="8112"/>
            </a:xfrm>
            <a:custGeom>
              <a:avLst/>
              <a:gdLst/>
              <a:ahLst/>
              <a:cxnLst/>
              <a:rect l="l" t="t" r="r" b="b"/>
              <a:pathLst>
                <a:path w="76" h="2" extrusionOk="0">
                  <a:moveTo>
                    <a:pt x="0" y="1"/>
                  </a:moveTo>
                  <a:cubicBezTo>
                    <a:pt x="25" y="0"/>
                    <a:pt x="51" y="2"/>
                    <a:pt x="76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47" name="Google Shape;647;p14"/>
            <p:cNvSpPr/>
            <p:nvPr/>
          </p:nvSpPr>
          <p:spPr>
            <a:xfrm>
              <a:off x="2684640" y="3916886"/>
              <a:ext cx="49743" cy="43266"/>
            </a:xfrm>
            <a:custGeom>
              <a:avLst/>
              <a:gdLst/>
              <a:ahLst/>
              <a:cxnLst/>
              <a:rect l="l" t="t" r="r" b="b"/>
              <a:pathLst>
                <a:path w="13" h="11" extrusionOk="0">
                  <a:moveTo>
                    <a:pt x="1" y="11"/>
                  </a:moveTo>
                  <a:cubicBezTo>
                    <a:pt x="0" y="9"/>
                    <a:pt x="0" y="6"/>
                    <a:pt x="1" y="4"/>
                  </a:cubicBezTo>
                  <a:cubicBezTo>
                    <a:pt x="2" y="2"/>
                    <a:pt x="6" y="0"/>
                    <a:pt x="9" y="2"/>
                  </a:cubicBezTo>
                  <a:cubicBezTo>
                    <a:pt x="12" y="3"/>
                    <a:pt x="13" y="7"/>
                    <a:pt x="11" y="1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48" name="Google Shape;648;p14"/>
            <p:cNvSpPr/>
            <p:nvPr/>
          </p:nvSpPr>
          <p:spPr>
            <a:xfrm>
              <a:off x="2806379" y="4054795"/>
              <a:ext cx="117812" cy="136557"/>
            </a:xfrm>
            <a:custGeom>
              <a:avLst/>
              <a:gdLst/>
              <a:ahLst/>
              <a:cxnLst/>
              <a:rect l="l" t="t" r="r" b="b"/>
              <a:pathLst>
                <a:path w="31" h="35" extrusionOk="0">
                  <a:moveTo>
                    <a:pt x="28" y="12"/>
                  </a:moveTo>
                  <a:cubicBezTo>
                    <a:pt x="31" y="17"/>
                    <a:pt x="30" y="24"/>
                    <a:pt x="26" y="29"/>
                  </a:cubicBezTo>
                  <a:cubicBezTo>
                    <a:pt x="22" y="33"/>
                    <a:pt x="15" y="35"/>
                    <a:pt x="9" y="33"/>
                  </a:cubicBezTo>
                  <a:cubicBezTo>
                    <a:pt x="4" y="30"/>
                    <a:pt x="0" y="24"/>
                    <a:pt x="1" y="18"/>
                  </a:cubicBezTo>
                  <a:cubicBezTo>
                    <a:pt x="2" y="4"/>
                    <a:pt x="21" y="0"/>
                    <a:pt x="28" y="12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49" name="Google Shape;649;p14"/>
            <p:cNvSpPr/>
            <p:nvPr/>
          </p:nvSpPr>
          <p:spPr>
            <a:xfrm>
              <a:off x="2706894" y="3972319"/>
              <a:ext cx="3927" cy="290692"/>
            </a:xfrm>
            <a:custGeom>
              <a:avLst/>
              <a:gdLst/>
              <a:ahLst/>
              <a:cxnLst/>
              <a:rect l="l" t="t" r="r" b="b"/>
              <a:pathLst>
                <a:path w="1" h="74" extrusionOk="0">
                  <a:moveTo>
                    <a:pt x="1" y="0"/>
                  </a:moveTo>
                  <a:cubicBezTo>
                    <a:pt x="1" y="26"/>
                    <a:pt x="0" y="49"/>
                    <a:pt x="0" y="74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50" name="Google Shape;650;p14"/>
            <p:cNvSpPr/>
            <p:nvPr/>
          </p:nvSpPr>
          <p:spPr>
            <a:xfrm>
              <a:off x="3015822" y="3968264"/>
              <a:ext cx="3927" cy="298804"/>
            </a:xfrm>
            <a:custGeom>
              <a:avLst/>
              <a:gdLst/>
              <a:ahLst/>
              <a:cxnLst/>
              <a:rect l="l" t="t" r="r" b="b"/>
              <a:pathLst>
                <a:path w="1" h="76" extrusionOk="0">
                  <a:moveTo>
                    <a:pt x="1" y="0"/>
                  </a:moveTo>
                  <a:cubicBezTo>
                    <a:pt x="0" y="26"/>
                    <a:pt x="0" y="50"/>
                    <a:pt x="0" y="76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51" name="Google Shape;651;p14"/>
            <p:cNvSpPr/>
            <p:nvPr/>
          </p:nvSpPr>
          <p:spPr>
            <a:xfrm>
              <a:off x="2201612" y="2260615"/>
              <a:ext cx="60215" cy="63546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52" name="Google Shape;652;p14"/>
            <p:cNvSpPr/>
            <p:nvPr/>
          </p:nvSpPr>
          <p:spPr>
            <a:xfrm>
              <a:off x="2113907" y="2167324"/>
              <a:ext cx="380925" cy="392096"/>
            </a:xfrm>
            <a:custGeom>
              <a:avLst/>
              <a:gdLst/>
              <a:ahLst/>
              <a:cxnLst/>
              <a:rect l="l" t="t" r="r" b="b"/>
              <a:pathLst>
                <a:path w="100" h="100" extrusionOk="0">
                  <a:moveTo>
                    <a:pt x="91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1"/>
                    <a:pt x="0" y="91"/>
                    <a:pt x="0" y="91"/>
                  </a:cubicBezTo>
                  <a:cubicBezTo>
                    <a:pt x="0" y="96"/>
                    <a:pt x="4" y="100"/>
                    <a:pt x="8" y="100"/>
                  </a:cubicBezTo>
                  <a:cubicBezTo>
                    <a:pt x="91" y="100"/>
                    <a:pt x="91" y="100"/>
                    <a:pt x="91" y="100"/>
                  </a:cubicBezTo>
                  <a:cubicBezTo>
                    <a:pt x="96" y="100"/>
                    <a:pt x="100" y="96"/>
                    <a:pt x="100" y="91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4"/>
                    <a:pt x="96" y="0"/>
                    <a:pt x="91" y="0"/>
                  </a:cubicBezTo>
                  <a:close/>
                  <a:moveTo>
                    <a:pt x="83" y="20"/>
                  </a:moveTo>
                  <a:cubicBezTo>
                    <a:pt x="83" y="44"/>
                    <a:pt x="83" y="44"/>
                    <a:pt x="83" y="44"/>
                  </a:cubicBezTo>
                  <a:cubicBezTo>
                    <a:pt x="77" y="38"/>
                    <a:pt x="77" y="38"/>
                    <a:pt x="77" y="38"/>
                  </a:cubicBezTo>
                  <a:cubicBezTo>
                    <a:pt x="75" y="36"/>
                    <a:pt x="73" y="36"/>
                    <a:pt x="71" y="38"/>
                  </a:cubicBezTo>
                  <a:cubicBezTo>
                    <a:pt x="55" y="54"/>
                    <a:pt x="55" y="54"/>
                    <a:pt x="55" y="54"/>
                  </a:cubicBezTo>
                  <a:cubicBezTo>
                    <a:pt x="55" y="54"/>
                    <a:pt x="54" y="54"/>
                    <a:pt x="54" y="54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6" y="46"/>
                    <a:pt x="44" y="46"/>
                    <a:pt x="42" y="47"/>
                  </a:cubicBezTo>
                  <a:cubicBezTo>
                    <a:pt x="14" y="79"/>
                    <a:pt x="14" y="79"/>
                    <a:pt x="14" y="7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7"/>
                    <a:pt x="16" y="14"/>
                    <a:pt x="19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80" y="14"/>
                    <a:pt x="83" y="17"/>
                    <a:pt x="83" y="20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53" name="Google Shape;653;p14"/>
            <p:cNvSpPr/>
            <p:nvPr/>
          </p:nvSpPr>
          <p:spPr>
            <a:xfrm>
              <a:off x="2353458" y="2421511"/>
              <a:ext cx="49743" cy="71659"/>
            </a:xfrm>
            <a:custGeom>
              <a:avLst/>
              <a:gdLst/>
              <a:ahLst/>
              <a:cxnLst/>
              <a:rect l="l" t="t" r="r" b="b"/>
              <a:pathLst>
                <a:path w="13" h="18" extrusionOk="0">
                  <a:moveTo>
                    <a:pt x="0" y="0"/>
                  </a:moveTo>
                  <a:cubicBezTo>
                    <a:pt x="3" y="5"/>
                    <a:pt x="10" y="13"/>
                    <a:pt x="13" y="18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54" name="Google Shape;654;p14"/>
            <p:cNvSpPr/>
            <p:nvPr/>
          </p:nvSpPr>
          <p:spPr>
            <a:xfrm>
              <a:off x="1850794" y="2245743"/>
              <a:ext cx="407105" cy="443475"/>
            </a:xfrm>
            <a:custGeom>
              <a:avLst/>
              <a:gdLst/>
              <a:ahLst/>
              <a:cxnLst/>
              <a:rect l="l" t="t" r="r" b="b"/>
              <a:pathLst>
                <a:path w="107" h="113" extrusionOk="0">
                  <a:moveTo>
                    <a:pt x="69" y="5"/>
                  </a:moveTo>
                  <a:cubicBezTo>
                    <a:pt x="66" y="3"/>
                    <a:pt x="64" y="2"/>
                    <a:pt x="61" y="0"/>
                  </a:cubicBezTo>
                  <a:cubicBezTo>
                    <a:pt x="48" y="10"/>
                    <a:pt x="13" y="41"/>
                    <a:pt x="0" y="52"/>
                  </a:cubicBezTo>
                  <a:cubicBezTo>
                    <a:pt x="20" y="75"/>
                    <a:pt x="45" y="94"/>
                    <a:pt x="70" y="113"/>
                  </a:cubicBezTo>
                  <a:cubicBezTo>
                    <a:pt x="84" y="104"/>
                    <a:pt x="96" y="93"/>
                    <a:pt x="107" y="8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55" name="Google Shape;655;p14"/>
            <p:cNvSpPr/>
            <p:nvPr/>
          </p:nvSpPr>
          <p:spPr>
            <a:xfrm>
              <a:off x="1934572" y="2307938"/>
              <a:ext cx="243478" cy="306916"/>
            </a:xfrm>
            <a:custGeom>
              <a:avLst/>
              <a:gdLst/>
              <a:ahLst/>
              <a:cxnLst/>
              <a:rect l="l" t="t" r="r" b="b"/>
              <a:pathLst>
                <a:path w="186" h="227" extrusionOk="0">
                  <a:moveTo>
                    <a:pt x="137" y="18"/>
                  </a:moveTo>
                  <a:lnTo>
                    <a:pt x="117" y="0"/>
                  </a:lnTo>
                  <a:lnTo>
                    <a:pt x="0" y="99"/>
                  </a:lnTo>
                  <a:lnTo>
                    <a:pt x="137" y="227"/>
                  </a:lnTo>
                  <a:lnTo>
                    <a:pt x="186" y="186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56" name="Google Shape;656;p14"/>
            <p:cNvSpPr/>
            <p:nvPr/>
          </p:nvSpPr>
          <p:spPr>
            <a:xfrm>
              <a:off x="2144015" y="4180536"/>
              <a:ext cx="289293" cy="297453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57" name="Google Shape;657;p14"/>
            <p:cNvSpPr/>
            <p:nvPr/>
          </p:nvSpPr>
          <p:spPr>
            <a:xfrm>
              <a:off x="2231719" y="4250843"/>
              <a:ext cx="113884" cy="164951"/>
            </a:xfrm>
            <a:custGeom>
              <a:avLst/>
              <a:gdLst/>
              <a:ahLst/>
              <a:cxnLst/>
              <a:rect l="l" t="t" r="r" b="b"/>
              <a:pathLst>
                <a:path w="30" h="42" extrusionOk="0">
                  <a:moveTo>
                    <a:pt x="28" y="1"/>
                  </a:moveTo>
                  <a:cubicBezTo>
                    <a:pt x="19" y="1"/>
                    <a:pt x="11" y="0"/>
                    <a:pt x="2" y="0"/>
                  </a:cubicBezTo>
                  <a:cubicBezTo>
                    <a:pt x="2" y="5"/>
                    <a:pt x="1" y="11"/>
                    <a:pt x="1" y="16"/>
                  </a:cubicBezTo>
                  <a:cubicBezTo>
                    <a:pt x="7" y="15"/>
                    <a:pt x="13" y="14"/>
                    <a:pt x="19" y="17"/>
                  </a:cubicBezTo>
                  <a:cubicBezTo>
                    <a:pt x="25" y="19"/>
                    <a:pt x="30" y="24"/>
                    <a:pt x="29" y="30"/>
                  </a:cubicBezTo>
                  <a:cubicBezTo>
                    <a:pt x="29" y="35"/>
                    <a:pt x="26" y="38"/>
                    <a:pt x="22" y="40"/>
                  </a:cubicBezTo>
                  <a:cubicBezTo>
                    <a:pt x="18" y="42"/>
                    <a:pt x="14" y="42"/>
                    <a:pt x="10" y="41"/>
                  </a:cubicBezTo>
                  <a:cubicBezTo>
                    <a:pt x="5" y="40"/>
                    <a:pt x="1" y="37"/>
                    <a:pt x="0" y="33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58" name="Google Shape;658;p14"/>
            <p:cNvSpPr/>
            <p:nvPr/>
          </p:nvSpPr>
          <p:spPr>
            <a:xfrm>
              <a:off x="2011803" y="2767637"/>
              <a:ext cx="441140" cy="482684"/>
            </a:xfrm>
            <a:custGeom>
              <a:avLst/>
              <a:gdLst/>
              <a:ahLst/>
              <a:cxnLst/>
              <a:rect l="l" t="t" r="r" b="b"/>
              <a:pathLst>
                <a:path w="116" h="123" extrusionOk="0">
                  <a:moveTo>
                    <a:pt x="53" y="123"/>
                  </a:moveTo>
                  <a:cubicBezTo>
                    <a:pt x="52" y="123"/>
                    <a:pt x="50" y="122"/>
                    <a:pt x="49" y="122"/>
                  </a:cubicBezTo>
                  <a:cubicBezTo>
                    <a:pt x="44" y="120"/>
                    <a:pt x="42" y="116"/>
                    <a:pt x="42" y="111"/>
                  </a:cubicBezTo>
                  <a:cubicBezTo>
                    <a:pt x="42" y="111"/>
                    <a:pt x="42" y="103"/>
                    <a:pt x="42" y="97"/>
                  </a:cubicBezTo>
                  <a:cubicBezTo>
                    <a:pt x="42" y="95"/>
                    <a:pt x="40" y="94"/>
                    <a:pt x="38" y="94"/>
                  </a:cubicBezTo>
                  <a:cubicBezTo>
                    <a:pt x="35" y="93"/>
                    <a:pt x="32" y="93"/>
                    <a:pt x="31" y="92"/>
                  </a:cubicBezTo>
                  <a:cubicBezTo>
                    <a:pt x="27" y="91"/>
                    <a:pt x="22" y="90"/>
                    <a:pt x="18" y="87"/>
                  </a:cubicBezTo>
                  <a:cubicBezTo>
                    <a:pt x="10" y="82"/>
                    <a:pt x="4" y="74"/>
                    <a:pt x="2" y="65"/>
                  </a:cubicBezTo>
                  <a:cubicBezTo>
                    <a:pt x="0" y="61"/>
                    <a:pt x="0" y="57"/>
                    <a:pt x="0" y="53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98" y="0"/>
                    <a:pt x="116" y="18"/>
                    <a:pt x="116" y="40"/>
                  </a:cubicBezTo>
                  <a:cubicBezTo>
                    <a:pt x="116" y="53"/>
                    <a:pt x="116" y="53"/>
                    <a:pt x="116" y="53"/>
                  </a:cubicBezTo>
                  <a:cubicBezTo>
                    <a:pt x="114" y="90"/>
                    <a:pt x="67" y="116"/>
                    <a:pt x="60" y="120"/>
                  </a:cubicBezTo>
                  <a:cubicBezTo>
                    <a:pt x="58" y="122"/>
                    <a:pt x="56" y="123"/>
                    <a:pt x="53" y="12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59" name="Google Shape;659;p14"/>
            <p:cNvSpPr/>
            <p:nvPr/>
          </p:nvSpPr>
          <p:spPr>
            <a:xfrm>
              <a:off x="2068092" y="2829832"/>
              <a:ext cx="323328" cy="350182"/>
            </a:xfrm>
            <a:custGeom>
              <a:avLst/>
              <a:gdLst/>
              <a:ahLst/>
              <a:cxnLst/>
              <a:rect l="l" t="t" r="r" b="b"/>
              <a:pathLst>
                <a:path w="85" h="89" extrusionOk="0">
                  <a:moveTo>
                    <a:pt x="39" y="72"/>
                  </a:moveTo>
                  <a:cubicBezTo>
                    <a:pt x="39" y="68"/>
                    <a:pt x="36" y="64"/>
                    <a:pt x="32" y="63"/>
                  </a:cubicBezTo>
                  <a:cubicBezTo>
                    <a:pt x="28" y="62"/>
                    <a:pt x="23" y="61"/>
                    <a:pt x="21" y="61"/>
                  </a:cubicBezTo>
                  <a:cubicBezTo>
                    <a:pt x="12" y="58"/>
                    <a:pt x="5" y="52"/>
                    <a:pt x="2" y="43"/>
                  </a:cubicBezTo>
                  <a:cubicBezTo>
                    <a:pt x="1" y="41"/>
                    <a:pt x="0" y="38"/>
                    <a:pt x="0" y="35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12"/>
                    <a:pt x="13" y="0"/>
                    <a:pt x="30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72" y="0"/>
                    <a:pt x="85" y="12"/>
                    <a:pt x="85" y="27"/>
                  </a:cubicBezTo>
                  <a:cubicBezTo>
                    <a:pt x="85" y="35"/>
                    <a:pt x="85" y="35"/>
                    <a:pt x="85" y="35"/>
                  </a:cubicBezTo>
                  <a:cubicBezTo>
                    <a:pt x="84" y="52"/>
                    <a:pt x="73" y="67"/>
                    <a:pt x="61" y="77"/>
                  </a:cubicBezTo>
                  <a:cubicBezTo>
                    <a:pt x="56" y="81"/>
                    <a:pt x="45" y="88"/>
                    <a:pt x="41" y="89"/>
                  </a:cubicBezTo>
                  <a:cubicBezTo>
                    <a:pt x="40" y="89"/>
                    <a:pt x="40" y="80"/>
                    <a:pt x="39" y="7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60" name="Google Shape;660;p14"/>
            <p:cNvSpPr/>
            <p:nvPr/>
          </p:nvSpPr>
          <p:spPr>
            <a:xfrm>
              <a:off x="2155796" y="2916363"/>
              <a:ext cx="147919" cy="8112"/>
            </a:xfrm>
            <a:custGeom>
              <a:avLst/>
              <a:gdLst/>
              <a:ahLst/>
              <a:cxnLst/>
              <a:rect l="l" t="t" r="r" b="b"/>
              <a:pathLst>
                <a:path w="39" h="2" extrusionOk="0">
                  <a:moveTo>
                    <a:pt x="0" y="2"/>
                  </a:moveTo>
                  <a:cubicBezTo>
                    <a:pt x="13" y="1"/>
                    <a:pt x="26" y="0"/>
                    <a:pt x="39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61" name="Google Shape;661;p14"/>
            <p:cNvSpPr/>
            <p:nvPr/>
          </p:nvSpPr>
          <p:spPr>
            <a:xfrm>
              <a:off x="2159723" y="2986670"/>
              <a:ext cx="140065" cy="8112"/>
            </a:xfrm>
            <a:custGeom>
              <a:avLst/>
              <a:gdLst/>
              <a:ahLst/>
              <a:cxnLst/>
              <a:rect l="l" t="t" r="r" b="b"/>
              <a:pathLst>
                <a:path w="37" h="2" extrusionOk="0">
                  <a:moveTo>
                    <a:pt x="0" y="2"/>
                  </a:moveTo>
                  <a:cubicBezTo>
                    <a:pt x="12" y="1"/>
                    <a:pt x="25" y="0"/>
                    <a:pt x="37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62" name="Google Shape;662;p14"/>
            <p:cNvSpPr/>
            <p:nvPr/>
          </p:nvSpPr>
          <p:spPr>
            <a:xfrm>
              <a:off x="3263228" y="3473411"/>
              <a:ext cx="371762" cy="435362"/>
            </a:xfrm>
            <a:custGeom>
              <a:avLst/>
              <a:gdLst/>
              <a:ahLst/>
              <a:cxnLst/>
              <a:rect l="l" t="t" r="r" b="b"/>
              <a:pathLst>
                <a:path w="98" h="111" extrusionOk="0">
                  <a:moveTo>
                    <a:pt x="35" y="6"/>
                  </a:moveTo>
                  <a:cubicBezTo>
                    <a:pt x="37" y="6"/>
                    <a:pt x="39" y="7"/>
                    <a:pt x="41" y="8"/>
                  </a:cubicBezTo>
                  <a:cubicBezTo>
                    <a:pt x="41" y="8"/>
                    <a:pt x="53" y="20"/>
                    <a:pt x="60" y="27"/>
                  </a:cubicBezTo>
                  <a:cubicBezTo>
                    <a:pt x="64" y="32"/>
                    <a:pt x="68" y="38"/>
                    <a:pt x="62" y="42"/>
                  </a:cubicBezTo>
                  <a:cubicBezTo>
                    <a:pt x="61" y="43"/>
                    <a:pt x="60" y="44"/>
                    <a:pt x="58" y="44"/>
                  </a:cubicBezTo>
                  <a:cubicBezTo>
                    <a:pt x="54" y="44"/>
                    <a:pt x="51" y="41"/>
                    <a:pt x="48" y="39"/>
                  </a:cubicBezTo>
                  <a:cubicBezTo>
                    <a:pt x="48" y="38"/>
                    <a:pt x="47" y="38"/>
                    <a:pt x="46" y="38"/>
                  </a:cubicBezTo>
                  <a:cubicBezTo>
                    <a:pt x="45" y="38"/>
                    <a:pt x="43" y="39"/>
                    <a:pt x="43" y="41"/>
                  </a:cubicBezTo>
                  <a:cubicBezTo>
                    <a:pt x="43" y="76"/>
                    <a:pt x="43" y="76"/>
                    <a:pt x="43" y="76"/>
                  </a:cubicBezTo>
                  <a:cubicBezTo>
                    <a:pt x="43" y="83"/>
                    <a:pt x="49" y="89"/>
                    <a:pt x="56" y="89"/>
                  </a:cubicBezTo>
                  <a:cubicBezTo>
                    <a:pt x="86" y="89"/>
                    <a:pt x="86" y="89"/>
                    <a:pt x="86" y="89"/>
                  </a:cubicBezTo>
                  <a:cubicBezTo>
                    <a:pt x="89" y="89"/>
                    <a:pt x="92" y="91"/>
                    <a:pt x="92" y="94"/>
                  </a:cubicBezTo>
                  <a:cubicBezTo>
                    <a:pt x="92" y="100"/>
                    <a:pt x="92" y="100"/>
                    <a:pt x="92" y="100"/>
                  </a:cubicBezTo>
                  <a:cubicBezTo>
                    <a:pt x="92" y="102"/>
                    <a:pt x="89" y="105"/>
                    <a:pt x="87" y="105"/>
                  </a:cubicBezTo>
                  <a:cubicBezTo>
                    <a:pt x="51" y="105"/>
                    <a:pt x="51" y="105"/>
                    <a:pt x="51" y="105"/>
                  </a:cubicBezTo>
                  <a:cubicBezTo>
                    <a:pt x="38" y="105"/>
                    <a:pt x="28" y="94"/>
                    <a:pt x="28" y="82"/>
                  </a:cubicBezTo>
                  <a:cubicBezTo>
                    <a:pt x="28" y="39"/>
                    <a:pt x="28" y="39"/>
                    <a:pt x="28" y="39"/>
                  </a:cubicBezTo>
                  <a:cubicBezTo>
                    <a:pt x="28" y="37"/>
                    <a:pt x="26" y="36"/>
                    <a:pt x="25" y="36"/>
                  </a:cubicBezTo>
                  <a:cubicBezTo>
                    <a:pt x="24" y="36"/>
                    <a:pt x="23" y="37"/>
                    <a:pt x="23" y="37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7" y="42"/>
                    <a:pt x="15" y="43"/>
                    <a:pt x="13" y="43"/>
                  </a:cubicBezTo>
                  <a:cubicBezTo>
                    <a:pt x="12" y="43"/>
                    <a:pt x="10" y="42"/>
                    <a:pt x="8" y="41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5" y="38"/>
                    <a:pt x="5" y="33"/>
                    <a:pt x="8" y="30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1" y="7"/>
                    <a:pt x="33" y="6"/>
                    <a:pt x="35" y="6"/>
                  </a:cubicBezTo>
                  <a:moveTo>
                    <a:pt x="35" y="0"/>
                  </a:moveTo>
                  <a:cubicBezTo>
                    <a:pt x="31" y="0"/>
                    <a:pt x="28" y="1"/>
                    <a:pt x="25" y="4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1" y="28"/>
                    <a:pt x="0" y="32"/>
                    <a:pt x="0" y="36"/>
                  </a:cubicBezTo>
                  <a:cubicBezTo>
                    <a:pt x="0" y="39"/>
                    <a:pt x="1" y="43"/>
                    <a:pt x="4" y="45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7" y="48"/>
                    <a:pt x="10" y="49"/>
                    <a:pt x="13" y="49"/>
                  </a:cubicBezTo>
                  <a:cubicBezTo>
                    <a:pt x="17" y="49"/>
                    <a:pt x="19" y="48"/>
                    <a:pt x="22" y="46"/>
                  </a:cubicBezTo>
                  <a:cubicBezTo>
                    <a:pt x="22" y="82"/>
                    <a:pt x="22" y="82"/>
                    <a:pt x="22" y="82"/>
                  </a:cubicBezTo>
                  <a:cubicBezTo>
                    <a:pt x="22" y="98"/>
                    <a:pt x="35" y="111"/>
                    <a:pt x="51" y="111"/>
                  </a:cubicBezTo>
                  <a:cubicBezTo>
                    <a:pt x="87" y="111"/>
                    <a:pt x="87" y="111"/>
                    <a:pt x="87" y="111"/>
                  </a:cubicBezTo>
                  <a:cubicBezTo>
                    <a:pt x="93" y="111"/>
                    <a:pt x="98" y="106"/>
                    <a:pt x="98" y="100"/>
                  </a:cubicBezTo>
                  <a:cubicBezTo>
                    <a:pt x="98" y="94"/>
                    <a:pt x="98" y="94"/>
                    <a:pt x="98" y="94"/>
                  </a:cubicBezTo>
                  <a:cubicBezTo>
                    <a:pt x="98" y="88"/>
                    <a:pt x="93" y="83"/>
                    <a:pt x="86" y="83"/>
                  </a:cubicBezTo>
                  <a:cubicBezTo>
                    <a:pt x="56" y="83"/>
                    <a:pt x="56" y="83"/>
                    <a:pt x="56" y="83"/>
                  </a:cubicBezTo>
                  <a:cubicBezTo>
                    <a:pt x="52" y="83"/>
                    <a:pt x="49" y="80"/>
                    <a:pt x="49" y="76"/>
                  </a:cubicBezTo>
                  <a:cubicBezTo>
                    <a:pt x="49" y="47"/>
                    <a:pt x="49" y="47"/>
                    <a:pt x="49" y="47"/>
                  </a:cubicBezTo>
                  <a:cubicBezTo>
                    <a:pt x="52" y="49"/>
                    <a:pt x="55" y="50"/>
                    <a:pt x="58" y="50"/>
                  </a:cubicBezTo>
                  <a:cubicBezTo>
                    <a:pt x="61" y="50"/>
                    <a:pt x="64" y="49"/>
                    <a:pt x="66" y="47"/>
                  </a:cubicBezTo>
                  <a:cubicBezTo>
                    <a:pt x="70" y="44"/>
                    <a:pt x="71" y="40"/>
                    <a:pt x="71" y="38"/>
                  </a:cubicBezTo>
                  <a:cubicBezTo>
                    <a:pt x="72" y="32"/>
                    <a:pt x="68" y="27"/>
                    <a:pt x="64" y="23"/>
                  </a:cubicBezTo>
                  <a:cubicBezTo>
                    <a:pt x="57" y="16"/>
                    <a:pt x="45" y="4"/>
                    <a:pt x="45" y="4"/>
                  </a:cubicBezTo>
                  <a:cubicBezTo>
                    <a:pt x="42" y="1"/>
                    <a:pt x="39" y="0"/>
                    <a:pt x="3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63" name="Google Shape;663;p14"/>
            <p:cNvSpPr/>
            <p:nvPr/>
          </p:nvSpPr>
          <p:spPr>
            <a:xfrm>
              <a:off x="3490997" y="3399047"/>
              <a:ext cx="373071" cy="435362"/>
            </a:xfrm>
            <a:custGeom>
              <a:avLst/>
              <a:gdLst/>
              <a:ahLst/>
              <a:cxnLst/>
              <a:rect l="l" t="t" r="r" b="b"/>
              <a:pathLst>
                <a:path w="98" h="111" extrusionOk="0">
                  <a:moveTo>
                    <a:pt x="47" y="6"/>
                  </a:moveTo>
                  <a:cubicBezTo>
                    <a:pt x="59" y="6"/>
                    <a:pt x="70" y="16"/>
                    <a:pt x="70" y="29"/>
                  </a:cubicBezTo>
                  <a:cubicBezTo>
                    <a:pt x="70" y="71"/>
                    <a:pt x="70" y="71"/>
                    <a:pt x="70" y="71"/>
                  </a:cubicBezTo>
                  <a:cubicBezTo>
                    <a:pt x="70" y="73"/>
                    <a:pt x="71" y="74"/>
                    <a:pt x="73" y="74"/>
                  </a:cubicBezTo>
                  <a:cubicBezTo>
                    <a:pt x="73" y="74"/>
                    <a:pt x="74" y="74"/>
                    <a:pt x="75" y="73"/>
                  </a:cubicBezTo>
                  <a:cubicBezTo>
                    <a:pt x="78" y="70"/>
                    <a:pt x="78" y="70"/>
                    <a:pt x="78" y="70"/>
                  </a:cubicBezTo>
                  <a:cubicBezTo>
                    <a:pt x="80" y="68"/>
                    <a:pt x="82" y="67"/>
                    <a:pt x="84" y="67"/>
                  </a:cubicBezTo>
                  <a:cubicBezTo>
                    <a:pt x="86" y="67"/>
                    <a:pt x="88" y="68"/>
                    <a:pt x="89" y="69"/>
                  </a:cubicBezTo>
                  <a:cubicBezTo>
                    <a:pt x="89" y="69"/>
                    <a:pt x="89" y="69"/>
                    <a:pt x="89" y="69"/>
                  </a:cubicBezTo>
                  <a:cubicBezTo>
                    <a:pt x="92" y="72"/>
                    <a:pt x="92" y="78"/>
                    <a:pt x="89" y="81"/>
                  </a:cubicBezTo>
                  <a:cubicBezTo>
                    <a:pt x="68" y="102"/>
                    <a:pt x="68" y="102"/>
                    <a:pt x="68" y="102"/>
                  </a:cubicBezTo>
                  <a:cubicBezTo>
                    <a:pt x="66" y="104"/>
                    <a:pt x="64" y="105"/>
                    <a:pt x="62" y="105"/>
                  </a:cubicBezTo>
                  <a:cubicBezTo>
                    <a:pt x="60" y="105"/>
                    <a:pt x="58" y="104"/>
                    <a:pt x="57" y="102"/>
                  </a:cubicBezTo>
                  <a:cubicBezTo>
                    <a:pt x="57" y="102"/>
                    <a:pt x="44" y="91"/>
                    <a:pt x="37" y="83"/>
                  </a:cubicBezTo>
                  <a:cubicBezTo>
                    <a:pt x="33" y="79"/>
                    <a:pt x="29" y="73"/>
                    <a:pt x="35" y="68"/>
                  </a:cubicBezTo>
                  <a:cubicBezTo>
                    <a:pt x="36" y="67"/>
                    <a:pt x="38" y="67"/>
                    <a:pt x="39" y="67"/>
                  </a:cubicBezTo>
                  <a:cubicBezTo>
                    <a:pt x="43" y="67"/>
                    <a:pt x="47" y="69"/>
                    <a:pt x="49" y="72"/>
                  </a:cubicBezTo>
                  <a:cubicBezTo>
                    <a:pt x="50" y="73"/>
                    <a:pt x="50" y="73"/>
                    <a:pt x="51" y="73"/>
                  </a:cubicBezTo>
                  <a:cubicBezTo>
                    <a:pt x="53" y="73"/>
                    <a:pt x="54" y="72"/>
                    <a:pt x="54" y="70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4" y="27"/>
                    <a:pt x="48" y="21"/>
                    <a:pt x="4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8" y="21"/>
                    <a:pt x="6" y="19"/>
                    <a:pt x="6" y="16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8"/>
                    <a:pt x="8" y="6"/>
                    <a:pt x="11" y="6"/>
                  </a:cubicBezTo>
                  <a:cubicBezTo>
                    <a:pt x="47" y="6"/>
                    <a:pt x="47" y="6"/>
                    <a:pt x="47" y="6"/>
                  </a:cubicBezTo>
                  <a:moveTo>
                    <a:pt x="47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22"/>
                    <a:pt x="5" y="27"/>
                    <a:pt x="1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5" y="27"/>
                    <a:pt x="48" y="30"/>
                    <a:pt x="48" y="34"/>
                  </a:cubicBezTo>
                  <a:cubicBezTo>
                    <a:pt x="48" y="63"/>
                    <a:pt x="48" y="63"/>
                    <a:pt x="48" y="63"/>
                  </a:cubicBezTo>
                  <a:cubicBezTo>
                    <a:pt x="46" y="62"/>
                    <a:pt x="43" y="61"/>
                    <a:pt x="39" y="61"/>
                  </a:cubicBezTo>
                  <a:cubicBezTo>
                    <a:pt x="36" y="61"/>
                    <a:pt x="33" y="62"/>
                    <a:pt x="31" y="64"/>
                  </a:cubicBezTo>
                  <a:cubicBezTo>
                    <a:pt x="27" y="67"/>
                    <a:pt x="26" y="70"/>
                    <a:pt x="26" y="73"/>
                  </a:cubicBezTo>
                  <a:cubicBezTo>
                    <a:pt x="26" y="79"/>
                    <a:pt x="30" y="84"/>
                    <a:pt x="33" y="87"/>
                  </a:cubicBezTo>
                  <a:cubicBezTo>
                    <a:pt x="40" y="95"/>
                    <a:pt x="52" y="106"/>
                    <a:pt x="52" y="107"/>
                  </a:cubicBezTo>
                  <a:cubicBezTo>
                    <a:pt x="55" y="109"/>
                    <a:pt x="58" y="111"/>
                    <a:pt x="62" y="111"/>
                  </a:cubicBezTo>
                  <a:cubicBezTo>
                    <a:pt x="66" y="111"/>
                    <a:pt x="69" y="109"/>
                    <a:pt x="72" y="107"/>
                  </a:cubicBezTo>
                  <a:cubicBezTo>
                    <a:pt x="94" y="85"/>
                    <a:pt x="94" y="85"/>
                    <a:pt x="94" y="85"/>
                  </a:cubicBezTo>
                  <a:cubicBezTo>
                    <a:pt x="96" y="82"/>
                    <a:pt x="98" y="79"/>
                    <a:pt x="98" y="75"/>
                  </a:cubicBezTo>
                  <a:cubicBezTo>
                    <a:pt x="98" y="71"/>
                    <a:pt x="96" y="68"/>
                    <a:pt x="93" y="65"/>
                  </a:cubicBezTo>
                  <a:cubicBezTo>
                    <a:pt x="90" y="63"/>
                    <a:pt x="87" y="61"/>
                    <a:pt x="84" y="61"/>
                  </a:cubicBezTo>
                  <a:cubicBezTo>
                    <a:pt x="81" y="61"/>
                    <a:pt x="78" y="62"/>
                    <a:pt x="76" y="64"/>
                  </a:cubicBezTo>
                  <a:cubicBezTo>
                    <a:pt x="76" y="29"/>
                    <a:pt x="76" y="29"/>
                    <a:pt x="76" y="29"/>
                  </a:cubicBezTo>
                  <a:cubicBezTo>
                    <a:pt x="76" y="13"/>
                    <a:pt x="63" y="0"/>
                    <a:pt x="4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64" name="Google Shape;664;p14"/>
            <p:cNvSpPr/>
            <p:nvPr/>
          </p:nvSpPr>
          <p:spPr>
            <a:xfrm>
              <a:off x="2026203" y="3516677"/>
              <a:ext cx="426741" cy="443475"/>
            </a:xfrm>
            <a:custGeom>
              <a:avLst/>
              <a:gdLst/>
              <a:ahLst/>
              <a:cxnLst/>
              <a:rect l="l" t="t" r="r" b="b"/>
              <a:pathLst>
                <a:path w="112" h="113" extrusionOk="0">
                  <a:moveTo>
                    <a:pt x="79" y="0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15" y="0"/>
                    <a:pt x="0" y="15"/>
                    <a:pt x="0" y="34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98"/>
                    <a:pt x="15" y="113"/>
                    <a:pt x="33" y="113"/>
                  </a:cubicBezTo>
                  <a:cubicBezTo>
                    <a:pt x="79" y="113"/>
                    <a:pt x="79" y="113"/>
                    <a:pt x="79" y="113"/>
                  </a:cubicBezTo>
                  <a:cubicBezTo>
                    <a:pt x="97" y="113"/>
                    <a:pt x="112" y="98"/>
                    <a:pt x="112" y="79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2" y="15"/>
                    <a:pt x="97" y="0"/>
                    <a:pt x="7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65" name="Google Shape;665;p14"/>
            <p:cNvSpPr/>
            <p:nvPr/>
          </p:nvSpPr>
          <p:spPr>
            <a:xfrm>
              <a:off x="2303715" y="3559943"/>
              <a:ext cx="107340" cy="109516"/>
            </a:xfrm>
            <a:custGeom>
              <a:avLst/>
              <a:gdLst/>
              <a:ahLst/>
              <a:cxnLst/>
              <a:rect l="l" t="t" r="r" b="b"/>
              <a:pathLst>
                <a:path w="28" h="28" extrusionOk="0">
                  <a:moveTo>
                    <a:pt x="14" y="6"/>
                  </a:moveTo>
                  <a:cubicBezTo>
                    <a:pt x="19" y="6"/>
                    <a:pt x="22" y="10"/>
                    <a:pt x="22" y="14"/>
                  </a:cubicBezTo>
                  <a:cubicBezTo>
                    <a:pt x="22" y="19"/>
                    <a:pt x="19" y="22"/>
                    <a:pt x="14" y="22"/>
                  </a:cubicBezTo>
                  <a:cubicBezTo>
                    <a:pt x="10" y="22"/>
                    <a:pt x="6" y="19"/>
                    <a:pt x="6" y="14"/>
                  </a:cubicBezTo>
                  <a:cubicBezTo>
                    <a:pt x="6" y="10"/>
                    <a:pt x="10" y="6"/>
                    <a:pt x="14" y="6"/>
                  </a:cubicBezTo>
                  <a:moveTo>
                    <a:pt x="14" y="0"/>
                  </a:moveTo>
                  <a:cubicBezTo>
                    <a:pt x="7" y="0"/>
                    <a:pt x="0" y="6"/>
                    <a:pt x="0" y="14"/>
                  </a:cubicBezTo>
                  <a:cubicBezTo>
                    <a:pt x="0" y="22"/>
                    <a:pt x="7" y="28"/>
                    <a:pt x="14" y="28"/>
                  </a:cubicBezTo>
                  <a:cubicBezTo>
                    <a:pt x="22" y="28"/>
                    <a:pt x="28" y="22"/>
                    <a:pt x="28" y="14"/>
                  </a:cubicBezTo>
                  <a:cubicBezTo>
                    <a:pt x="28" y="6"/>
                    <a:pt x="22" y="0"/>
                    <a:pt x="1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66" name="Google Shape;666;p14"/>
            <p:cNvSpPr/>
            <p:nvPr/>
          </p:nvSpPr>
          <p:spPr>
            <a:xfrm>
              <a:off x="2026203" y="3516677"/>
              <a:ext cx="426741" cy="443475"/>
            </a:xfrm>
            <a:custGeom>
              <a:avLst/>
              <a:gdLst/>
              <a:ahLst/>
              <a:cxnLst/>
              <a:rect l="l" t="t" r="r" b="b"/>
              <a:pathLst>
                <a:path w="112" h="113" extrusionOk="0">
                  <a:moveTo>
                    <a:pt x="79" y="0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15" y="0"/>
                    <a:pt x="0" y="15"/>
                    <a:pt x="0" y="34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98"/>
                    <a:pt x="15" y="113"/>
                    <a:pt x="33" y="113"/>
                  </a:cubicBezTo>
                  <a:cubicBezTo>
                    <a:pt x="79" y="113"/>
                    <a:pt x="79" y="113"/>
                    <a:pt x="79" y="113"/>
                  </a:cubicBezTo>
                  <a:cubicBezTo>
                    <a:pt x="97" y="113"/>
                    <a:pt x="112" y="98"/>
                    <a:pt x="112" y="79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2" y="15"/>
                    <a:pt x="97" y="0"/>
                    <a:pt x="7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67" name="Google Shape;667;p14"/>
            <p:cNvSpPr/>
            <p:nvPr/>
          </p:nvSpPr>
          <p:spPr>
            <a:xfrm>
              <a:off x="2147942" y="3658642"/>
              <a:ext cx="175409" cy="179823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68" name="Google Shape;668;p14"/>
            <p:cNvSpPr/>
            <p:nvPr/>
          </p:nvSpPr>
          <p:spPr>
            <a:xfrm>
              <a:off x="2083800" y="3580223"/>
              <a:ext cx="311547" cy="321790"/>
            </a:xfrm>
            <a:custGeom>
              <a:avLst/>
              <a:gdLst/>
              <a:ahLst/>
              <a:cxnLst/>
              <a:rect l="l" t="t" r="r" b="b"/>
              <a:pathLst>
                <a:path w="82" h="82" extrusionOk="0">
                  <a:moveTo>
                    <a:pt x="67" y="2"/>
                  </a:moveTo>
                  <a:cubicBezTo>
                    <a:pt x="64" y="0"/>
                    <a:pt x="61" y="0"/>
                    <a:pt x="5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71"/>
                    <a:pt x="11" y="82"/>
                    <a:pt x="25" y="82"/>
                  </a:cubicBezTo>
                  <a:cubicBezTo>
                    <a:pt x="58" y="82"/>
                    <a:pt x="58" y="82"/>
                    <a:pt x="58" y="82"/>
                  </a:cubicBezTo>
                  <a:cubicBezTo>
                    <a:pt x="71" y="82"/>
                    <a:pt x="82" y="71"/>
                    <a:pt x="82" y="57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1"/>
                    <a:pt x="81" y="18"/>
                    <a:pt x="80" y="15"/>
                  </a:cubicBez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69" name="Google Shape;669;p14"/>
            <p:cNvSpPr/>
            <p:nvPr/>
          </p:nvSpPr>
          <p:spPr>
            <a:xfrm>
              <a:off x="1417508" y="4552352"/>
              <a:ext cx="289293" cy="298804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70" name="Google Shape;670;p14"/>
            <p:cNvSpPr/>
            <p:nvPr/>
          </p:nvSpPr>
          <p:spPr>
            <a:xfrm>
              <a:off x="1513067" y="4611843"/>
              <a:ext cx="98176" cy="86532"/>
            </a:xfrm>
            <a:custGeom>
              <a:avLst/>
              <a:gdLst/>
              <a:ahLst/>
              <a:cxnLst/>
              <a:rect l="l" t="t" r="r" b="b"/>
              <a:pathLst>
                <a:path w="26" h="22" extrusionOk="0">
                  <a:moveTo>
                    <a:pt x="0" y="4"/>
                  </a:moveTo>
                  <a:cubicBezTo>
                    <a:pt x="5" y="2"/>
                    <a:pt x="10" y="0"/>
                    <a:pt x="16" y="1"/>
                  </a:cubicBezTo>
                  <a:cubicBezTo>
                    <a:pt x="19" y="2"/>
                    <a:pt x="23" y="3"/>
                    <a:pt x="25" y="7"/>
                  </a:cubicBezTo>
                  <a:cubicBezTo>
                    <a:pt x="26" y="9"/>
                    <a:pt x="26" y="13"/>
                    <a:pt x="24" y="16"/>
                  </a:cubicBezTo>
                  <a:cubicBezTo>
                    <a:pt x="22" y="18"/>
                    <a:pt x="19" y="20"/>
                    <a:pt x="16" y="21"/>
                  </a:cubicBezTo>
                  <a:cubicBezTo>
                    <a:pt x="13" y="22"/>
                    <a:pt x="9" y="22"/>
                    <a:pt x="6" y="22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71" name="Google Shape;671;p14"/>
            <p:cNvSpPr/>
            <p:nvPr/>
          </p:nvSpPr>
          <p:spPr>
            <a:xfrm>
              <a:off x="1520921" y="4694318"/>
              <a:ext cx="128284" cy="98700"/>
            </a:xfrm>
            <a:custGeom>
              <a:avLst/>
              <a:gdLst/>
              <a:ahLst/>
              <a:cxnLst/>
              <a:rect l="l" t="t" r="r" b="b"/>
              <a:pathLst>
                <a:path w="34" h="25" extrusionOk="0">
                  <a:moveTo>
                    <a:pt x="6" y="1"/>
                  </a:moveTo>
                  <a:cubicBezTo>
                    <a:pt x="9" y="0"/>
                    <a:pt x="12" y="0"/>
                    <a:pt x="16" y="1"/>
                  </a:cubicBezTo>
                  <a:cubicBezTo>
                    <a:pt x="19" y="1"/>
                    <a:pt x="23" y="2"/>
                    <a:pt x="25" y="4"/>
                  </a:cubicBezTo>
                  <a:cubicBezTo>
                    <a:pt x="34" y="11"/>
                    <a:pt x="25" y="22"/>
                    <a:pt x="17" y="24"/>
                  </a:cubicBezTo>
                  <a:cubicBezTo>
                    <a:pt x="10" y="25"/>
                    <a:pt x="3" y="22"/>
                    <a:pt x="0" y="16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72" name="Google Shape;672;p14"/>
            <p:cNvSpPr/>
            <p:nvPr/>
          </p:nvSpPr>
          <p:spPr>
            <a:xfrm>
              <a:off x="1493431" y="3190831"/>
              <a:ext cx="396633" cy="730111"/>
            </a:xfrm>
            <a:custGeom>
              <a:avLst/>
              <a:gdLst/>
              <a:ahLst/>
              <a:cxnLst/>
              <a:rect l="l" t="t" r="r" b="b"/>
              <a:pathLst>
                <a:path w="104" h="186" extrusionOk="0">
                  <a:moveTo>
                    <a:pt x="93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172"/>
                    <a:pt x="0" y="172"/>
                    <a:pt x="0" y="172"/>
                  </a:cubicBezTo>
                  <a:cubicBezTo>
                    <a:pt x="0" y="180"/>
                    <a:pt x="6" y="186"/>
                    <a:pt x="13" y="186"/>
                  </a:cubicBezTo>
                  <a:cubicBezTo>
                    <a:pt x="90" y="186"/>
                    <a:pt x="90" y="186"/>
                    <a:pt x="90" y="186"/>
                  </a:cubicBezTo>
                  <a:cubicBezTo>
                    <a:pt x="97" y="186"/>
                    <a:pt x="103" y="180"/>
                    <a:pt x="103" y="172"/>
                  </a:cubicBezTo>
                  <a:cubicBezTo>
                    <a:pt x="103" y="13"/>
                    <a:pt x="103" y="13"/>
                    <a:pt x="103" y="13"/>
                  </a:cubicBezTo>
                  <a:cubicBezTo>
                    <a:pt x="104" y="1"/>
                    <a:pt x="93" y="0"/>
                    <a:pt x="93" y="0"/>
                  </a:cubicBezTo>
                  <a:close/>
                  <a:moveTo>
                    <a:pt x="52" y="173"/>
                  </a:moveTo>
                  <a:cubicBezTo>
                    <a:pt x="47" y="173"/>
                    <a:pt x="43" y="169"/>
                    <a:pt x="43" y="164"/>
                  </a:cubicBezTo>
                  <a:cubicBezTo>
                    <a:pt x="43" y="160"/>
                    <a:pt x="47" y="156"/>
                    <a:pt x="52" y="156"/>
                  </a:cubicBezTo>
                  <a:cubicBezTo>
                    <a:pt x="56" y="156"/>
                    <a:pt x="60" y="160"/>
                    <a:pt x="60" y="164"/>
                  </a:cubicBezTo>
                  <a:cubicBezTo>
                    <a:pt x="60" y="169"/>
                    <a:pt x="56" y="173"/>
                    <a:pt x="52" y="173"/>
                  </a:cubicBezTo>
                  <a:close/>
                  <a:moveTo>
                    <a:pt x="81" y="144"/>
                  </a:moveTo>
                  <a:cubicBezTo>
                    <a:pt x="21" y="144"/>
                    <a:pt x="21" y="144"/>
                    <a:pt x="21" y="144"/>
                  </a:cubicBezTo>
                  <a:cubicBezTo>
                    <a:pt x="16" y="144"/>
                    <a:pt x="13" y="140"/>
                    <a:pt x="13" y="136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3" y="31"/>
                    <a:pt x="17" y="27"/>
                    <a:pt x="21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6" y="27"/>
                    <a:pt x="90" y="31"/>
                    <a:pt x="90" y="35"/>
                  </a:cubicBezTo>
                  <a:cubicBezTo>
                    <a:pt x="89" y="137"/>
                    <a:pt x="89" y="137"/>
                    <a:pt x="89" y="137"/>
                  </a:cubicBezTo>
                  <a:cubicBezTo>
                    <a:pt x="89" y="141"/>
                    <a:pt x="85" y="144"/>
                    <a:pt x="81" y="144"/>
                  </a:cubicBezTo>
                  <a:close/>
                  <a:moveTo>
                    <a:pt x="93" y="144"/>
                  </a:moveTo>
                  <a:cubicBezTo>
                    <a:pt x="93" y="144"/>
                    <a:pt x="93" y="144"/>
                    <a:pt x="93" y="144"/>
                  </a:cubicBez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cxnSp>
          <p:nvCxnSpPr>
            <p:cNvPr id="673" name="Google Shape;673;p14"/>
            <p:cNvCxnSpPr/>
            <p:nvPr/>
          </p:nvCxnSpPr>
          <p:spPr>
            <a:xfrm flipH="1">
              <a:off x="1581136" y="3347669"/>
              <a:ext cx="201589" cy="255538"/>
            </a:xfrm>
            <a:prstGeom prst="straightConnector1">
              <a:avLst/>
            </a:prstGeom>
            <a:solidFill>
              <a:schemeClr val="lt1"/>
            </a:solidFill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74" name="Google Shape;674;p14"/>
            <p:cNvCxnSpPr/>
            <p:nvPr/>
          </p:nvCxnSpPr>
          <p:spPr>
            <a:xfrm flipH="1">
              <a:off x="1649205" y="3442313"/>
              <a:ext cx="137447" cy="164951"/>
            </a:xfrm>
            <a:prstGeom prst="straightConnector1">
              <a:avLst/>
            </a:prstGeom>
            <a:solidFill>
              <a:schemeClr val="lt1"/>
            </a:solidFill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75" name="Google Shape;675;p14"/>
            <p:cNvCxnSpPr/>
            <p:nvPr/>
          </p:nvCxnSpPr>
          <p:spPr>
            <a:xfrm>
              <a:off x="1619097" y="3242209"/>
              <a:ext cx="137447" cy="0"/>
            </a:xfrm>
            <a:prstGeom prst="straightConnector1">
              <a:avLst/>
            </a:prstGeom>
            <a:solidFill>
              <a:schemeClr val="lt1"/>
            </a:solidFill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676" name="Google Shape;676;p14"/>
            <p:cNvSpPr/>
            <p:nvPr/>
          </p:nvSpPr>
          <p:spPr>
            <a:xfrm>
              <a:off x="1527466" y="3042104"/>
              <a:ext cx="77232" cy="94644"/>
            </a:xfrm>
            <a:custGeom>
              <a:avLst/>
              <a:gdLst/>
              <a:ahLst/>
              <a:cxnLst/>
              <a:rect l="l" t="t" r="r" b="b"/>
              <a:pathLst>
                <a:path w="20" h="24" extrusionOk="0">
                  <a:moveTo>
                    <a:pt x="0" y="0"/>
                  </a:moveTo>
                  <a:cubicBezTo>
                    <a:pt x="7" y="8"/>
                    <a:pt x="13" y="16"/>
                    <a:pt x="20" y="24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77" name="Google Shape;677;p14"/>
            <p:cNvSpPr/>
            <p:nvPr/>
          </p:nvSpPr>
          <p:spPr>
            <a:xfrm>
              <a:off x="1684548" y="2967742"/>
              <a:ext cx="3927" cy="156839"/>
            </a:xfrm>
            <a:custGeom>
              <a:avLst/>
              <a:gdLst/>
              <a:ahLst/>
              <a:cxnLst/>
              <a:rect l="l" t="t" r="r" b="b"/>
              <a:pathLst>
                <a:path w="1" h="40" extrusionOk="0">
                  <a:moveTo>
                    <a:pt x="1" y="0"/>
                  </a:moveTo>
                  <a:cubicBezTo>
                    <a:pt x="1" y="13"/>
                    <a:pt x="0" y="27"/>
                    <a:pt x="0" y="4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78" name="Google Shape;678;p14"/>
            <p:cNvSpPr/>
            <p:nvPr/>
          </p:nvSpPr>
          <p:spPr>
            <a:xfrm>
              <a:off x="1764399" y="3054273"/>
              <a:ext cx="86395" cy="82475"/>
            </a:xfrm>
            <a:custGeom>
              <a:avLst/>
              <a:gdLst/>
              <a:ahLst/>
              <a:cxnLst/>
              <a:rect l="l" t="t" r="r" b="b"/>
              <a:pathLst>
                <a:path w="23" h="21" extrusionOk="0">
                  <a:moveTo>
                    <a:pt x="0" y="21"/>
                  </a:moveTo>
                  <a:cubicBezTo>
                    <a:pt x="7" y="13"/>
                    <a:pt x="15" y="6"/>
                    <a:pt x="23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79" name="Google Shape;679;p14"/>
            <p:cNvSpPr/>
            <p:nvPr/>
          </p:nvSpPr>
          <p:spPr>
            <a:xfrm>
              <a:off x="1041819" y="2194365"/>
              <a:ext cx="287985" cy="298804"/>
            </a:xfrm>
            <a:prstGeom prst="ellipse">
              <a:avLst/>
            </a:pr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80" name="Google Shape;680;p14"/>
            <p:cNvSpPr/>
            <p:nvPr/>
          </p:nvSpPr>
          <p:spPr>
            <a:xfrm>
              <a:off x="1136069" y="2295769"/>
              <a:ext cx="95558" cy="129797"/>
            </a:xfrm>
            <a:custGeom>
              <a:avLst/>
              <a:gdLst/>
              <a:ahLst/>
              <a:cxnLst/>
              <a:rect l="l" t="t" r="r" b="b"/>
              <a:pathLst>
                <a:path w="25" h="33" extrusionOk="0">
                  <a:moveTo>
                    <a:pt x="0" y="1"/>
                  </a:moveTo>
                  <a:cubicBezTo>
                    <a:pt x="8" y="1"/>
                    <a:pt x="16" y="0"/>
                    <a:pt x="25" y="0"/>
                  </a:cubicBezTo>
                  <a:cubicBezTo>
                    <a:pt x="15" y="7"/>
                    <a:pt x="9" y="20"/>
                    <a:pt x="11" y="33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81" name="Google Shape;681;p14"/>
            <p:cNvSpPr/>
            <p:nvPr/>
          </p:nvSpPr>
          <p:spPr>
            <a:xfrm>
              <a:off x="1143923" y="2367428"/>
              <a:ext cx="71996" cy="4056"/>
            </a:xfrm>
            <a:custGeom>
              <a:avLst/>
              <a:gdLst/>
              <a:ahLst/>
              <a:cxnLst/>
              <a:rect l="l" t="t" r="r" b="b"/>
              <a:pathLst>
                <a:path w="19" h="1" extrusionOk="0">
                  <a:moveTo>
                    <a:pt x="0" y="1"/>
                  </a:moveTo>
                  <a:cubicBezTo>
                    <a:pt x="7" y="1"/>
                    <a:pt x="13" y="0"/>
                    <a:pt x="19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82" name="Google Shape;682;p14"/>
            <p:cNvSpPr/>
            <p:nvPr/>
          </p:nvSpPr>
          <p:spPr>
            <a:xfrm>
              <a:off x="1444998" y="1759003"/>
              <a:ext cx="483028" cy="494853"/>
            </a:xfrm>
            <a:custGeom>
              <a:avLst/>
              <a:gdLst/>
              <a:ahLst/>
              <a:cxnLst/>
              <a:rect l="l" t="t" r="r" b="b"/>
              <a:pathLst>
                <a:path w="127" h="126" extrusionOk="0">
                  <a:moveTo>
                    <a:pt x="126" y="63"/>
                  </a:moveTo>
                  <a:cubicBezTo>
                    <a:pt x="126" y="28"/>
                    <a:pt x="98" y="1"/>
                    <a:pt x="63" y="1"/>
                  </a:cubicBezTo>
                  <a:cubicBezTo>
                    <a:pt x="63" y="1"/>
                    <a:pt x="3" y="0"/>
                    <a:pt x="1" y="64"/>
                  </a:cubicBezTo>
                  <a:cubicBezTo>
                    <a:pt x="0" y="99"/>
                    <a:pt x="30" y="126"/>
                    <a:pt x="65" y="126"/>
                  </a:cubicBezTo>
                  <a:cubicBezTo>
                    <a:pt x="65" y="126"/>
                    <a:pt x="65" y="126"/>
                    <a:pt x="65" y="126"/>
                  </a:cubicBezTo>
                  <a:cubicBezTo>
                    <a:pt x="65" y="126"/>
                    <a:pt x="65" y="126"/>
                    <a:pt x="65" y="126"/>
                  </a:cubicBezTo>
                  <a:cubicBezTo>
                    <a:pt x="65" y="126"/>
                    <a:pt x="65" y="126"/>
                    <a:pt x="65" y="126"/>
                  </a:cubicBezTo>
                  <a:cubicBezTo>
                    <a:pt x="99" y="126"/>
                    <a:pt x="127" y="97"/>
                    <a:pt x="126" y="63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83" name="Google Shape;683;p14"/>
            <p:cNvSpPr/>
            <p:nvPr/>
          </p:nvSpPr>
          <p:spPr>
            <a:xfrm>
              <a:off x="1600771" y="1771171"/>
              <a:ext cx="178027" cy="482684"/>
            </a:xfrm>
            <a:custGeom>
              <a:avLst/>
              <a:gdLst/>
              <a:ahLst/>
              <a:cxnLst/>
              <a:rect l="l" t="t" r="r" b="b"/>
              <a:pathLst>
                <a:path w="47" h="123" extrusionOk="0">
                  <a:moveTo>
                    <a:pt x="47" y="60"/>
                  </a:moveTo>
                  <a:cubicBezTo>
                    <a:pt x="47" y="95"/>
                    <a:pt x="40" y="123"/>
                    <a:pt x="24" y="123"/>
                  </a:cubicBezTo>
                  <a:cubicBezTo>
                    <a:pt x="8" y="123"/>
                    <a:pt x="0" y="94"/>
                    <a:pt x="0" y="59"/>
                  </a:cubicBezTo>
                  <a:cubicBezTo>
                    <a:pt x="0" y="25"/>
                    <a:pt x="8" y="0"/>
                    <a:pt x="24" y="0"/>
                  </a:cubicBezTo>
                  <a:cubicBezTo>
                    <a:pt x="41" y="0"/>
                    <a:pt x="47" y="25"/>
                    <a:pt x="47" y="6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84" name="Google Shape;684;p14"/>
            <p:cNvSpPr/>
            <p:nvPr/>
          </p:nvSpPr>
          <p:spPr>
            <a:xfrm>
              <a:off x="1455470" y="1899617"/>
              <a:ext cx="476484" cy="200104"/>
            </a:xfrm>
            <a:custGeom>
              <a:avLst/>
              <a:gdLst/>
              <a:ahLst/>
              <a:cxnLst/>
              <a:rect l="l" t="t" r="r" b="b"/>
              <a:pathLst>
                <a:path w="125" h="51" extrusionOk="0">
                  <a:moveTo>
                    <a:pt x="61" y="0"/>
                  </a:moveTo>
                  <a:cubicBezTo>
                    <a:pt x="96" y="0"/>
                    <a:pt x="125" y="11"/>
                    <a:pt x="125" y="27"/>
                  </a:cubicBezTo>
                  <a:cubicBezTo>
                    <a:pt x="125" y="43"/>
                    <a:pt x="97" y="51"/>
                    <a:pt x="62" y="51"/>
                  </a:cubicBezTo>
                  <a:cubicBezTo>
                    <a:pt x="27" y="51"/>
                    <a:pt x="0" y="43"/>
                    <a:pt x="0" y="27"/>
                  </a:cubicBezTo>
                  <a:cubicBezTo>
                    <a:pt x="0" y="11"/>
                    <a:pt x="27" y="0"/>
                    <a:pt x="6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85" name="Google Shape;685;p14"/>
            <p:cNvSpPr/>
            <p:nvPr/>
          </p:nvSpPr>
          <p:spPr>
            <a:xfrm>
              <a:off x="1551028" y="2386357"/>
              <a:ext cx="247405" cy="255538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86" name="Google Shape;686;p14"/>
            <p:cNvSpPr/>
            <p:nvPr/>
          </p:nvSpPr>
          <p:spPr>
            <a:xfrm>
              <a:off x="1596844" y="2759525"/>
              <a:ext cx="151846" cy="121685"/>
            </a:xfrm>
            <a:custGeom>
              <a:avLst/>
              <a:gdLst/>
              <a:ahLst/>
              <a:cxnLst/>
              <a:rect l="l" t="t" r="r" b="b"/>
              <a:pathLst>
                <a:path w="40" h="31" extrusionOk="0">
                  <a:moveTo>
                    <a:pt x="40" y="31"/>
                  </a:moveTo>
                  <a:cubicBezTo>
                    <a:pt x="40" y="12"/>
                    <a:pt x="40" y="12"/>
                    <a:pt x="40" y="12"/>
                  </a:cubicBezTo>
                  <a:cubicBezTo>
                    <a:pt x="40" y="5"/>
                    <a:pt x="35" y="0"/>
                    <a:pt x="28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cubicBezTo>
                    <a:pt x="0" y="31"/>
                    <a:pt x="0" y="31"/>
                    <a:pt x="0" y="3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87" name="Google Shape;687;p14"/>
            <p:cNvSpPr/>
            <p:nvPr/>
          </p:nvSpPr>
          <p:spPr>
            <a:xfrm>
              <a:off x="1531393" y="2693274"/>
              <a:ext cx="281439" cy="191992"/>
            </a:xfrm>
            <a:custGeom>
              <a:avLst/>
              <a:gdLst/>
              <a:ahLst/>
              <a:cxnLst/>
              <a:rect l="l" t="t" r="r" b="b"/>
              <a:pathLst>
                <a:path w="74" h="49" extrusionOk="0">
                  <a:moveTo>
                    <a:pt x="0" y="49"/>
                  </a:moveTo>
                  <a:cubicBezTo>
                    <a:pt x="0" y="29"/>
                    <a:pt x="0" y="29"/>
                    <a:pt x="0" y="29"/>
                  </a:cubicBezTo>
                  <a:cubicBezTo>
                    <a:pt x="0" y="13"/>
                    <a:pt x="13" y="0"/>
                    <a:pt x="28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61" y="0"/>
                    <a:pt x="74" y="13"/>
                    <a:pt x="74" y="29"/>
                  </a:cubicBezTo>
                  <a:cubicBezTo>
                    <a:pt x="74" y="47"/>
                    <a:pt x="74" y="47"/>
                    <a:pt x="74" y="47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88" name="Google Shape;688;p14"/>
            <p:cNvSpPr/>
            <p:nvPr/>
          </p:nvSpPr>
          <p:spPr>
            <a:xfrm>
              <a:off x="1455470" y="2590517"/>
              <a:ext cx="0" cy="90587"/>
            </a:xfrm>
            <a:custGeom>
              <a:avLst/>
              <a:gdLst/>
              <a:ahLst/>
              <a:cxnLst/>
              <a:rect l="l" t="t" r="r" b="b"/>
              <a:pathLst>
                <a:path w="120000" h="23" extrusionOk="0">
                  <a:moveTo>
                    <a:pt x="0" y="0"/>
                  </a:moveTo>
                  <a:cubicBezTo>
                    <a:pt x="0" y="7"/>
                    <a:pt x="0" y="14"/>
                    <a:pt x="0" y="22"/>
                  </a:cubicBezTo>
                  <a:cubicBezTo>
                    <a:pt x="0" y="23"/>
                    <a:pt x="0" y="23"/>
                    <a:pt x="0" y="23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cxnSp>
          <p:nvCxnSpPr>
            <p:cNvPr id="689" name="Google Shape;689;p14"/>
            <p:cNvCxnSpPr/>
            <p:nvPr/>
          </p:nvCxnSpPr>
          <p:spPr>
            <a:xfrm>
              <a:off x="1417508" y="2633783"/>
              <a:ext cx="79850" cy="0"/>
            </a:xfrm>
            <a:prstGeom prst="straightConnector1">
              <a:avLst/>
            </a:prstGeom>
            <a:solidFill>
              <a:schemeClr val="lt1"/>
            </a:solidFill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690" name="Google Shape;690;p14"/>
            <p:cNvSpPr/>
            <p:nvPr/>
          </p:nvSpPr>
          <p:spPr>
            <a:xfrm>
              <a:off x="1615170" y="2453960"/>
              <a:ext cx="117812" cy="124389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91" name="Google Shape;691;p14"/>
            <p:cNvSpPr/>
            <p:nvPr/>
          </p:nvSpPr>
          <p:spPr>
            <a:xfrm>
              <a:off x="2870521" y="3623489"/>
              <a:ext cx="3927" cy="144670"/>
            </a:xfrm>
            <a:custGeom>
              <a:avLst/>
              <a:gdLst/>
              <a:ahLst/>
              <a:cxnLst/>
              <a:rect l="l" t="t" r="r" b="b"/>
              <a:pathLst>
                <a:path w="1" h="37" extrusionOk="0">
                  <a:moveTo>
                    <a:pt x="0" y="0"/>
                  </a:moveTo>
                  <a:cubicBezTo>
                    <a:pt x="0" y="33"/>
                    <a:pt x="1" y="37"/>
                    <a:pt x="1" y="37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92" name="Google Shape;692;p14"/>
            <p:cNvSpPr/>
            <p:nvPr/>
          </p:nvSpPr>
          <p:spPr>
            <a:xfrm>
              <a:off x="2608717" y="3528845"/>
              <a:ext cx="52361" cy="82475"/>
            </a:xfrm>
            <a:custGeom>
              <a:avLst/>
              <a:gdLst/>
              <a:ahLst/>
              <a:cxnLst/>
              <a:rect l="l" t="t" r="r" b="b"/>
              <a:pathLst>
                <a:path w="14" h="21" extrusionOk="0">
                  <a:moveTo>
                    <a:pt x="14" y="0"/>
                  </a:moveTo>
                  <a:cubicBezTo>
                    <a:pt x="9" y="7"/>
                    <a:pt x="5" y="14"/>
                    <a:pt x="0" y="2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93" name="Google Shape;693;p14"/>
            <p:cNvSpPr/>
            <p:nvPr/>
          </p:nvSpPr>
          <p:spPr>
            <a:xfrm>
              <a:off x="3064256" y="3524789"/>
              <a:ext cx="53669" cy="82475"/>
            </a:xfrm>
            <a:custGeom>
              <a:avLst/>
              <a:gdLst/>
              <a:ahLst/>
              <a:cxnLst/>
              <a:rect l="l" t="t" r="r" b="b"/>
              <a:pathLst>
                <a:path w="14" h="21" extrusionOk="0">
                  <a:moveTo>
                    <a:pt x="0" y="0"/>
                  </a:moveTo>
                  <a:cubicBezTo>
                    <a:pt x="5" y="7"/>
                    <a:pt x="9" y="14"/>
                    <a:pt x="14" y="2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94" name="Google Shape;694;p14"/>
            <p:cNvSpPr/>
            <p:nvPr/>
          </p:nvSpPr>
          <p:spPr>
            <a:xfrm>
              <a:off x="2870521" y="2869041"/>
              <a:ext cx="3927" cy="146022"/>
            </a:xfrm>
            <a:custGeom>
              <a:avLst/>
              <a:gdLst/>
              <a:ahLst/>
              <a:cxnLst/>
              <a:rect l="l" t="t" r="r" b="b"/>
              <a:pathLst>
                <a:path w="1" h="37" extrusionOk="0">
                  <a:moveTo>
                    <a:pt x="0" y="37"/>
                  </a:moveTo>
                  <a:cubicBezTo>
                    <a:pt x="0" y="25"/>
                    <a:pt x="0" y="12"/>
                    <a:pt x="1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95" name="Google Shape;695;p14"/>
            <p:cNvSpPr/>
            <p:nvPr/>
          </p:nvSpPr>
          <p:spPr>
            <a:xfrm>
              <a:off x="2578610" y="2951517"/>
              <a:ext cx="52361" cy="82475"/>
            </a:xfrm>
            <a:custGeom>
              <a:avLst/>
              <a:gdLst/>
              <a:ahLst/>
              <a:cxnLst/>
              <a:rect l="l" t="t" r="r" b="b"/>
              <a:pathLst>
                <a:path w="14" h="21" extrusionOk="0">
                  <a:moveTo>
                    <a:pt x="14" y="21"/>
                  </a:moveTo>
                  <a:cubicBezTo>
                    <a:pt x="9" y="14"/>
                    <a:pt x="5" y="7"/>
                    <a:pt x="0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96" name="Google Shape;696;p14"/>
            <p:cNvSpPr/>
            <p:nvPr/>
          </p:nvSpPr>
          <p:spPr>
            <a:xfrm>
              <a:off x="3095673" y="2951517"/>
              <a:ext cx="52361" cy="82475"/>
            </a:xfrm>
            <a:custGeom>
              <a:avLst/>
              <a:gdLst/>
              <a:ahLst/>
              <a:cxnLst/>
              <a:rect l="l" t="t" r="r" b="b"/>
              <a:pathLst>
                <a:path w="14" h="21" extrusionOk="0">
                  <a:moveTo>
                    <a:pt x="0" y="21"/>
                  </a:moveTo>
                  <a:cubicBezTo>
                    <a:pt x="5" y="14"/>
                    <a:pt x="9" y="7"/>
                    <a:pt x="14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97" name="Google Shape;697;p14"/>
            <p:cNvSpPr/>
            <p:nvPr/>
          </p:nvSpPr>
          <p:spPr>
            <a:xfrm>
              <a:off x="2421527" y="3312516"/>
              <a:ext cx="103412" cy="4056"/>
            </a:xfrm>
            <a:custGeom>
              <a:avLst/>
              <a:gdLst/>
              <a:ahLst/>
              <a:cxnLst/>
              <a:rect l="l" t="t" r="r" b="b"/>
              <a:pathLst>
                <a:path w="27" h="1" extrusionOk="0">
                  <a:moveTo>
                    <a:pt x="27" y="0"/>
                  </a:moveTo>
                  <a:cubicBezTo>
                    <a:pt x="16" y="0"/>
                    <a:pt x="10" y="0"/>
                    <a:pt x="0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98" name="Google Shape;698;p14"/>
            <p:cNvSpPr/>
            <p:nvPr/>
          </p:nvSpPr>
          <p:spPr>
            <a:xfrm>
              <a:off x="3185995" y="3312516"/>
              <a:ext cx="121739" cy="4056"/>
            </a:xfrm>
            <a:custGeom>
              <a:avLst/>
              <a:gdLst/>
              <a:ahLst/>
              <a:cxnLst/>
              <a:rect l="l" t="t" r="r" b="b"/>
              <a:pathLst>
                <a:path w="32" h="1" extrusionOk="0">
                  <a:moveTo>
                    <a:pt x="32" y="0"/>
                  </a:moveTo>
                  <a:cubicBezTo>
                    <a:pt x="21" y="0"/>
                    <a:pt x="11" y="0"/>
                    <a:pt x="0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99" name="Google Shape;699;p14"/>
            <p:cNvSpPr/>
            <p:nvPr/>
          </p:nvSpPr>
          <p:spPr>
            <a:xfrm>
              <a:off x="2596936" y="3058329"/>
              <a:ext cx="544553" cy="482684"/>
            </a:xfrm>
            <a:custGeom>
              <a:avLst/>
              <a:gdLst/>
              <a:ahLst/>
              <a:cxnLst/>
              <a:rect l="l" t="t" r="r" b="b"/>
              <a:pathLst>
                <a:path w="143" h="123" extrusionOk="0">
                  <a:moveTo>
                    <a:pt x="141" y="38"/>
                  </a:moveTo>
                  <a:cubicBezTo>
                    <a:pt x="139" y="26"/>
                    <a:pt x="133" y="18"/>
                    <a:pt x="129" y="14"/>
                  </a:cubicBezTo>
                  <a:cubicBezTo>
                    <a:pt x="129" y="14"/>
                    <a:pt x="129" y="14"/>
                    <a:pt x="129" y="14"/>
                  </a:cubicBezTo>
                  <a:cubicBezTo>
                    <a:pt x="116" y="0"/>
                    <a:pt x="94" y="0"/>
                    <a:pt x="81" y="14"/>
                  </a:cubicBezTo>
                  <a:cubicBezTo>
                    <a:pt x="71" y="24"/>
                    <a:pt x="71" y="24"/>
                    <a:pt x="71" y="24"/>
                  </a:cubicBezTo>
                  <a:cubicBezTo>
                    <a:pt x="62" y="14"/>
                    <a:pt x="62" y="14"/>
                    <a:pt x="62" y="14"/>
                  </a:cubicBezTo>
                  <a:cubicBezTo>
                    <a:pt x="49" y="0"/>
                    <a:pt x="27" y="0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0" y="18"/>
                    <a:pt x="4" y="26"/>
                    <a:pt x="2" y="38"/>
                  </a:cubicBezTo>
                  <a:cubicBezTo>
                    <a:pt x="0" y="60"/>
                    <a:pt x="11" y="89"/>
                    <a:pt x="71" y="123"/>
                  </a:cubicBezTo>
                  <a:cubicBezTo>
                    <a:pt x="71" y="123"/>
                    <a:pt x="71" y="123"/>
                    <a:pt x="71" y="123"/>
                  </a:cubicBezTo>
                  <a:cubicBezTo>
                    <a:pt x="71" y="123"/>
                    <a:pt x="71" y="123"/>
                    <a:pt x="71" y="123"/>
                  </a:cubicBezTo>
                  <a:cubicBezTo>
                    <a:pt x="71" y="123"/>
                    <a:pt x="71" y="123"/>
                    <a:pt x="71" y="123"/>
                  </a:cubicBezTo>
                  <a:cubicBezTo>
                    <a:pt x="71" y="123"/>
                    <a:pt x="71" y="123"/>
                    <a:pt x="71" y="123"/>
                  </a:cubicBezTo>
                  <a:cubicBezTo>
                    <a:pt x="131" y="89"/>
                    <a:pt x="143" y="60"/>
                    <a:pt x="141" y="38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700" name="Google Shape;700;p14"/>
            <p:cNvSpPr/>
            <p:nvPr/>
          </p:nvSpPr>
          <p:spPr>
            <a:xfrm>
              <a:off x="2608717" y="3171902"/>
              <a:ext cx="60215" cy="47322"/>
            </a:xfrm>
            <a:custGeom>
              <a:avLst/>
              <a:gdLst/>
              <a:ahLst/>
              <a:cxnLst/>
              <a:rect l="l" t="t" r="r" b="b"/>
              <a:pathLst>
                <a:path w="16" h="12" extrusionOk="0">
                  <a:moveTo>
                    <a:pt x="0" y="12"/>
                  </a:moveTo>
                  <a:cubicBezTo>
                    <a:pt x="4" y="8"/>
                    <a:pt x="10" y="4"/>
                    <a:pt x="16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701" name="Google Shape;701;p14"/>
            <p:cNvSpPr/>
            <p:nvPr/>
          </p:nvSpPr>
          <p:spPr>
            <a:xfrm>
              <a:off x="2616571" y="3242209"/>
              <a:ext cx="71996" cy="55434"/>
            </a:xfrm>
            <a:custGeom>
              <a:avLst/>
              <a:gdLst/>
              <a:ahLst/>
              <a:cxnLst/>
              <a:rect l="l" t="t" r="r" b="b"/>
              <a:pathLst>
                <a:path w="19" h="14" extrusionOk="0">
                  <a:moveTo>
                    <a:pt x="0" y="14"/>
                  </a:moveTo>
                  <a:cubicBezTo>
                    <a:pt x="6" y="9"/>
                    <a:pt x="13" y="5"/>
                    <a:pt x="19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702" name="Google Shape;702;p14"/>
            <p:cNvSpPr/>
            <p:nvPr/>
          </p:nvSpPr>
          <p:spPr>
            <a:xfrm>
              <a:off x="2658460" y="3312516"/>
              <a:ext cx="64142" cy="51378"/>
            </a:xfrm>
            <a:custGeom>
              <a:avLst/>
              <a:gdLst/>
              <a:ahLst/>
              <a:cxnLst/>
              <a:rect l="l" t="t" r="r" b="b"/>
              <a:pathLst>
                <a:path w="17" h="13" extrusionOk="0">
                  <a:moveTo>
                    <a:pt x="0" y="13"/>
                  </a:moveTo>
                  <a:cubicBezTo>
                    <a:pt x="4" y="10"/>
                    <a:pt x="13" y="3"/>
                    <a:pt x="17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703" name="Google Shape;703;p14"/>
            <p:cNvSpPr/>
            <p:nvPr/>
          </p:nvSpPr>
          <p:spPr>
            <a:xfrm>
              <a:off x="2699040" y="3372006"/>
              <a:ext cx="57597" cy="43266"/>
            </a:xfrm>
            <a:custGeom>
              <a:avLst/>
              <a:gdLst/>
              <a:ahLst/>
              <a:cxnLst/>
              <a:rect l="l" t="t" r="r" b="b"/>
              <a:pathLst>
                <a:path w="15" h="11" extrusionOk="0">
                  <a:moveTo>
                    <a:pt x="0" y="11"/>
                  </a:moveTo>
                  <a:cubicBezTo>
                    <a:pt x="3" y="8"/>
                    <a:pt x="12" y="2"/>
                    <a:pt x="15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704" name="Google Shape;704;p14"/>
            <p:cNvSpPr/>
            <p:nvPr/>
          </p:nvSpPr>
          <p:spPr>
            <a:xfrm>
              <a:off x="2756637" y="3430145"/>
              <a:ext cx="49743" cy="35153"/>
            </a:xfrm>
            <a:custGeom>
              <a:avLst/>
              <a:gdLst/>
              <a:ahLst/>
              <a:cxnLst/>
              <a:rect l="l" t="t" r="r" b="b"/>
              <a:pathLst>
                <a:path w="13" h="9" extrusionOk="0">
                  <a:moveTo>
                    <a:pt x="0" y="9"/>
                  </a:moveTo>
                  <a:cubicBezTo>
                    <a:pt x="5" y="5"/>
                    <a:pt x="8" y="3"/>
                    <a:pt x="13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705" name="Google Shape;705;p14"/>
            <p:cNvSpPr/>
            <p:nvPr/>
          </p:nvSpPr>
          <p:spPr>
            <a:xfrm>
              <a:off x="2828633" y="3485579"/>
              <a:ext cx="37961" cy="27041"/>
            </a:xfrm>
            <a:custGeom>
              <a:avLst/>
              <a:gdLst/>
              <a:ahLst/>
              <a:cxnLst/>
              <a:rect l="l" t="t" r="r" b="b"/>
              <a:pathLst>
                <a:path w="10" h="7" extrusionOk="0">
                  <a:moveTo>
                    <a:pt x="0" y="7"/>
                  </a:moveTo>
                  <a:cubicBezTo>
                    <a:pt x="4" y="4"/>
                    <a:pt x="6" y="3"/>
                    <a:pt x="10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706" name="Google Shape;706;p14"/>
            <p:cNvSpPr/>
            <p:nvPr/>
          </p:nvSpPr>
          <p:spPr>
            <a:xfrm>
              <a:off x="2954299" y="3116468"/>
              <a:ext cx="113884" cy="133853"/>
            </a:xfrm>
            <a:custGeom>
              <a:avLst/>
              <a:gdLst/>
              <a:ahLst/>
              <a:cxnLst/>
              <a:rect l="l" t="t" r="r" b="b"/>
              <a:pathLst>
                <a:path w="30" h="34" extrusionOk="0">
                  <a:moveTo>
                    <a:pt x="9" y="14"/>
                  </a:moveTo>
                  <a:cubicBezTo>
                    <a:pt x="13" y="16"/>
                    <a:pt x="16" y="20"/>
                    <a:pt x="17" y="24"/>
                  </a:cubicBezTo>
                  <a:cubicBezTo>
                    <a:pt x="18" y="26"/>
                    <a:pt x="19" y="29"/>
                    <a:pt x="20" y="31"/>
                  </a:cubicBezTo>
                  <a:cubicBezTo>
                    <a:pt x="21" y="32"/>
                    <a:pt x="23" y="34"/>
                    <a:pt x="25" y="33"/>
                  </a:cubicBezTo>
                  <a:cubicBezTo>
                    <a:pt x="29" y="33"/>
                    <a:pt x="30" y="29"/>
                    <a:pt x="30" y="26"/>
                  </a:cubicBezTo>
                  <a:cubicBezTo>
                    <a:pt x="30" y="20"/>
                    <a:pt x="28" y="14"/>
                    <a:pt x="24" y="9"/>
                  </a:cubicBezTo>
                  <a:cubicBezTo>
                    <a:pt x="21" y="6"/>
                    <a:pt x="13" y="0"/>
                    <a:pt x="8" y="1"/>
                  </a:cubicBezTo>
                  <a:cubicBezTo>
                    <a:pt x="0" y="4"/>
                    <a:pt x="5" y="11"/>
                    <a:pt x="9" y="14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707" name="Google Shape;707;p14"/>
            <p:cNvSpPr/>
            <p:nvPr/>
          </p:nvSpPr>
          <p:spPr>
            <a:xfrm>
              <a:off x="3019750" y="3285475"/>
              <a:ext cx="44507" cy="51378"/>
            </a:xfrm>
            <a:custGeom>
              <a:avLst/>
              <a:gdLst/>
              <a:ahLst/>
              <a:cxnLst/>
              <a:rect l="l" t="t" r="r" b="b"/>
              <a:pathLst>
                <a:path w="12" h="13" extrusionOk="0">
                  <a:moveTo>
                    <a:pt x="4" y="1"/>
                  </a:moveTo>
                  <a:cubicBezTo>
                    <a:pt x="8" y="0"/>
                    <a:pt x="12" y="3"/>
                    <a:pt x="12" y="7"/>
                  </a:cubicBezTo>
                  <a:cubicBezTo>
                    <a:pt x="12" y="10"/>
                    <a:pt x="8" y="13"/>
                    <a:pt x="4" y="12"/>
                  </a:cubicBezTo>
                  <a:cubicBezTo>
                    <a:pt x="1" y="10"/>
                    <a:pt x="0" y="5"/>
                    <a:pt x="3" y="2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708" name="Google Shape;708;p14"/>
            <p:cNvSpPr/>
            <p:nvPr/>
          </p:nvSpPr>
          <p:spPr>
            <a:xfrm>
              <a:off x="2668932" y="1484535"/>
              <a:ext cx="514445" cy="544879"/>
            </a:xfrm>
            <a:custGeom>
              <a:avLst/>
              <a:gdLst/>
              <a:ahLst/>
              <a:cxnLst/>
              <a:rect l="l" t="t" r="r" b="b"/>
              <a:pathLst>
                <a:path w="135" h="139" extrusionOk="0">
                  <a:moveTo>
                    <a:pt x="67" y="0"/>
                  </a:moveTo>
                  <a:cubicBezTo>
                    <a:pt x="30" y="0"/>
                    <a:pt x="0" y="28"/>
                    <a:pt x="0" y="62"/>
                  </a:cubicBezTo>
                  <a:cubicBezTo>
                    <a:pt x="0" y="78"/>
                    <a:pt x="6" y="92"/>
                    <a:pt x="17" y="103"/>
                  </a:cubicBezTo>
                  <a:cubicBezTo>
                    <a:pt x="22" y="108"/>
                    <a:pt x="25" y="115"/>
                    <a:pt x="25" y="122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44" y="126"/>
                    <a:pt x="44" y="126"/>
                    <a:pt x="44" y="126"/>
                  </a:cubicBezTo>
                  <a:cubicBezTo>
                    <a:pt x="47" y="123"/>
                    <a:pt x="52" y="122"/>
                    <a:pt x="56" y="123"/>
                  </a:cubicBezTo>
                  <a:cubicBezTo>
                    <a:pt x="60" y="124"/>
                    <a:pt x="64" y="124"/>
                    <a:pt x="67" y="124"/>
                  </a:cubicBezTo>
                  <a:cubicBezTo>
                    <a:pt x="105" y="124"/>
                    <a:pt x="135" y="96"/>
                    <a:pt x="135" y="62"/>
                  </a:cubicBezTo>
                  <a:cubicBezTo>
                    <a:pt x="135" y="28"/>
                    <a:pt x="105" y="0"/>
                    <a:pt x="67" y="0"/>
                  </a:cubicBezTo>
                  <a:close/>
                  <a:moveTo>
                    <a:pt x="71" y="75"/>
                  </a:moveTo>
                  <a:cubicBezTo>
                    <a:pt x="62" y="65"/>
                    <a:pt x="62" y="65"/>
                    <a:pt x="62" y="65"/>
                  </a:cubicBezTo>
                  <a:cubicBezTo>
                    <a:pt x="59" y="63"/>
                    <a:pt x="56" y="62"/>
                    <a:pt x="53" y="64"/>
                  </a:cubicBezTo>
                  <a:cubicBezTo>
                    <a:pt x="25" y="80"/>
                    <a:pt x="25" y="80"/>
                    <a:pt x="25" y="80"/>
                  </a:cubicBezTo>
                  <a:cubicBezTo>
                    <a:pt x="56" y="46"/>
                    <a:pt x="56" y="46"/>
                    <a:pt x="56" y="46"/>
                  </a:cubicBezTo>
                  <a:cubicBezTo>
                    <a:pt x="58" y="44"/>
                    <a:pt x="61" y="44"/>
                    <a:pt x="63" y="46"/>
                  </a:cubicBezTo>
                  <a:cubicBezTo>
                    <a:pt x="73" y="57"/>
                    <a:pt x="73" y="57"/>
                    <a:pt x="73" y="57"/>
                  </a:cubicBezTo>
                  <a:cubicBezTo>
                    <a:pt x="76" y="59"/>
                    <a:pt x="79" y="60"/>
                    <a:pt x="82" y="58"/>
                  </a:cubicBezTo>
                  <a:cubicBezTo>
                    <a:pt x="110" y="42"/>
                    <a:pt x="110" y="42"/>
                    <a:pt x="110" y="42"/>
                  </a:cubicBezTo>
                  <a:cubicBezTo>
                    <a:pt x="81" y="75"/>
                    <a:pt x="81" y="75"/>
                    <a:pt x="81" y="75"/>
                  </a:cubicBezTo>
                  <a:cubicBezTo>
                    <a:pt x="78" y="78"/>
                    <a:pt x="73" y="78"/>
                    <a:pt x="71" y="75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709" name="Google Shape;709;p14"/>
            <p:cNvSpPr/>
            <p:nvPr/>
          </p:nvSpPr>
          <p:spPr>
            <a:xfrm>
              <a:off x="2501377" y="1327696"/>
              <a:ext cx="137447" cy="140614"/>
            </a:xfrm>
            <a:custGeom>
              <a:avLst/>
              <a:gdLst/>
              <a:ahLst/>
              <a:cxnLst/>
              <a:rect l="l" t="t" r="r" b="b"/>
              <a:pathLst>
                <a:path w="36" h="36" extrusionOk="0">
                  <a:moveTo>
                    <a:pt x="36" y="36"/>
                  </a:moveTo>
                  <a:cubicBezTo>
                    <a:pt x="23" y="25"/>
                    <a:pt x="11" y="13"/>
                    <a:pt x="0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710" name="Google Shape;710;p14"/>
            <p:cNvSpPr/>
            <p:nvPr/>
          </p:nvSpPr>
          <p:spPr>
            <a:xfrm>
              <a:off x="2680714" y="1197899"/>
              <a:ext cx="117812" cy="175767"/>
            </a:xfrm>
            <a:custGeom>
              <a:avLst/>
              <a:gdLst/>
              <a:ahLst/>
              <a:cxnLst/>
              <a:rect l="l" t="t" r="r" b="b"/>
              <a:pathLst>
                <a:path w="31" h="45" extrusionOk="0">
                  <a:moveTo>
                    <a:pt x="31" y="45"/>
                  </a:moveTo>
                  <a:cubicBezTo>
                    <a:pt x="22" y="31"/>
                    <a:pt x="9" y="14"/>
                    <a:pt x="0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711" name="Google Shape;711;p14"/>
            <p:cNvSpPr/>
            <p:nvPr/>
          </p:nvSpPr>
          <p:spPr>
            <a:xfrm>
              <a:off x="2942517" y="1123536"/>
              <a:ext cx="35343" cy="223089"/>
            </a:xfrm>
            <a:custGeom>
              <a:avLst/>
              <a:gdLst/>
              <a:ahLst/>
              <a:cxnLst/>
              <a:rect l="l" t="t" r="r" b="b"/>
              <a:pathLst>
                <a:path w="9" h="57" extrusionOk="0">
                  <a:moveTo>
                    <a:pt x="0" y="57"/>
                  </a:moveTo>
                  <a:cubicBezTo>
                    <a:pt x="3" y="38"/>
                    <a:pt x="6" y="19"/>
                    <a:pt x="9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712" name="Google Shape;712;p14"/>
            <p:cNvSpPr/>
            <p:nvPr/>
          </p:nvSpPr>
          <p:spPr>
            <a:xfrm>
              <a:off x="3121853" y="1247925"/>
              <a:ext cx="117812" cy="154134"/>
            </a:xfrm>
            <a:custGeom>
              <a:avLst/>
              <a:gdLst/>
              <a:ahLst/>
              <a:cxnLst/>
              <a:rect l="l" t="t" r="r" b="b"/>
              <a:pathLst>
                <a:path w="31" h="39" extrusionOk="0">
                  <a:moveTo>
                    <a:pt x="0" y="39"/>
                  </a:moveTo>
                  <a:cubicBezTo>
                    <a:pt x="12" y="27"/>
                    <a:pt x="23" y="14"/>
                    <a:pt x="31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713" name="Google Shape;713;p14"/>
            <p:cNvSpPr/>
            <p:nvPr/>
          </p:nvSpPr>
          <p:spPr>
            <a:xfrm>
              <a:off x="3227884" y="1449381"/>
              <a:ext cx="187190" cy="117629"/>
            </a:xfrm>
            <a:custGeom>
              <a:avLst/>
              <a:gdLst/>
              <a:ahLst/>
              <a:cxnLst/>
              <a:rect l="l" t="t" r="r" b="b"/>
              <a:pathLst>
                <a:path w="49" h="30" extrusionOk="0">
                  <a:moveTo>
                    <a:pt x="0" y="30"/>
                  </a:moveTo>
                  <a:cubicBezTo>
                    <a:pt x="15" y="18"/>
                    <a:pt x="32" y="8"/>
                    <a:pt x="49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714" name="Google Shape;714;p14"/>
            <p:cNvSpPr/>
            <p:nvPr/>
          </p:nvSpPr>
          <p:spPr>
            <a:xfrm>
              <a:off x="1143923" y="3987192"/>
              <a:ext cx="722580" cy="440771"/>
            </a:xfrm>
            <a:custGeom>
              <a:avLst/>
              <a:gdLst/>
              <a:ahLst/>
              <a:cxnLst/>
              <a:rect l="l" t="t" r="r" b="b"/>
              <a:pathLst>
                <a:path w="190" h="112" extrusionOk="0">
                  <a:moveTo>
                    <a:pt x="179" y="80"/>
                  </a:moveTo>
                  <a:cubicBezTo>
                    <a:pt x="178" y="79"/>
                    <a:pt x="177" y="79"/>
                    <a:pt x="176" y="79"/>
                  </a:cubicBezTo>
                  <a:cubicBezTo>
                    <a:pt x="171" y="78"/>
                    <a:pt x="166" y="76"/>
                    <a:pt x="161" y="75"/>
                  </a:cubicBezTo>
                  <a:cubicBezTo>
                    <a:pt x="151" y="72"/>
                    <a:pt x="141" y="69"/>
                    <a:pt x="130" y="66"/>
                  </a:cubicBezTo>
                  <a:cubicBezTo>
                    <a:pt x="130" y="65"/>
                    <a:pt x="125" y="64"/>
                    <a:pt x="121" y="63"/>
                  </a:cubicBezTo>
                  <a:cubicBezTo>
                    <a:pt x="113" y="60"/>
                    <a:pt x="114" y="54"/>
                    <a:pt x="113" y="50"/>
                  </a:cubicBezTo>
                  <a:cubicBezTo>
                    <a:pt x="111" y="36"/>
                    <a:pt x="106" y="22"/>
                    <a:pt x="91" y="12"/>
                  </a:cubicBezTo>
                  <a:cubicBezTo>
                    <a:pt x="76" y="2"/>
                    <a:pt x="57" y="0"/>
                    <a:pt x="41" y="7"/>
                  </a:cubicBezTo>
                  <a:cubicBezTo>
                    <a:pt x="9" y="21"/>
                    <a:pt x="0" y="61"/>
                    <a:pt x="22" y="88"/>
                  </a:cubicBezTo>
                  <a:cubicBezTo>
                    <a:pt x="36" y="106"/>
                    <a:pt x="62" y="112"/>
                    <a:pt x="83" y="102"/>
                  </a:cubicBezTo>
                  <a:cubicBezTo>
                    <a:pt x="103" y="94"/>
                    <a:pt x="109" y="76"/>
                    <a:pt x="126" y="82"/>
                  </a:cubicBezTo>
                  <a:cubicBezTo>
                    <a:pt x="137" y="85"/>
                    <a:pt x="148" y="88"/>
                    <a:pt x="158" y="91"/>
                  </a:cubicBezTo>
                  <a:cubicBezTo>
                    <a:pt x="162" y="92"/>
                    <a:pt x="165" y="93"/>
                    <a:pt x="169" y="95"/>
                  </a:cubicBezTo>
                  <a:cubicBezTo>
                    <a:pt x="173" y="96"/>
                    <a:pt x="177" y="97"/>
                    <a:pt x="181" y="97"/>
                  </a:cubicBezTo>
                  <a:cubicBezTo>
                    <a:pt x="184" y="97"/>
                    <a:pt x="186" y="97"/>
                    <a:pt x="188" y="95"/>
                  </a:cubicBezTo>
                  <a:cubicBezTo>
                    <a:pt x="190" y="92"/>
                    <a:pt x="190" y="87"/>
                    <a:pt x="188" y="85"/>
                  </a:cubicBezTo>
                  <a:cubicBezTo>
                    <a:pt x="186" y="82"/>
                    <a:pt x="183" y="81"/>
                    <a:pt x="179" y="80"/>
                  </a:cubicBezTo>
                  <a:close/>
                  <a:moveTo>
                    <a:pt x="80" y="85"/>
                  </a:moveTo>
                  <a:cubicBezTo>
                    <a:pt x="63" y="95"/>
                    <a:pt x="42" y="89"/>
                    <a:pt x="32" y="73"/>
                  </a:cubicBezTo>
                  <a:cubicBezTo>
                    <a:pt x="22" y="56"/>
                    <a:pt x="27" y="35"/>
                    <a:pt x="44" y="25"/>
                  </a:cubicBezTo>
                  <a:cubicBezTo>
                    <a:pt x="60" y="15"/>
                    <a:pt x="82" y="20"/>
                    <a:pt x="92" y="37"/>
                  </a:cubicBezTo>
                  <a:cubicBezTo>
                    <a:pt x="102" y="53"/>
                    <a:pt x="96" y="75"/>
                    <a:pt x="80" y="8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715" name="Google Shape;715;p14"/>
            <p:cNvSpPr/>
            <p:nvPr/>
          </p:nvSpPr>
          <p:spPr>
            <a:xfrm>
              <a:off x="1311477" y="4106174"/>
              <a:ext cx="147919" cy="85179"/>
            </a:xfrm>
            <a:custGeom>
              <a:avLst/>
              <a:gdLst/>
              <a:ahLst/>
              <a:cxnLst/>
              <a:rect l="l" t="t" r="r" b="b"/>
              <a:pathLst>
                <a:path w="39" h="22" extrusionOk="0">
                  <a:moveTo>
                    <a:pt x="3" y="8"/>
                  </a:moveTo>
                  <a:cubicBezTo>
                    <a:pt x="1" y="10"/>
                    <a:pt x="0" y="13"/>
                    <a:pt x="2" y="16"/>
                  </a:cubicBezTo>
                  <a:cubicBezTo>
                    <a:pt x="4" y="18"/>
                    <a:pt x="8" y="17"/>
                    <a:pt x="10" y="16"/>
                  </a:cubicBezTo>
                  <a:cubicBezTo>
                    <a:pt x="13" y="15"/>
                    <a:pt x="16" y="14"/>
                    <a:pt x="18" y="15"/>
                  </a:cubicBezTo>
                  <a:cubicBezTo>
                    <a:pt x="22" y="16"/>
                    <a:pt x="26" y="19"/>
                    <a:pt x="29" y="21"/>
                  </a:cubicBezTo>
                  <a:cubicBezTo>
                    <a:pt x="35" y="22"/>
                    <a:pt x="39" y="16"/>
                    <a:pt x="36" y="11"/>
                  </a:cubicBezTo>
                  <a:cubicBezTo>
                    <a:pt x="33" y="5"/>
                    <a:pt x="26" y="2"/>
                    <a:pt x="21" y="1"/>
                  </a:cubicBezTo>
                  <a:cubicBezTo>
                    <a:pt x="14" y="0"/>
                    <a:pt x="7" y="3"/>
                    <a:pt x="3" y="8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716" name="Google Shape;716;p14"/>
          <p:cNvSpPr txBox="1"/>
          <p:nvPr/>
        </p:nvSpPr>
        <p:spPr>
          <a:xfrm>
            <a:off x="-22445" y="2750887"/>
            <a:ext cx="3775145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80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THANK</a:t>
            </a:r>
            <a:endParaRPr sz="8000" b="1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17" name="Google Shape;717;p14"/>
          <p:cNvSpPr txBox="1"/>
          <p:nvPr/>
        </p:nvSpPr>
        <p:spPr>
          <a:xfrm>
            <a:off x="7692289" y="2713944"/>
            <a:ext cx="3371434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80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YOU</a:t>
            </a:r>
            <a:endParaRPr sz="8000" b="1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17">
      <a:dk1>
        <a:srgbClr val="000000"/>
      </a:dk1>
      <a:lt1>
        <a:srgbClr val="FFFFFF"/>
      </a:lt1>
      <a:dk2>
        <a:srgbClr val="3F3F3F"/>
      </a:dk2>
      <a:lt2>
        <a:srgbClr val="E7E6E6"/>
      </a:lt2>
      <a:accent1>
        <a:srgbClr val="11545D"/>
      </a:accent1>
      <a:accent2>
        <a:srgbClr val="FE5E55"/>
      </a:accent2>
      <a:accent3>
        <a:srgbClr val="FED424"/>
      </a:accent3>
      <a:accent4>
        <a:srgbClr val="98EAE7"/>
      </a:accent4>
      <a:accent5>
        <a:srgbClr val="11545D"/>
      </a:accent5>
      <a:accent6>
        <a:srgbClr val="FE5E55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671</Words>
  <Application>Microsoft Office PowerPoint</Application>
  <PresentationFormat>Custom</PresentationFormat>
  <Paragraphs>165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Quattrocento Sans</vt:lpstr>
      <vt:lpstr>Noto Sans Symbols</vt:lpstr>
      <vt:lpstr>Calibri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Nugroho Ade</dc:creator>
  <cp:lastModifiedBy>HP</cp:lastModifiedBy>
  <cp:revision>27</cp:revision>
  <dcterms:created xsi:type="dcterms:W3CDTF">2018-08-30T06:48:50Z</dcterms:created>
  <dcterms:modified xsi:type="dcterms:W3CDTF">2024-12-14T10:41:19Z</dcterms:modified>
</cp:coreProperties>
</file>