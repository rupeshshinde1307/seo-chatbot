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embeddedFontLst>
    <p:embeddedFont>
      <p:font typeface="Roboto"/>
      <p:regular r:id="rId20"/>
      <p:bold r:id="rId21"/>
      <p:italic r:id="rId22"/>
      <p:boldItalic r:id="rId23"/>
    </p:embeddedFont>
    <p:embeddedFont>
      <p:font typeface="Quattrocento Sans"/>
      <p:regular r:id="rId24"/>
      <p:bold r:id="rId25"/>
      <p:italic r:id="rId26"/>
      <p:boldItalic r:id="rId27"/>
    </p:embeddedFont>
    <p:embeddedFont>
      <p:font typeface="Century Gothic"/>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960">
          <p15:clr>
            <a:srgbClr val="A4A3A4"/>
          </p15:clr>
        </p15:guide>
        <p15:guide id="2" pos="3840">
          <p15:clr>
            <a:srgbClr val="A4A3A4"/>
          </p15:clr>
        </p15:guide>
        <p15:guide id="3" pos="168">
          <p15:clr>
            <a:srgbClr val="A4A3A4"/>
          </p15:clr>
        </p15:guide>
        <p15:guide id="4" pos="7512">
          <p15:clr>
            <a:srgbClr val="A4A3A4"/>
          </p15:clr>
        </p15:guide>
        <p15:guide id="5" orient="horz" pos="624">
          <p15:clr>
            <a:srgbClr val="A4A3A4"/>
          </p15:clr>
        </p15:guide>
        <p15:guide id="6" orient="horz" pos="2304">
          <p15:clr>
            <a:srgbClr val="A4A3A4"/>
          </p15:clr>
        </p15:guide>
      </p15:sldGuideLst>
    </p:ext>
    <p:ext uri="GoogleSlidesCustomDataVersion2">
      <go:slidesCustomData xmlns:go="http://customooxmlschemas.google.com/" r:id="rId32" roundtripDataSignature="AMtx7mjXJiT35Vbrjb5es8kxNkmecYi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960" orient="horz"/>
        <p:guide pos="3840"/>
        <p:guide pos="168"/>
        <p:guide pos="7512"/>
        <p:guide pos="624" orient="horz"/>
        <p:guide pos="2304"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QuattrocentoSans-regular.fntdata"/><Relationship Id="rId23"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QuattrocentoSans-italic.fntdata"/><Relationship Id="rId25" Type="http://schemas.openxmlformats.org/officeDocument/2006/relationships/font" Target="fonts/QuattrocentoSans-bold.fntdata"/><Relationship Id="rId28" Type="http://schemas.openxmlformats.org/officeDocument/2006/relationships/font" Target="fonts/CenturyGothic-regular.fntdata"/><Relationship Id="rId27" Type="http://schemas.openxmlformats.org/officeDocument/2006/relationships/font" Target="fonts/QuattrocentoSans-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enturyGothic-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enturyGothic-boldItalic.fntdata"/><Relationship Id="rId30" Type="http://schemas.openxmlformats.org/officeDocument/2006/relationships/font" Target="fonts/CenturyGothic-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 name="Google Shape;7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1af8622fb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g31af8622fb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5" name="Google Shape;28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5" name="Google Shape;305;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4" name="Google Shape;32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5" name="Google Shape;345;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1a7df07b73_1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4" name="Google Shape;364;g31a7df07b73_1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3" name="Google Shape;383;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1af8622fb0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2" name="Google Shape;402;g31af8622fb0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3" name="Google Shape;44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2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2" name="Google Shape;2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2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2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2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2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6" name="Shape 46"/>
        <p:cNvGrpSpPr/>
        <p:nvPr/>
      </p:nvGrpSpPr>
      <p:grpSpPr>
        <a:xfrm>
          <a:off x="0" y="0"/>
          <a:ext cx="0" cy="0"/>
          <a:chOff x="0" y="0"/>
          <a:chExt cx="0" cy="0"/>
        </a:xfrm>
      </p:grpSpPr>
      <p:sp>
        <p:nvSpPr>
          <p:cNvPr id="47" name="Google Shape;47;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9" name="Google Shape;49;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0" name="Google Shape;50;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3" name="Shape 53"/>
        <p:cNvGrpSpPr/>
        <p:nvPr/>
      </p:nvGrpSpPr>
      <p:grpSpPr>
        <a:xfrm>
          <a:off x="0" y="0"/>
          <a:ext cx="0" cy="0"/>
          <a:chOff x="0" y="0"/>
          <a:chExt cx="0" cy="0"/>
        </a:xfrm>
      </p:grpSpPr>
      <p:sp>
        <p:nvSpPr>
          <p:cNvPr id="54" name="Google Shape;54;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6"/>
          <p:cNvSpPr/>
          <p:nvPr>
            <p:ph idx="2" type="pic"/>
          </p:nvPr>
        </p:nvSpPr>
        <p:spPr>
          <a:xfrm>
            <a:off x="5183188" y="987425"/>
            <a:ext cx="6172200" cy="4873625"/>
          </a:xfrm>
          <a:prstGeom prst="rect">
            <a:avLst/>
          </a:prstGeom>
          <a:noFill/>
          <a:ln>
            <a:noFill/>
          </a:ln>
        </p:spPr>
      </p:sp>
      <p:sp>
        <p:nvSpPr>
          <p:cNvPr id="56" name="Google Shape;56;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7" name="Google Shape;57;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0" name="Shape 60"/>
        <p:cNvGrpSpPr/>
        <p:nvPr/>
      </p:nvGrpSpPr>
      <p:grpSpPr>
        <a:xfrm>
          <a:off x="0" y="0"/>
          <a:ext cx="0" cy="0"/>
          <a:chOff x="0" y="0"/>
          <a:chExt cx="0" cy="0"/>
        </a:xfrm>
      </p:grpSpPr>
      <p:sp>
        <p:nvSpPr>
          <p:cNvPr id="61" name="Google Shape;61;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6" name="Shape 66"/>
        <p:cNvGrpSpPr/>
        <p:nvPr/>
      </p:nvGrpSpPr>
      <p:grpSpPr>
        <a:xfrm>
          <a:off x="0" y="0"/>
          <a:ext cx="0" cy="0"/>
          <a:chOff x="0" y="0"/>
          <a:chExt cx="0" cy="0"/>
        </a:xfrm>
      </p:grpSpPr>
      <p:sp>
        <p:nvSpPr>
          <p:cNvPr id="67" name="Google Shape;67;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entury Gothic"/>
              <a:buNone/>
              <a:defRPr b="0" i="0" sz="4400" u="none" cap="none" strike="noStrike">
                <a:solidFill>
                  <a:schemeClr val="dk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Quattrocento Sans"/>
                <a:ea typeface="Quattrocento Sans"/>
                <a:cs typeface="Quattrocento Sans"/>
                <a:sym typeface="Quattrocento Sa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attrocento Sans"/>
                <a:ea typeface="Quattrocento Sans"/>
                <a:cs typeface="Quattrocento Sans"/>
                <a:sym typeface="Quattrocento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9pPr>
          </a:lstStyle>
          <a:p/>
        </p:txBody>
      </p:sp>
      <p:sp>
        <p:nvSpPr>
          <p:cNvPr id="12" name="Google Shape;12;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3" name="Google Shape;13;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4" name="Google Shape;14;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5.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 name="Shape 75"/>
        <p:cNvGrpSpPr/>
        <p:nvPr/>
      </p:nvGrpSpPr>
      <p:grpSpPr>
        <a:xfrm>
          <a:off x="0" y="0"/>
          <a:ext cx="0" cy="0"/>
          <a:chOff x="0" y="0"/>
          <a:chExt cx="0" cy="0"/>
        </a:xfrm>
      </p:grpSpPr>
      <p:sp>
        <p:nvSpPr>
          <p:cNvPr id="76" name="Google Shape;76;p1"/>
          <p:cNvSpPr/>
          <p:nvPr/>
        </p:nvSpPr>
        <p:spPr>
          <a:xfrm>
            <a:off x="0" y="1485692"/>
            <a:ext cx="12192000" cy="3887031"/>
          </a:xfrm>
          <a:prstGeom prst="rect">
            <a:avLst/>
          </a:prstGeom>
          <a:solidFill>
            <a:srgbClr val="2F2F2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77" name="Google Shape;77;p1"/>
          <p:cNvSpPr/>
          <p:nvPr/>
        </p:nvSpPr>
        <p:spPr>
          <a:xfrm>
            <a:off x="863600" y="1028492"/>
            <a:ext cx="3949700" cy="4800600"/>
          </a:xfrm>
          <a:prstGeom prst="rect">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78" name="Google Shape;78;p1"/>
          <p:cNvSpPr/>
          <p:nvPr/>
        </p:nvSpPr>
        <p:spPr>
          <a:xfrm flipH="1" rot="10800000">
            <a:off x="4813300" y="5372308"/>
            <a:ext cx="228600" cy="45720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79" name="Google Shape;79;p1"/>
          <p:cNvSpPr/>
          <p:nvPr/>
        </p:nvSpPr>
        <p:spPr>
          <a:xfrm>
            <a:off x="4813300" y="1028492"/>
            <a:ext cx="228600" cy="45720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2D050"/>
              </a:solidFill>
              <a:latin typeface="Quattrocento Sans"/>
              <a:ea typeface="Quattrocento Sans"/>
              <a:cs typeface="Quattrocento Sans"/>
              <a:sym typeface="Quattrocento Sans"/>
            </a:endParaRPr>
          </a:p>
        </p:txBody>
      </p:sp>
      <p:sp>
        <p:nvSpPr>
          <p:cNvPr id="80" name="Google Shape;80;p1"/>
          <p:cNvSpPr txBox="1"/>
          <p:nvPr/>
        </p:nvSpPr>
        <p:spPr>
          <a:xfrm>
            <a:off x="5041900" y="2425229"/>
            <a:ext cx="6388100" cy="61555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Century Gothic"/>
                <a:ea typeface="Century Gothic"/>
                <a:cs typeface="Century Gothic"/>
                <a:sym typeface="Century Gothic"/>
              </a:rPr>
              <a:t>SEO Case Studies</a:t>
            </a:r>
            <a:endParaRPr b="1" i="0" sz="4000" u="none" cap="none" strike="noStrike">
              <a:solidFill>
                <a:schemeClr val="lt1"/>
              </a:solidFill>
              <a:latin typeface="Century Gothic"/>
              <a:ea typeface="Century Gothic"/>
              <a:cs typeface="Century Gothic"/>
              <a:sym typeface="Century Gothic"/>
            </a:endParaRPr>
          </a:p>
        </p:txBody>
      </p:sp>
      <p:grpSp>
        <p:nvGrpSpPr>
          <p:cNvPr id="81" name="Google Shape;81;p1"/>
          <p:cNvGrpSpPr/>
          <p:nvPr/>
        </p:nvGrpSpPr>
        <p:grpSpPr>
          <a:xfrm>
            <a:off x="963604" y="1361661"/>
            <a:ext cx="3749694" cy="4134264"/>
            <a:chOff x="1041819" y="1123536"/>
            <a:chExt cx="3822341" cy="4214361"/>
          </a:xfrm>
        </p:grpSpPr>
        <p:sp>
          <p:nvSpPr>
            <p:cNvPr id="82" name="Google Shape;82;p1"/>
            <p:cNvSpPr/>
            <p:nvPr/>
          </p:nvSpPr>
          <p:spPr>
            <a:xfrm>
              <a:off x="2524940" y="4537479"/>
              <a:ext cx="383543" cy="494853"/>
            </a:xfrm>
            <a:custGeom>
              <a:rect b="b" l="l" r="r" t="t"/>
              <a:pathLst>
                <a:path extrusionOk="0" h="126" w="101">
                  <a:moveTo>
                    <a:pt x="0" y="118"/>
                  </a:moveTo>
                  <a:cubicBezTo>
                    <a:pt x="0" y="120"/>
                    <a:pt x="1" y="126"/>
                    <a:pt x="2" y="126"/>
                  </a:cubicBezTo>
                  <a:cubicBezTo>
                    <a:pt x="2" y="126"/>
                    <a:pt x="14" y="126"/>
                    <a:pt x="28" y="126"/>
                  </a:cubicBezTo>
                  <a:cubicBezTo>
                    <a:pt x="36" y="126"/>
                    <a:pt x="43" y="126"/>
                    <a:pt x="50" y="126"/>
                  </a:cubicBezTo>
                  <a:cubicBezTo>
                    <a:pt x="57" y="126"/>
                    <a:pt x="65" y="126"/>
                    <a:pt x="72" y="126"/>
                  </a:cubicBezTo>
                  <a:cubicBezTo>
                    <a:pt x="86" y="126"/>
                    <a:pt x="98" y="126"/>
                    <a:pt x="98" y="126"/>
                  </a:cubicBezTo>
                  <a:cubicBezTo>
                    <a:pt x="100" y="126"/>
                    <a:pt x="100" y="120"/>
                    <a:pt x="100" y="118"/>
                  </a:cubicBezTo>
                  <a:cubicBezTo>
                    <a:pt x="101" y="107"/>
                    <a:pt x="100" y="97"/>
                    <a:pt x="90" y="91"/>
                  </a:cubicBezTo>
                  <a:cubicBezTo>
                    <a:pt x="87" y="88"/>
                    <a:pt x="78" y="85"/>
                    <a:pt x="73" y="82"/>
                  </a:cubicBezTo>
                  <a:cubicBezTo>
                    <a:pt x="68" y="80"/>
                    <a:pt x="60" y="73"/>
                    <a:pt x="64" y="67"/>
                  </a:cubicBezTo>
                  <a:cubicBezTo>
                    <a:pt x="67" y="62"/>
                    <a:pt x="75" y="65"/>
                    <a:pt x="78" y="59"/>
                  </a:cubicBezTo>
                  <a:cubicBezTo>
                    <a:pt x="79" y="58"/>
                    <a:pt x="77" y="56"/>
                    <a:pt x="77" y="51"/>
                  </a:cubicBezTo>
                  <a:cubicBezTo>
                    <a:pt x="77" y="47"/>
                    <a:pt x="77" y="31"/>
                    <a:pt x="76" y="26"/>
                  </a:cubicBezTo>
                  <a:cubicBezTo>
                    <a:pt x="73" y="19"/>
                    <a:pt x="70" y="12"/>
                    <a:pt x="63" y="7"/>
                  </a:cubicBezTo>
                  <a:cubicBezTo>
                    <a:pt x="53" y="0"/>
                    <a:pt x="38" y="4"/>
                    <a:pt x="30" y="14"/>
                  </a:cubicBezTo>
                  <a:cubicBezTo>
                    <a:pt x="23" y="25"/>
                    <a:pt x="24" y="39"/>
                    <a:pt x="24" y="51"/>
                  </a:cubicBezTo>
                  <a:cubicBezTo>
                    <a:pt x="23" y="56"/>
                    <a:pt x="21" y="58"/>
                    <a:pt x="22" y="59"/>
                  </a:cubicBezTo>
                  <a:cubicBezTo>
                    <a:pt x="25" y="64"/>
                    <a:pt x="33" y="63"/>
                    <a:pt x="36" y="67"/>
                  </a:cubicBezTo>
                  <a:cubicBezTo>
                    <a:pt x="41" y="72"/>
                    <a:pt x="32" y="80"/>
                    <a:pt x="28" y="82"/>
                  </a:cubicBezTo>
                  <a:cubicBezTo>
                    <a:pt x="22" y="85"/>
                    <a:pt x="14" y="88"/>
                    <a:pt x="10" y="91"/>
                  </a:cubicBezTo>
                  <a:cubicBezTo>
                    <a:pt x="1" y="97"/>
                    <a:pt x="0" y="107"/>
                    <a:pt x="0" y="118"/>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83" name="Google Shape;83;p1"/>
            <p:cNvSpPr/>
            <p:nvPr/>
          </p:nvSpPr>
          <p:spPr>
            <a:xfrm>
              <a:off x="2848267" y="4517199"/>
              <a:ext cx="331182" cy="515133"/>
            </a:xfrm>
            <a:custGeom>
              <a:rect b="b" l="l" r="r" t="t"/>
              <a:pathLst>
                <a:path extrusionOk="0" h="131" w="87">
                  <a:moveTo>
                    <a:pt x="25" y="6"/>
                  </a:moveTo>
                  <a:cubicBezTo>
                    <a:pt x="32" y="6"/>
                    <a:pt x="38" y="9"/>
                    <a:pt x="41" y="15"/>
                  </a:cubicBezTo>
                  <a:cubicBezTo>
                    <a:pt x="42" y="18"/>
                    <a:pt x="42" y="20"/>
                    <a:pt x="41" y="24"/>
                  </a:cubicBezTo>
                  <a:cubicBezTo>
                    <a:pt x="41" y="26"/>
                    <a:pt x="41" y="30"/>
                    <a:pt x="41" y="34"/>
                  </a:cubicBezTo>
                  <a:cubicBezTo>
                    <a:pt x="41" y="37"/>
                    <a:pt x="41" y="37"/>
                    <a:pt x="41" y="37"/>
                  </a:cubicBezTo>
                  <a:cubicBezTo>
                    <a:pt x="44" y="38"/>
                    <a:pt x="44" y="38"/>
                    <a:pt x="44" y="38"/>
                  </a:cubicBezTo>
                  <a:cubicBezTo>
                    <a:pt x="44" y="38"/>
                    <a:pt x="44" y="39"/>
                    <a:pt x="44" y="40"/>
                  </a:cubicBezTo>
                  <a:cubicBezTo>
                    <a:pt x="43" y="41"/>
                    <a:pt x="43" y="41"/>
                    <a:pt x="42" y="42"/>
                  </a:cubicBezTo>
                  <a:cubicBezTo>
                    <a:pt x="40" y="43"/>
                    <a:pt x="38" y="45"/>
                    <a:pt x="37" y="48"/>
                  </a:cubicBezTo>
                  <a:cubicBezTo>
                    <a:pt x="37" y="49"/>
                    <a:pt x="37" y="49"/>
                    <a:pt x="37" y="50"/>
                  </a:cubicBezTo>
                  <a:cubicBezTo>
                    <a:pt x="36" y="54"/>
                    <a:pt x="34" y="61"/>
                    <a:pt x="35" y="66"/>
                  </a:cubicBezTo>
                  <a:cubicBezTo>
                    <a:pt x="36" y="75"/>
                    <a:pt x="41" y="82"/>
                    <a:pt x="50" y="85"/>
                  </a:cubicBezTo>
                  <a:cubicBezTo>
                    <a:pt x="56" y="88"/>
                    <a:pt x="64" y="93"/>
                    <a:pt x="70" y="97"/>
                  </a:cubicBezTo>
                  <a:cubicBezTo>
                    <a:pt x="77" y="102"/>
                    <a:pt x="79" y="118"/>
                    <a:pt x="78" y="125"/>
                  </a:cubicBezTo>
                  <a:cubicBezTo>
                    <a:pt x="31" y="125"/>
                    <a:pt x="31" y="125"/>
                    <a:pt x="31" y="125"/>
                  </a:cubicBezTo>
                  <a:cubicBezTo>
                    <a:pt x="31" y="125"/>
                    <a:pt x="31" y="125"/>
                    <a:pt x="31" y="125"/>
                  </a:cubicBezTo>
                  <a:cubicBezTo>
                    <a:pt x="31" y="124"/>
                    <a:pt x="31" y="124"/>
                    <a:pt x="31" y="124"/>
                  </a:cubicBezTo>
                  <a:cubicBezTo>
                    <a:pt x="32" y="117"/>
                    <a:pt x="33" y="95"/>
                    <a:pt x="14" y="82"/>
                  </a:cubicBezTo>
                  <a:cubicBezTo>
                    <a:pt x="13" y="81"/>
                    <a:pt x="11" y="80"/>
                    <a:pt x="9" y="79"/>
                  </a:cubicBezTo>
                  <a:cubicBezTo>
                    <a:pt x="13" y="76"/>
                    <a:pt x="15" y="71"/>
                    <a:pt x="16" y="66"/>
                  </a:cubicBezTo>
                  <a:cubicBezTo>
                    <a:pt x="16" y="61"/>
                    <a:pt x="15" y="54"/>
                    <a:pt x="14" y="50"/>
                  </a:cubicBezTo>
                  <a:cubicBezTo>
                    <a:pt x="14" y="49"/>
                    <a:pt x="14" y="49"/>
                    <a:pt x="14" y="48"/>
                  </a:cubicBezTo>
                  <a:cubicBezTo>
                    <a:pt x="13" y="45"/>
                    <a:pt x="11" y="43"/>
                    <a:pt x="9" y="42"/>
                  </a:cubicBezTo>
                  <a:cubicBezTo>
                    <a:pt x="7" y="41"/>
                    <a:pt x="7" y="41"/>
                    <a:pt x="7" y="40"/>
                  </a:cubicBezTo>
                  <a:cubicBezTo>
                    <a:pt x="7" y="39"/>
                    <a:pt x="7" y="39"/>
                    <a:pt x="8" y="37"/>
                  </a:cubicBezTo>
                  <a:cubicBezTo>
                    <a:pt x="8" y="35"/>
                    <a:pt x="10" y="33"/>
                    <a:pt x="9" y="29"/>
                  </a:cubicBezTo>
                  <a:cubicBezTo>
                    <a:pt x="9" y="28"/>
                    <a:pt x="9" y="26"/>
                    <a:pt x="9" y="25"/>
                  </a:cubicBezTo>
                  <a:cubicBezTo>
                    <a:pt x="8" y="21"/>
                    <a:pt x="8" y="19"/>
                    <a:pt x="9" y="17"/>
                  </a:cubicBezTo>
                  <a:cubicBezTo>
                    <a:pt x="10" y="13"/>
                    <a:pt x="13" y="9"/>
                    <a:pt x="17" y="7"/>
                  </a:cubicBezTo>
                  <a:cubicBezTo>
                    <a:pt x="20" y="6"/>
                    <a:pt x="22" y="6"/>
                    <a:pt x="25" y="6"/>
                  </a:cubicBezTo>
                  <a:moveTo>
                    <a:pt x="25" y="0"/>
                  </a:moveTo>
                  <a:cubicBezTo>
                    <a:pt x="21" y="0"/>
                    <a:pt x="18" y="0"/>
                    <a:pt x="14" y="2"/>
                  </a:cubicBezTo>
                  <a:cubicBezTo>
                    <a:pt x="9" y="5"/>
                    <a:pt x="5" y="9"/>
                    <a:pt x="3" y="15"/>
                  </a:cubicBezTo>
                  <a:cubicBezTo>
                    <a:pt x="1" y="20"/>
                    <a:pt x="3" y="24"/>
                    <a:pt x="3" y="30"/>
                  </a:cubicBezTo>
                  <a:cubicBezTo>
                    <a:pt x="4" y="34"/>
                    <a:pt x="0" y="36"/>
                    <a:pt x="1" y="41"/>
                  </a:cubicBezTo>
                  <a:cubicBezTo>
                    <a:pt x="2" y="47"/>
                    <a:pt x="7" y="47"/>
                    <a:pt x="8" y="49"/>
                  </a:cubicBezTo>
                  <a:cubicBezTo>
                    <a:pt x="8" y="52"/>
                    <a:pt x="10" y="60"/>
                    <a:pt x="10" y="66"/>
                  </a:cubicBezTo>
                  <a:cubicBezTo>
                    <a:pt x="9" y="71"/>
                    <a:pt x="6" y="75"/>
                    <a:pt x="1" y="78"/>
                  </a:cubicBezTo>
                  <a:cubicBezTo>
                    <a:pt x="0" y="80"/>
                    <a:pt x="0" y="81"/>
                    <a:pt x="2" y="82"/>
                  </a:cubicBezTo>
                  <a:cubicBezTo>
                    <a:pt x="5" y="84"/>
                    <a:pt x="9" y="86"/>
                    <a:pt x="11" y="87"/>
                  </a:cubicBezTo>
                  <a:cubicBezTo>
                    <a:pt x="27" y="98"/>
                    <a:pt x="26" y="117"/>
                    <a:pt x="25" y="124"/>
                  </a:cubicBezTo>
                  <a:cubicBezTo>
                    <a:pt x="25" y="124"/>
                    <a:pt x="25" y="124"/>
                    <a:pt x="25" y="124"/>
                  </a:cubicBezTo>
                  <a:cubicBezTo>
                    <a:pt x="25" y="126"/>
                    <a:pt x="25" y="128"/>
                    <a:pt x="25" y="130"/>
                  </a:cubicBezTo>
                  <a:cubicBezTo>
                    <a:pt x="25" y="131"/>
                    <a:pt x="25" y="131"/>
                    <a:pt x="26" y="131"/>
                  </a:cubicBezTo>
                  <a:cubicBezTo>
                    <a:pt x="28" y="131"/>
                    <a:pt x="28" y="131"/>
                    <a:pt x="28" y="131"/>
                  </a:cubicBezTo>
                  <a:cubicBezTo>
                    <a:pt x="83" y="131"/>
                    <a:pt x="83" y="131"/>
                    <a:pt x="83" y="131"/>
                  </a:cubicBezTo>
                  <a:cubicBezTo>
                    <a:pt x="85" y="131"/>
                    <a:pt x="87" y="101"/>
                    <a:pt x="74" y="92"/>
                  </a:cubicBezTo>
                  <a:cubicBezTo>
                    <a:pt x="67" y="88"/>
                    <a:pt x="59" y="83"/>
                    <a:pt x="52" y="80"/>
                  </a:cubicBezTo>
                  <a:cubicBezTo>
                    <a:pt x="45" y="77"/>
                    <a:pt x="42" y="71"/>
                    <a:pt x="41" y="66"/>
                  </a:cubicBezTo>
                  <a:cubicBezTo>
                    <a:pt x="40" y="60"/>
                    <a:pt x="42" y="52"/>
                    <a:pt x="43" y="49"/>
                  </a:cubicBezTo>
                  <a:cubicBezTo>
                    <a:pt x="43" y="47"/>
                    <a:pt x="49" y="47"/>
                    <a:pt x="50" y="41"/>
                  </a:cubicBezTo>
                  <a:cubicBezTo>
                    <a:pt x="50" y="39"/>
                    <a:pt x="50" y="34"/>
                    <a:pt x="47" y="33"/>
                  </a:cubicBezTo>
                  <a:cubicBezTo>
                    <a:pt x="46" y="25"/>
                    <a:pt x="50" y="20"/>
                    <a:pt x="46" y="12"/>
                  </a:cubicBezTo>
                  <a:cubicBezTo>
                    <a:pt x="42" y="4"/>
                    <a:pt x="34" y="0"/>
                    <a:pt x="25"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84" name="Google Shape;84;p1"/>
            <p:cNvSpPr/>
            <p:nvPr/>
          </p:nvSpPr>
          <p:spPr>
            <a:xfrm>
              <a:off x="1828540" y="4572633"/>
              <a:ext cx="464702" cy="470516"/>
            </a:xfrm>
            <a:custGeom>
              <a:rect b="b" l="l" r="r" t="t"/>
              <a:pathLst>
                <a:path extrusionOk="0" h="120" w="122">
                  <a:moveTo>
                    <a:pt x="61" y="6"/>
                  </a:moveTo>
                  <a:cubicBezTo>
                    <a:pt x="69" y="6"/>
                    <a:pt x="75" y="7"/>
                    <a:pt x="82" y="9"/>
                  </a:cubicBezTo>
                  <a:cubicBezTo>
                    <a:pt x="89" y="12"/>
                    <a:pt x="94" y="15"/>
                    <a:pt x="99" y="20"/>
                  </a:cubicBezTo>
                  <a:cubicBezTo>
                    <a:pt x="104" y="24"/>
                    <a:pt x="109" y="30"/>
                    <a:pt x="112" y="37"/>
                  </a:cubicBezTo>
                  <a:cubicBezTo>
                    <a:pt x="115" y="44"/>
                    <a:pt x="116" y="52"/>
                    <a:pt x="116" y="61"/>
                  </a:cubicBezTo>
                  <a:cubicBezTo>
                    <a:pt x="116" y="63"/>
                    <a:pt x="116" y="64"/>
                    <a:pt x="116" y="67"/>
                  </a:cubicBezTo>
                  <a:cubicBezTo>
                    <a:pt x="116" y="69"/>
                    <a:pt x="115" y="71"/>
                    <a:pt x="115" y="74"/>
                  </a:cubicBezTo>
                  <a:cubicBezTo>
                    <a:pt x="114" y="76"/>
                    <a:pt x="114" y="79"/>
                    <a:pt x="113" y="81"/>
                  </a:cubicBezTo>
                  <a:cubicBezTo>
                    <a:pt x="112" y="84"/>
                    <a:pt x="110" y="86"/>
                    <a:pt x="109" y="89"/>
                  </a:cubicBezTo>
                  <a:cubicBezTo>
                    <a:pt x="107" y="91"/>
                    <a:pt x="105" y="92"/>
                    <a:pt x="102" y="94"/>
                  </a:cubicBezTo>
                  <a:cubicBezTo>
                    <a:pt x="100" y="95"/>
                    <a:pt x="97" y="96"/>
                    <a:pt x="93" y="96"/>
                  </a:cubicBezTo>
                  <a:cubicBezTo>
                    <a:pt x="91" y="96"/>
                    <a:pt x="88" y="95"/>
                    <a:pt x="87" y="95"/>
                  </a:cubicBezTo>
                  <a:cubicBezTo>
                    <a:pt x="85" y="94"/>
                    <a:pt x="83" y="93"/>
                    <a:pt x="82" y="92"/>
                  </a:cubicBezTo>
                  <a:cubicBezTo>
                    <a:pt x="81" y="91"/>
                    <a:pt x="81" y="90"/>
                    <a:pt x="80" y="88"/>
                  </a:cubicBezTo>
                  <a:cubicBezTo>
                    <a:pt x="79" y="87"/>
                    <a:pt x="79" y="86"/>
                    <a:pt x="79" y="84"/>
                  </a:cubicBezTo>
                  <a:cubicBezTo>
                    <a:pt x="76" y="87"/>
                    <a:pt x="72" y="90"/>
                    <a:pt x="68" y="91"/>
                  </a:cubicBezTo>
                  <a:cubicBezTo>
                    <a:pt x="64" y="93"/>
                    <a:pt x="59" y="94"/>
                    <a:pt x="54" y="94"/>
                  </a:cubicBezTo>
                  <a:cubicBezTo>
                    <a:pt x="47" y="94"/>
                    <a:pt x="42" y="92"/>
                    <a:pt x="38" y="88"/>
                  </a:cubicBezTo>
                  <a:cubicBezTo>
                    <a:pt x="34" y="84"/>
                    <a:pt x="32" y="79"/>
                    <a:pt x="32" y="73"/>
                  </a:cubicBezTo>
                  <a:cubicBezTo>
                    <a:pt x="32" y="69"/>
                    <a:pt x="33" y="66"/>
                    <a:pt x="34" y="63"/>
                  </a:cubicBezTo>
                  <a:cubicBezTo>
                    <a:pt x="36" y="60"/>
                    <a:pt x="38" y="58"/>
                    <a:pt x="41" y="56"/>
                  </a:cubicBezTo>
                  <a:cubicBezTo>
                    <a:pt x="43" y="55"/>
                    <a:pt x="46" y="53"/>
                    <a:pt x="49" y="53"/>
                  </a:cubicBezTo>
                  <a:cubicBezTo>
                    <a:pt x="52" y="52"/>
                    <a:pt x="56" y="52"/>
                    <a:pt x="59" y="52"/>
                  </a:cubicBezTo>
                  <a:cubicBezTo>
                    <a:pt x="63" y="52"/>
                    <a:pt x="66" y="52"/>
                    <a:pt x="69" y="53"/>
                  </a:cubicBezTo>
                  <a:cubicBezTo>
                    <a:pt x="71" y="53"/>
                    <a:pt x="73" y="54"/>
                    <a:pt x="75" y="55"/>
                  </a:cubicBezTo>
                  <a:cubicBezTo>
                    <a:pt x="75" y="52"/>
                    <a:pt x="74" y="50"/>
                    <a:pt x="74" y="48"/>
                  </a:cubicBezTo>
                  <a:cubicBezTo>
                    <a:pt x="73" y="46"/>
                    <a:pt x="73" y="45"/>
                    <a:pt x="71" y="43"/>
                  </a:cubicBezTo>
                  <a:cubicBezTo>
                    <a:pt x="70" y="42"/>
                    <a:pt x="69" y="41"/>
                    <a:pt x="67" y="40"/>
                  </a:cubicBezTo>
                  <a:cubicBezTo>
                    <a:pt x="64" y="39"/>
                    <a:pt x="62" y="39"/>
                    <a:pt x="59" y="39"/>
                  </a:cubicBezTo>
                  <a:cubicBezTo>
                    <a:pt x="55" y="39"/>
                    <a:pt x="51" y="40"/>
                    <a:pt x="48" y="41"/>
                  </a:cubicBezTo>
                  <a:cubicBezTo>
                    <a:pt x="47" y="41"/>
                    <a:pt x="46" y="41"/>
                    <a:pt x="46" y="42"/>
                  </a:cubicBezTo>
                  <a:cubicBezTo>
                    <a:pt x="45" y="42"/>
                    <a:pt x="44" y="42"/>
                    <a:pt x="43" y="42"/>
                  </a:cubicBezTo>
                  <a:cubicBezTo>
                    <a:pt x="41" y="42"/>
                    <a:pt x="38" y="41"/>
                    <a:pt x="37" y="38"/>
                  </a:cubicBezTo>
                  <a:cubicBezTo>
                    <a:pt x="37" y="38"/>
                    <a:pt x="37" y="38"/>
                    <a:pt x="37" y="38"/>
                  </a:cubicBezTo>
                  <a:cubicBezTo>
                    <a:pt x="36" y="35"/>
                    <a:pt x="38" y="32"/>
                    <a:pt x="40" y="31"/>
                  </a:cubicBezTo>
                  <a:cubicBezTo>
                    <a:pt x="46" y="28"/>
                    <a:pt x="53" y="26"/>
                    <a:pt x="61" y="26"/>
                  </a:cubicBezTo>
                  <a:cubicBezTo>
                    <a:pt x="68" y="26"/>
                    <a:pt x="73" y="27"/>
                    <a:pt x="76" y="29"/>
                  </a:cubicBezTo>
                  <a:cubicBezTo>
                    <a:pt x="80" y="31"/>
                    <a:pt x="83" y="33"/>
                    <a:pt x="84" y="36"/>
                  </a:cubicBezTo>
                  <a:cubicBezTo>
                    <a:pt x="86" y="39"/>
                    <a:pt x="87" y="43"/>
                    <a:pt x="88" y="46"/>
                  </a:cubicBezTo>
                  <a:cubicBezTo>
                    <a:pt x="88" y="50"/>
                    <a:pt x="88" y="53"/>
                    <a:pt x="88" y="57"/>
                  </a:cubicBezTo>
                  <a:cubicBezTo>
                    <a:pt x="88" y="68"/>
                    <a:pt x="88" y="68"/>
                    <a:pt x="88" y="68"/>
                  </a:cubicBezTo>
                  <a:cubicBezTo>
                    <a:pt x="88" y="71"/>
                    <a:pt x="88" y="73"/>
                    <a:pt x="88" y="75"/>
                  </a:cubicBezTo>
                  <a:cubicBezTo>
                    <a:pt x="89" y="77"/>
                    <a:pt x="89" y="79"/>
                    <a:pt x="89" y="80"/>
                  </a:cubicBezTo>
                  <a:cubicBezTo>
                    <a:pt x="90" y="82"/>
                    <a:pt x="91" y="83"/>
                    <a:pt x="92" y="84"/>
                  </a:cubicBezTo>
                  <a:cubicBezTo>
                    <a:pt x="92" y="85"/>
                    <a:pt x="94" y="86"/>
                    <a:pt x="95" y="86"/>
                  </a:cubicBezTo>
                  <a:cubicBezTo>
                    <a:pt x="96" y="86"/>
                    <a:pt x="96" y="86"/>
                    <a:pt x="96" y="86"/>
                  </a:cubicBezTo>
                  <a:cubicBezTo>
                    <a:pt x="98" y="85"/>
                    <a:pt x="100" y="84"/>
                    <a:pt x="102" y="82"/>
                  </a:cubicBezTo>
                  <a:cubicBezTo>
                    <a:pt x="103" y="81"/>
                    <a:pt x="104" y="78"/>
                    <a:pt x="105" y="76"/>
                  </a:cubicBezTo>
                  <a:cubicBezTo>
                    <a:pt x="106" y="73"/>
                    <a:pt x="106" y="71"/>
                    <a:pt x="106" y="68"/>
                  </a:cubicBezTo>
                  <a:cubicBezTo>
                    <a:pt x="107" y="65"/>
                    <a:pt x="107" y="63"/>
                    <a:pt x="107" y="61"/>
                  </a:cubicBezTo>
                  <a:cubicBezTo>
                    <a:pt x="107" y="54"/>
                    <a:pt x="106" y="48"/>
                    <a:pt x="104" y="42"/>
                  </a:cubicBezTo>
                  <a:cubicBezTo>
                    <a:pt x="101" y="37"/>
                    <a:pt x="98" y="32"/>
                    <a:pt x="94" y="28"/>
                  </a:cubicBezTo>
                  <a:cubicBezTo>
                    <a:pt x="90" y="24"/>
                    <a:pt x="85" y="21"/>
                    <a:pt x="80" y="18"/>
                  </a:cubicBezTo>
                  <a:cubicBezTo>
                    <a:pt x="74" y="16"/>
                    <a:pt x="68" y="15"/>
                    <a:pt x="61" y="15"/>
                  </a:cubicBezTo>
                  <a:cubicBezTo>
                    <a:pt x="54" y="15"/>
                    <a:pt x="48" y="16"/>
                    <a:pt x="42" y="18"/>
                  </a:cubicBezTo>
                  <a:cubicBezTo>
                    <a:pt x="36" y="20"/>
                    <a:pt x="32" y="24"/>
                    <a:pt x="28" y="28"/>
                  </a:cubicBezTo>
                  <a:cubicBezTo>
                    <a:pt x="24" y="32"/>
                    <a:pt x="21" y="36"/>
                    <a:pt x="18" y="42"/>
                  </a:cubicBezTo>
                  <a:cubicBezTo>
                    <a:pt x="16" y="48"/>
                    <a:pt x="15" y="54"/>
                    <a:pt x="15" y="60"/>
                  </a:cubicBezTo>
                  <a:cubicBezTo>
                    <a:pt x="15" y="66"/>
                    <a:pt x="16" y="72"/>
                    <a:pt x="18" y="78"/>
                  </a:cubicBezTo>
                  <a:cubicBezTo>
                    <a:pt x="20" y="83"/>
                    <a:pt x="23" y="88"/>
                    <a:pt x="27" y="92"/>
                  </a:cubicBezTo>
                  <a:cubicBezTo>
                    <a:pt x="31" y="96"/>
                    <a:pt x="35" y="100"/>
                    <a:pt x="41" y="102"/>
                  </a:cubicBezTo>
                  <a:cubicBezTo>
                    <a:pt x="46" y="104"/>
                    <a:pt x="52" y="106"/>
                    <a:pt x="59" y="106"/>
                  </a:cubicBezTo>
                  <a:cubicBezTo>
                    <a:pt x="64" y="106"/>
                    <a:pt x="68" y="105"/>
                    <a:pt x="71" y="104"/>
                  </a:cubicBezTo>
                  <a:cubicBezTo>
                    <a:pt x="73" y="103"/>
                    <a:pt x="75" y="103"/>
                    <a:pt x="77" y="102"/>
                  </a:cubicBezTo>
                  <a:cubicBezTo>
                    <a:pt x="78" y="102"/>
                    <a:pt x="78" y="102"/>
                    <a:pt x="79" y="102"/>
                  </a:cubicBezTo>
                  <a:cubicBezTo>
                    <a:pt x="81" y="102"/>
                    <a:pt x="82" y="103"/>
                    <a:pt x="83" y="105"/>
                  </a:cubicBezTo>
                  <a:cubicBezTo>
                    <a:pt x="84" y="107"/>
                    <a:pt x="82" y="109"/>
                    <a:pt x="80" y="110"/>
                  </a:cubicBezTo>
                  <a:cubicBezTo>
                    <a:pt x="77" y="111"/>
                    <a:pt x="74" y="112"/>
                    <a:pt x="72" y="113"/>
                  </a:cubicBezTo>
                  <a:cubicBezTo>
                    <a:pt x="67" y="114"/>
                    <a:pt x="63" y="114"/>
                    <a:pt x="58" y="114"/>
                  </a:cubicBezTo>
                  <a:cubicBezTo>
                    <a:pt x="51" y="114"/>
                    <a:pt x="44" y="113"/>
                    <a:pt x="38" y="111"/>
                  </a:cubicBezTo>
                  <a:cubicBezTo>
                    <a:pt x="32" y="108"/>
                    <a:pt x="26" y="104"/>
                    <a:pt x="21" y="100"/>
                  </a:cubicBezTo>
                  <a:cubicBezTo>
                    <a:pt x="17" y="95"/>
                    <a:pt x="13" y="89"/>
                    <a:pt x="10" y="82"/>
                  </a:cubicBezTo>
                  <a:cubicBezTo>
                    <a:pt x="7" y="76"/>
                    <a:pt x="6" y="68"/>
                    <a:pt x="6" y="60"/>
                  </a:cubicBezTo>
                  <a:cubicBezTo>
                    <a:pt x="6" y="51"/>
                    <a:pt x="7" y="43"/>
                    <a:pt x="10" y="37"/>
                  </a:cubicBezTo>
                  <a:cubicBezTo>
                    <a:pt x="14" y="30"/>
                    <a:pt x="18" y="24"/>
                    <a:pt x="23" y="20"/>
                  </a:cubicBezTo>
                  <a:cubicBezTo>
                    <a:pt x="28" y="15"/>
                    <a:pt x="34" y="12"/>
                    <a:pt x="40" y="10"/>
                  </a:cubicBezTo>
                  <a:cubicBezTo>
                    <a:pt x="47" y="7"/>
                    <a:pt x="54" y="6"/>
                    <a:pt x="61" y="6"/>
                  </a:cubicBezTo>
                  <a:moveTo>
                    <a:pt x="56" y="83"/>
                  </a:moveTo>
                  <a:cubicBezTo>
                    <a:pt x="58" y="83"/>
                    <a:pt x="59" y="82"/>
                    <a:pt x="62" y="82"/>
                  </a:cubicBezTo>
                  <a:cubicBezTo>
                    <a:pt x="64" y="82"/>
                    <a:pt x="66" y="81"/>
                    <a:pt x="68" y="80"/>
                  </a:cubicBezTo>
                  <a:cubicBezTo>
                    <a:pt x="70" y="79"/>
                    <a:pt x="72" y="78"/>
                    <a:pt x="73" y="76"/>
                  </a:cubicBezTo>
                  <a:cubicBezTo>
                    <a:pt x="74" y="75"/>
                    <a:pt x="75" y="73"/>
                    <a:pt x="75" y="71"/>
                  </a:cubicBezTo>
                  <a:cubicBezTo>
                    <a:pt x="75" y="65"/>
                    <a:pt x="75" y="65"/>
                    <a:pt x="75" y="65"/>
                  </a:cubicBezTo>
                  <a:cubicBezTo>
                    <a:pt x="73" y="65"/>
                    <a:pt x="71" y="64"/>
                    <a:pt x="68" y="63"/>
                  </a:cubicBezTo>
                  <a:cubicBezTo>
                    <a:pt x="65" y="63"/>
                    <a:pt x="62" y="62"/>
                    <a:pt x="59" y="62"/>
                  </a:cubicBezTo>
                  <a:cubicBezTo>
                    <a:pt x="55" y="62"/>
                    <a:pt x="52" y="63"/>
                    <a:pt x="49" y="65"/>
                  </a:cubicBezTo>
                  <a:cubicBezTo>
                    <a:pt x="47" y="67"/>
                    <a:pt x="46" y="69"/>
                    <a:pt x="46" y="73"/>
                  </a:cubicBezTo>
                  <a:cubicBezTo>
                    <a:pt x="46" y="76"/>
                    <a:pt x="46" y="78"/>
                    <a:pt x="48" y="80"/>
                  </a:cubicBezTo>
                  <a:cubicBezTo>
                    <a:pt x="50" y="82"/>
                    <a:pt x="52" y="83"/>
                    <a:pt x="56" y="83"/>
                  </a:cubicBezTo>
                  <a:moveTo>
                    <a:pt x="61" y="0"/>
                  </a:moveTo>
                  <a:cubicBezTo>
                    <a:pt x="53" y="0"/>
                    <a:pt x="46" y="1"/>
                    <a:pt x="38" y="4"/>
                  </a:cubicBezTo>
                  <a:cubicBezTo>
                    <a:pt x="31" y="6"/>
                    <a:pt x="24" y="10"/>
                    <a:pt x="19" y="15"/>
                  </a:cubicBezTo>
                  <a:cubicBezTo>
                    <a:pt x="13" y="20"/>
                    <a:pt x="8" y="27"/>
                    <a:pt x="5" y="34"/>
                  </a:cubicBezTo>
                  <a:cubicBezTo>
                    <a:pt x="2" y="42"/>
                    <a:pt x="0" y="50"/>
                    <a:pt x="0" y="60"/>
                  </a:cubicBezTo>
                  <a:cubicBezTo>
                    <a:pt x="0" y="69"/>
                    <a:pt x="1" y="77"/>
                    <a:pt x="4" y="85"/>
                  </a:cubicBezTo>
                  <a:cubicBezTo>
                    <a:pt x="8" y="92"/>
                    <a:pt x="12" y="99"/>
                    <a:pt x="17" y="104"/>
                  </a:cubicBezTo>
                  <a:cubicBezTo>
                    <a:pt x="22" y="109"/>
                    <a:pt x="29" y="113"/>
                    <a:pt x="36" y="116"/>
                  </a:cubicBezTo>
                  <a:cubicBezTo>
                    <a:pt x="43" y="119"/>
                    <a:pt x="50" y="120"/>
                    <a:pt x="58" y="120"/>
                  </a:cubicBezTo>
                  <a:cubicBezTo>
                    <a:pt x="63" y="120"/>
                    <a:pt x="68" y="120"/>
                    <a:pt x="73" y="119"/>
                  </a:cubicBezTo>
                  <a:cubicBezTo>
                    <a:pt x="76" y="118"/>
                    <a:pt x="79" y="117"/>
                    <a:pt x="82" y="116"/>
                  </a:cubicBezTo>
                  <a:cubicBezTo>
                    <a:pt x="88" y="114"/>
                    <a:pt x="90" y="108"/>
                    <a:pt x="89" y="103"/>
                  </a:cubicBezTo>
                  <a:cubicBezTo>
                    <a:pt x="88" y="102"/>
                    <a:pt x="88" y="102"/>
                    <a:pt x="88" y="101"/>
                  </a:cubicBezTo>
                  <a:cubicBezTo>
                    <a:pt x="90" y="101"/>
                    <a:pt x="91" y="102"/>
                    <a:pt x="93" y="102"/>
                  </a:cubicBezTo>
                  <a:cubicBezTo>
                    <a:pt x="98" y="102"/>
                    <a:pt x="102" y="101"/>
                    <a:pt x="105" y="99"/>
                  </a:cubicBezTo>
                  <a:cubicBezTo>
                    <a:pt x="108" y="97"/>
                    <a:pt x="111" y="95"/>
                    <a:pt x="114" y="92"/>
                  </a:cubicBezTo>
                  <a:cubicBezTo>
                    <a:pt x="116" y="90"/>
                    <a:pt x="117" y="87"/>
                    <a:pt x="118" y="84"/>
                  </a:cubicBezTo>
                  <a:cubicBezTo>
                    <a:pt x="119" y="81"/>
                    <a:pt x="120" y="78"/>
                    <a:pt x="121" y="75"/>
                  </a:cubicBezTo>
                  <a:cubicBezTo>
                    <a:pt x="121" y="72"/>
                    <a:pt x="122" y="70"/>
                    <a:pt x="122" y="67"/>
                  </a:cubicBezTo>
                  <a:cubicBezTo>
                    <a:pt x="122" y="65"/>
                    <a:pt x="122" y="63"/>
                    <a:pt x="122" y="61"/>
                  </a:cubicBezTo>
                  <a:cubicBezTo>
                    <a:pt x="122" y="51"/>
                    <a:pt x="120" y="42"/>
                    <a:pt x="117" y="35"/>
                  </a:cubicBezTo>
                  <a:cubicBezTo>
                    <a:pt x="114" y="27"/>
                    <a:pt x="109" y="20"/>
                    <a:pt x="103" y="15"/>
                  </a:cubicBezTo>
                  <a:cubicBezTo>
                    <a:pt x="98" y="10"/>
                    <a:pt x="91" y="6"/>
                    <a:pt x="84" y="4"/>
                  </a:cubicBezTo>
                  <a:cubicBezTo>
                    <a:pt x="77" y="1"/>
                    <a:pt x="69" y="0"/>
                    <a:pt x="61" y="0"/>
                  </a:cubicBezTo>
                  <a:close/>
                  <a:moveTo>
                    <a:pt x="96" y="80"/>
                  </a:moveTo>
                  <a:cubicBezTo>
                    <a:pt x="95" y="79"/>
                    <a:pt x="95" y="79"/>
                    <a:pt x="95" y="78"/>
                  </a:cubicBezTo>
                  <a:cubicBezTo>
                    <a:pt x="95" y="77"/>
                    <a:pt x="95" y="76"/>
                    <a:pt x="94" y="74"/>
                  </a:cubicBezTo>
                  <a:cubicBezTo>
                    <a:pt x="94" y="72"/>
                    <a:pt x="94" y="70"/>
                    <a:pt x="94" y="68"/>
                  </a:cubicBezTo>
                  <a:cubicBezTo>
                    <a:pt x="94" y="57"/>
                    <a:pt x="94" y="57"/>
                    <a:pt x="94" y="57"/>
                  </a:cubicBezTo>
                  <a:cubicBezTo>
                    <a:pt x="94" y="53"/>
                    <a:pt x="94" y="50"/>
                    <a:pt x="94" y="46"/>
                  </a:cubicBezTo>
                  <a:cubicBezTo>
                    <a:pt x="93" y="41"/>
                    <a:pt x="92" y="37"/>
                    <a:pt x="90" y="33"/>
                  </a:cubicBezTo>
                  <a:cubicBezTo>
                    <a:pt x="89" y="32"/>
                    <a:pt x="87" y="30"/>
                    <a:pt x="86" y="29"/>
                  </a:cubicBezTo>
                  <a:cubicBezTo>
                    <a:pt x="87" y="30"/>
                    <a:pt x="89" y="31"/>
                    <a:pt x="90" y="32"/>
                  </a:cubicBezTo>
                  <a:cubicBezTo>
                    <a:pt x="93" y="36"/>
                    <a:pt x="96" y="40"/>
                    <a:pt x="98" y="45"/>
                  </a:cubicBezTo>
                  <a:cubicBezTo>
                    <a:pt x="100" y="50"/>
                    <a:pt x="101" y="55"/>
                    <a:pt x="101" y="61"/>
                  </a:cubicBezTo>
                  <a:cubicBezTo>
                    <a:pt x="101" y="62"/>
                    <a:pt x="101" y="65"/>
                    <a:pt x="100" y="67"/>
                  </a:cubicBezTo>
                  <a:cubicBezTo>
                    <a:pt x="100" y="70"/>
                    <a:pt x="100" y="72"/>
                    <a:pt x="99" y="74"/>
                  </a:cubicBezTo>
                  <a:cubicBezTo>
                    <a:pt x="99" y="76"/>
                    <a:pt x="98" y="78"/>
                    <a:pt x="97" y="79"/>
                  </a:cubicBezTo>
                  <a:cubicBezTo>
                    <a:pt x="96" y="79"/>
                    <a:pt x="96" y="80"/>
                    <a:pt x="96" y="80"/>
                  </a:cubicBezTo>
                  <a:cubicBezTo>
                    <a:pt x="96" y="80"/>
                    <a:pt x="96" y="80"/>
                    <a:pt x="96" y="80"/>
                  </a:cubicBezTo>
                  <a:close/>
                  <a:moveTo>
                    <a:pt x="28" y="84"/>
                  </a:moveTo>
                  <a:cubicBezTo>
                    <a:pt x="26" y="81"/>
                    <a:pt x="25" y="79"/>
                    <a:pt x="24" y="76"/>
                  </a:cubicBezTo>
                  <a:cubicBezTo>
                    <a:pt x="22" y="71"/>
                    <a:pt x="21" y="66"/>
                    <a:pt x="21" y="60"/>
                  </a:cubicBezTo>
                  <a:cubicBezTo>
                    <a:pt x="21" y="54"/>
                    <a:pt x="22" y="49"/>
                    <a:pt x="24" y="44"/>
                  </a:cubicBezTo>
                  <a:cubicBezTo>
                    <a:pt x="26" y="40"/>
                    <a:pt x="28" y="36"/>
                    <a:pt x="32" y="32"/>
                  </a:cubicBezTo>
                  <a:cubicBezTo>
                    <a:pt x="31" y="35"/>
                    <a:pt x="31" y="37"/>
                    <a:pt x="32" y="40"/>
                  </a:cubicBezTo>
                  <a:cubicBezTo>
                    <a:pt x="32" y="40"/>
                    <a:pt x="32" y="40"/>
                    <a:pt x="32" y="40"/>
                  </a:cubicBezTo>
                  <a:cubicBezTo>
                    <a:pt x="33" y="45"/>
                    <a:pt x="38" y="48"/>
                    <a:pt x="43" y="48"/>
                  </a:cubicBezTo>
                  <a:cubicBezTo>
                    <a:pt x="43" y="48"/>
                    <a:pt x="43" y="48"/>
                    <a:pt x="43" y="48"/>
                  </a:cubicBezTo>
                  <a:cubicBezTo>
                    <a:pt x="41" y="49"/>
                    <a:pt x="39" y="50"/>
                    <a:pt x="37" y="51"/>
                  </a:cubicBezTo>
                  <a:cubicBezTo>
                    <a:pt x="34" y="54"/>
                    <a:pt x="31" y="56"/>
                    <a:pt x="29" y="60"/>
                  </a:cubicBezTo>
                  <a:cubicBezTo>
                    <a:pt x="27" y="64"/>
                    <a:pt x="26" y="68"/>
                    <a:pt x="26" y="73"/>
                  </a:cubicBezTo>
                  <a:cubicBezTo>
                    <a:pt x="26" y="77"/>
                    <a:pt x="27" y="80"/>
                    <a:pt x="28" y="84"/>
                  </a:cubicBezTo>
                  <a:close/>
                  <a:moveTo>
                    <a:pt x="49" y="47"/>
                  </a:moveTo>
                  <a:cubicBezTo>
                    <a:pt x="49" y="46"/>
                    <a:pt x="50" y="46"/>
                    <a:pt x="50" y="46"/>
                  </a:cubicBezTo>
                  <a:cubicBezTo>
                    <a:pt x="52" y="45"/>
                    <a:pt x="55" y="45"/>
                    <a:pt x="59" y="45"/>
                  </a:cubicBezTo>
                  <a:cubicBezTo>
                    <a:pt x="62" y="45"/>
                    <a:pt x="63" y="45"/>
                    <a:pt x="64" y="46"/>
                  </a:cubicBezTo>
                  <a:cubicBezTo>
                    <a:pt x="65" y="46"/>
                    <a:pt x="65" y="46"/>
                    <a:pt x="65" y="46"/>
                  </a:cubicBezTo>
                  <a:cubicBezTo>
                    <a:pt x="63" y="46"/>
                    <a:pt x="61" y="46"/>
                    <a:pt x="59" y="46"/>
                  </a:cubicBezTo>
                  <a:cubicBezTo>
                    <a:pt x="56" y="46"/>
                    <a:pt x="52" y="46"/>
                    <a:pt x="49" y="47"/>
                  </a:cubicBezTo>
                  <a:close/>
                  <a:moveTo>
                    <a:pt x="56" y="77"/>
                  </a:moveTo>
                  <a:cubicBezTo>
                    <a:pt x="54" y="77"/>
                    <a:pt x="53" y="76"/>
                    <a:pt x="52" y="76"/>
                  </a:cubicBezTo>
                  <a:cubicBezTo>
                    <a:pt x="52" y="75"/>
                    <a:pt x="52" y="74"/>
                    <a:pt x="52" y="73"/>
                  </a:cubicBezTo>
                  <a:cubicBezTo>
                    <a:pt x="52" y="70"/>
                    <a:pt x="52" y="70"/>
                    <a:pt x="53" y="70"/>
                  </a:cubicBezTo>
                  <a:cubicBezTo>
                    <a:pt x="54" y="69"/>
                    <a:pt x="55" y="68"/>
                    <a:pt x="59" y="68"/>
                  </a:cubicBezTo>
                  <a:cubicBezTo>
                    <a:pt x="62" y="68"/>
                    <a:pt x="64" y="69"/>
                    <a:pt x="67" y="69"/>
                  </a:cubicBezTo>
                  <a:cubicBezTo>
                    <a:pt x="67" y="69"/>
                    <a:pt x="68" y="69"/>
                    <a:pt x="69" y="70"/>
                  </a:cubicBezTo>
                  <a:cubicBezTo>
                    <a:pt x="69" y="71"/>
                    <a:pt x="69" y="71"/>
                    <a:pt x="69" y="71"/>
                  </a:cubicBezTo>
                  <a:cubicBezTo>
                    <a:pt x="69" y="71"/>
                    <a:pt x="68" y="72"/>
                    <a:pt x="68" y="72"/>
                  </a:cubicBezTo>
                  <a:cubicBezTo>
                    <a:pt x="67" y="73"/>
                    <a:pt x="67" y="74"/>
                    <a:pt x="65" y="74"/>
                  </a:cubicBezTo>
                  <a:cubicBezTo>
                    <a:pt x="65" y="74"/>
                    <a:pt x="65" y="74"/>
                    <a:pt x="65" y="75"/>
                  </a:cubicBezTo>
                  <a:cubicBezTo>
                    <a:pt x="64" y="75"/>
                    <a:pt x="62" y="76"/>
                    <a:pt x="61" y="76"/>
                  </a:cubicBezTo>
                  <a:cubicBezTo>
                    <a:pt x="59" y="76"/>
                    <a:pt x="57" y="77"/>
                    <a:pt x="56" y="77"/>
                  </a:cubicBezTo>
                  <a:close/>
                  <a:moveTo>
                    <a:pt x="59" y="100"/>
                  </a:moveTo>
                  <a:cubicBezTo>
                    <a:pt x="63" y="99"/>
                    <a:pt x="67" y="98"/>
                    <a:pt x="70" y="97"/>
                  </a:cubicBezTo>
                  <a:cubicBezTo>
                    <a:pt x="72" y="96"/>
                    <a:pt x="74" y="95"/>
                    <a:pt x="76" y="94"/>
                  </a:cubicBezTo>
                  <a:cubicBezTo>
                    <a:pt x="77" y="95"/>
                    <a:pt x="77" y="95"/>
                    <a:pt x="78" y="96"/>
                  </a:cubicBezTo>
                  <a:cubicBezTo>
                    <a:pt x="77" y="96"/>
                    <a:pt x="76" y="96"/>
                    <a:pt x="75" y="96"/>
                  </a:cubicBezTo>
                  <a:cubicBezTo>
                    <a:pt x="73" y="97"/>
                    <a:pt x="71" y="98"/>
                    <a:pt x="69" y="98"/>
                  </a:cubicBezTo>
                  <a:cubicBezTo>
                    <a:pt x="67" y="99"/>
                    <a:pt x="63" y="100"/>
                    <a:pt x="59" y="10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85" name="Google Shape;85;p1"/>
            <p:cNvSpPr/>
            <p:nvPr/>
          </p:nvSpPr>
          <p:spPr>
            <a:xfrm>
              <a:off x="1425362" y="4956617"/>
              <a:ext cx="345582" cy="381280"/>
            </a:xfrm>
            <a:custGeom>
              <a:rect b="b" l="l" r="r" t="t"/>
              <a:pathLst>
                <a:path extrusionOk="0" h="97" w="91">
                  <a:moveTo>
                    <a:pt x="86" y="40"/>
                  </a:moveTo>
                  <a:cubicBezTo>
                    <a:pt x="71" y="40"/>
                    <a:pt x="71" y="40"/>
                    <a:pt x="71" y="40"/>
                  </a:cubicBezTo>
                  <a:cubicBezTo>
                    <a:pt x="67" y="56"/>
                    <a:pt x="67" y="56"/>
                    <a:pt x="67" y="56"/>
                  </a:cubicBezTo>
                  <a:cubicBezTo>
                    <a:pt x="79" y="56"/>
                    <a:pt x="79" y="56"/>
                    <a:pt x="79" y="56"/>
                  </a:cubicBezTo>
                  <a:cubicBezTo>
                    <a:pt x="82" y="56"/>
                    <a:pt x="85" y="59"/>
                    <a:pt x="85" y="62"/>
                  </a:cubicBezTo>
                  <a:cubicBezTo>
                    <a:pt x="85" y="66"/>
                    <a:pt x="85" y="66"/>
                    <a:pt x="85" y="66"/>
                  </a:cubicBezTo>
                  <a:cubicBezTo>
                    <a:pt x="85" y="69"/>
                    <a:pt x="82" y="72"/>
                    <a:pt x="79" y="72"/>
                  </a:cubicBezTo>
                  <a:cubicBezTo>
                    <a:pt x="63" y="72"/>
                    <a:pt x="63" y="72"/>
                    <a:pt x="63" y="72"/>
                  </a:cubicBezTo>
                  <a:cubicBezTo>
                    <a:pt x="58" y="91"/>
                    <a:pt x="58" y="91"/>
                    <a:pt x="58" y="91"/>
                  </a:cubicBezTo>
                  <a:cubicBezTo>
                    <a:pt x="58" y="94"/>
                    <a:pt x="55" y="97"/>
                    <a:pt x="52" y="97"/>
                  </a:cubicBezTo>
                  <a:cubicBezTo>
                    <a:pt x="48" y="97"/>
                    <a:pt x="48" y="97"/>
                    <a:pt x="48" y="97"/>
                  </a:cubicBezTo>
                  <a:cubicBezTo>
                    <a:pt x="44" y="97"/>
                    <a:pt x="41" y="92"/>
                    <a:pt x="42" y="88"/>
                  </a:cubicBezTo>
                  <a:cubicBezTo>
                    <a:pt x="46" y="72"/>
                    <a:pt x="46" y="72"/>
                    <a:pt x="46" y="72"/>
                  </a:cubicBezTo>
                  <a:cubicBezTo>
                    <a:pt x="33" y="72"/>
                    <a:pt x="33" y="72"/>
                    <a:pt x="33" y="72"/>
                  </a:cubicBezTo>
                  <a:cubicBezTo>
                    <a:pt x="29" y="91"/>
                    <a:pt x="29" y="91"/>
                    <a:pt x="29" y="91"/>
                  </a:cubicBezTo>
                  <a:cubicBezTo>
                    <a:pt x="28" y="94"/>
                    <a:pt x="25" y="97"/>
                    <a:pt x="22" y="97"/>
                  </a:cubicBezTo>
                  <a:cubicBezTo>
                    <a:pt x="18" y="97"/>
                    <a:pt x="18" y="97"/>
                    <a:pt x="18" y="97"/>
                  </a:cubicBezTo>
                  <a:cubicBezTo>
                    <a:pt x="14" y="97"/>
                    <a:pt x="11" y="92"/>
                    <a:pt x="12" y="88"/>
                  </a:cubicBezTo>
                  <a:cubicBezTo>
                    <a:pt x="16" y="72"/>
                    <a:pt x="16" y="72"/>
                    <a:pt x="16" y="72"/>
                  </a:cubicBezTo>
                  <a:cubicBezTo>
                    <a:pt x="6" y="72"/>
                    <a:pt x="6" y="72"/>
                    <a:pt x="6" y="72"/>
                  </a:cubicBezTo>
                  <a:cubicBezTo>
                    <a:pt x="3" y="72"/>
                    <a:pt x="0" y="70"/>
                    <a:pt x="0" y="67"/>
                  </a:cubicBezTo>
                  <a:cubicBezTo>
                    <a:pt x="0" y="62"/>
                    <a:pt x="0" y="62"/>
                    <a:pt x="0" y="62"/>
                  </a:cubicBezTo>
                  <a:cubicBezTo>
                    <a:pt x="0" y="58"/>
                    <a:pt x="3" y="56"/>
                    <a:pt x="6" y="56"/>
                  </a:cubicBezTo>
                  <a:cubicBezTo>
                    <a:pt x="20" y="56"/>
                    <a:pt x="20" y="56"/>
                    <a:pt x="20" y="56"/>
                  </a:cubicBezTo>
                  <a:cubicBezTo>
                    <a:pt x="23" y="40"/>
                    <a:pt x="23" y="40"/>
                    <a:pt x="23" y="40"/>
                  </a:cubicBezTo>
                  <a:cubicBezTo>
                    <a:pt x="13" y="40"/>
                    <a:pt x="13" y="40"/>
                    <a:pt x="13" y="40"/>
                  </a:cubicBezTo>
                  <a:cubicBezTo>
                    <a:pt x="10" y="40"/>
                    <a:pt x="7" y="38"/>
                    <a:pt x="7" y="35"/>
                  </a:cubicBezTo>
                  <a:cubicBezTo>
                    <a:pt x="7" y="31"/>
                    <a:pt x="7" y="31"/>
                    <a:pt x="7" y="31"/>
                  </a:cubicBezTo>
                  <a:cubicBezTo>
                    <a:pt x="7" y="28"/>
                    <a:pt x="10" y="25"/>
                    <a:pt x="13" y="25"/>
                  </a:cubicBezTo>
                  <a:cubicBezTo>
                    <a:pt x="24" y="25"/>
                    <a:pt x="24" y="25"/>
                    <a:pt x="24" y="25"/>
                  </a:cubicBezTo>
                  <a:cubicBezTo>
                    <a:pt x="26" y="25"/>
                    <a:pt x="27" y="24"/>
                    <a:pt x="28" y="22"/>
                  </a:cubicBezTo>
                  <a:cubicBezTo>
                    <a:pt x="32" y="5"/>
                    <a:pt x="32" y="5"/>
                    <a:pt x="32" y="5"/>
                  </a:cubicBezTo>
                  <a:cubicBezTo>
                    <a:pt x="33" y="2"/>
                    <a:pt x="35" y="0"/>
                    <a:pt x="38" y="0"/>
                  </a:cubicBezTo>
                  <a:cubicBezTo>
                    <a:pt x="43" y="0"/>
                    <a:pt x="43" y="0"/>
                    <a:pt x="43" y="0"/>
                  </a:cubicBezTo>
                  <a:cubicBezTo>
                    <a:pt x="47" y="0"/>
                    <a:pt x="50" y="4"/>
                    <a:pt x="49" y="8"/>
                  </a:cubicBezTo>
                  <a:cubicBezTo>
                    <a:pt x="46" y="20"/>
                    <a:pt x="46" y="20"/>
                    <a:pt x="46" y="20"/>
                  </a:cubicBezTo>
                  <a:cubicBezTo>
                    <a:pt x="45" y="23"/>
                    <a:pt x="47" y="25"/>
                    <a:pt x="50" y="25"/>
                  </a:cubicBezTo>
                  <a:cubicBezTo>
                    <a:pt x="54" y="25"/>
                    <a:pt x="54" y="25"/>
                    <a:pt x="54" y="25"/>
                  </a:cubicBezTo>
                  <a:cubicBezTo>
                    <a:pt x="56" y="25"/>
                    <a:pt x="57" y="24"/>
                    <a:pt x="58" y="22"/>
                  </a:cubicBezTo>
                  <a:cubicBezTo>
                    <a:pt x="62" y="5"/>
                    <a:pt x="62" y="5"/>
                    <a:pt x="62" y="5"/>
                  </a:cubicBezTo>
                  <a:cubicBezTo>
                    <a:pt x="63" y="2"/>
                    <a:pt x="65" y="0"/>
                    <a:pt x="68" y="0"/>
                  </a:cubicBezTo>
                  <a:cubicBezTo>
                    <a:pt x="72" y="0"/>
                    <a:pt x="72" y="0"/>
                    <a:pt x="72" y="0"/>
                  </a:cubicBezTo>
                  <a:cubicBezTo>
                    <a:pt x="77" y="0"/>
                    <a:pt x="80" y="4"/>
                    <a:pt x="79" y="8"/>
                  </a:cubicBezTo>
                  <a:cubicBezTo>
                    <a:pt x="76" y="20"/>
                    <a:pt x="76" y="20"/>
                    <a:pt x="76" y="20"/>
                  </a:cubicBezTo>
                  <a:cubicBezTo>
                    <a:pt x="75" y="23"/>
                    <a:pt x="77" y="25"/>
                    <a:pt x="80" y="25"/>
                  </a:cubicBezTo>
                  <a:cubicBezTo>
                    <a:pt x="86" y="25"/>
                    <a:pt x="86" y="25"/>
                    <a:pt x="86" y="25"/>
                  </a:cubicBezTo>
                  <a:cubicBezTo>
                    <a:pt x="89" y="25"/>
                    <a:pt x="91" y="28"/>
                    <a:pt x="91" y="31"/>
                  </a:cubicBezTo>
                  <a:cubicBezTo>
                    <a:pt x="91" y="35"/>
                    <a:pt x="91" y="35"/>
                    <a:pt x="91" y="35"/>
                  </a:cubicBezTo>
                  <a:cubicBezTo>
                    <a:pt x="91" y="38"/>
                    <a:pt x="89" y="40"/>
                    <a:pt x="86" y="40"/>
                  </a:cubicBezTo>
                  <a:close/>
                  <a:moveTo>
                    <a:pt x="50" y="53"/>
                  </a:moveTo>
                  <a:cubicBezTo>
                    <a:pt x="52" y="45"/>
                    <a:pt x="52" y="45"/>
                    <a:pt x="52" y="45"/>
                  </a:cubicBezTo>
                  <a:cubicBezTo>
                    <a:pt x="53" y="42"/>
                    <a:pt x="51" y="40"/>
                    <a:pt x="49" y="40"/>
                  </a:cubicBezTo>
                  <a:cubicBezTo>
                    <a:pt x="44" y="40"/>
                    <a:pt x="44" y="40"/>
                    <a:pt x="44" y="40"/>
                  </a:cubicBezTo>
                  <a:cubicBezTo>
                    <a:pt x="42" y="40"/>
                    <a:pt x="40" y="41"/>
                    <a:pt x="40" y="43"/>
                  </a:cubicBezTo>
                  <a:cubicBezTo>
                    <a:pt x="38" y="52"/>
                    <a:pt x="38" y="52"/>
                    <a:pt x="38" y="52"/>
                  </a:cubicBezTo>
                  <a:cubicBezTo>
                    <a:pt x="38" y="54"/>
                    <a:pt x="39" y="56"/>
                    <a:pt x="42" y="56"/>
                  </a:cubicBezTo>
                  <a:cubicBezTo>
                    <a:pt x="47" y="56"/>
                    <a:pt x="47" y="56"/>
                    <a:pt x="47" y="56"/>
                  </a:cubicBezTo>
                  <a:cubicBezTo>
                    <a:pt x="48" y="56"/>
                    <a:pt x="50" y="55"/>
                    <a:pt x="50" y="53"/>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86" name="Google Shape;86;p1"/>
            <p:cNvSpPr/>
            <p:nvPr/>
          </p:nvSpPr>
          <p:spPr>
            <a:xfrm>
              <a:off x="3361404" y="1664359"/>
              <a:ext cx="536699" cy="164951"/>
            </a:xfrm>
            <a:custGeom>
              <a:rect b="b" l="l" r="r" t="t"/>
              <a:pathLst>
                <a:path extrusionOk="0" h="42" w="141">
                  <a:moveTo>
                    <a:pt x="80" y="2"/>
                  </a:moveTo>
                  <a:cubicBezTo>
                    <a:pt x="86" y="3"/>
                    <a:pt x="92" y="4"/>
                    <a:pt x="98" y="5"/>
                  </a:cubicBezTo>
                  <a:cubicBezTo>
                    <a:pt x="107" y="8"/>
                    <a:pt x="117" y="12"/>
                    <a:pt x="125" y="17"/>
                  </a:cubicBezTo>
                  <a:cubicBezTo>
                    <a:pt x="130" y="20"/>
                    <a:pt x="132" y="22"/>
                    <a:pt x="136" y="25"/>
                  </a:cubicBezTo>
                  <a:cubicBezTo>
                    <a:pt x="141" y="30"/>
                    <a:pt x="139" y="33"/>
                    <a:pt x="134" y="37"/>
                  </a:cubicBezTo>
                  <a:cubicBezTo>
                    <a:pt x="131" y="40"/>
                    <a:pt x="126" y="41"/>
                    <a:pt x="122" y="38"/>
                  </a:cubicBezTo>
                  <a:cubicBezTo>
                    <a:pt x="102" y="22"/>
                    <a:pt x="75" y="16"/>
                    <a:pt x="50" y="23"/>
                  </a:cubicBezTo>
                  <a:cubicBezTo>
                    <a:pt x="43" y="24"/>
                    <a:pt x="35" y="27"/>
                    <a:pt x="29" y="31"/>
                  </a:cubicBezTo>
                  <a:cubicBezTo>
                    <a:pt x="24" y="34"/>
                    <a:pt x="21" y="37"/>
                    <a:pt x="17" y="40"/>
                  </a:cubicBezTo>
                  <a:cubicBezTo>
                    <a:pt x="14" y="42"/>
                    <a:pt x="9" y="42"/>
                    <a:pt x="6" y="39"/>
                  </a:cubicBezTo>
                  <a:cubicBezTo>
                    <a:pt x="5" y="38"/>
                    <a:pt x="4" y="36"/>
                    <a:pt x="2" y="35"/>
                  </a:cubicBezTo>
                  <a:cubicBezTo>
                    <a:pt x="0" y="32"/>
                    <a:pt x="1" y="28"/>
                    <a:pt x="3" y="26"/>
                  </a:cubicBezTo>
                  <a:cubicBezTo>
                    <a:pt x="3" y="26"/>
                    <a:pt x="3" y="26"/>
                    <a:pt x="3" y="26"/>
                  </a:cubicBezTo>
                  <a:cubicBezTo>
                    <a:pt x="24" y="7"/>
                    <a:pt x="52" y="0"/>
                    <a:pt x="80" y="2"/>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87" name="Google Shape;87;p1"/>
            <p:cNvSpPr/>
            <p:nvPr/>
          </p:nvSpPr>
          <p:spPr>
            <a:xfrm>
              <a:off x="3551212" y="1923954"/>
              <a:ext cx="157083" cy="152782"/>
            </a:xfrm>
            <a:custGeom>
              <a:rect b="b" l="l" r="r" t="t"/>
              <a:pathLst>
                <a:path extrusionOk="0" h="39" w="41">
                  <a:moveTo>
                    <a:pt x="18" y="39"/>
                  </a:moveTo>
                  <a:cubicBezTo>
                    <a:pt x="12" y="38"/>
                    <a:pt x="7" y="35"/>
                    <a:pt x="4" y="29"/>
                  </a:cubicBezTo>
                  <a:cubicBezTo>
                    <a:pt x="0" y="19"/>
                    <a:pt x="4" y="8"/>
                    <a:pt x="14" y="4"/>
                  </a:cubicBezTo>
                  <a:cubicBezTo>
                    <a:pt x="24" y="0"/>
                    <a:pt x="35" y="6"/>
                    <a:pt x="38" y="16"/>
                  </a:cubicBezTo>
                  <a:cubicBezTo>
                    <a:pt x="41" y="24"/>
                    <a:pt x="36" y="33"/>
                    <a:pt x="29" y="37"/>
                  </a:cubicBezTo>
                  <a:cubicBezTo>
                    <a:pt x="25" y="39"/>
                    <a:pt x="22" y="39"/>
                    <a:pt x="18" y="39"/>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88" name="Google Shape;88;p1"/>
            <p:cNvSpPr/>
            <p:nvPr/>
          </p:nvSpPr>
          <p:spPr>
            <a:xfrm>
              <a:off x="3433400" y="1790100"/>
              <a:ext cx="392706" cy="133853"/>
            </a:xfrm>
            <a:custGeom>
              <a:rect b="b" l="l" r="r" t="t"/>
              <a:pathLst>
                <a:path extrusionOk="0" h="34" w="103">
                  <a:moveTo>
                    <a:pt x="52" y="0"/>
                  </a:moveTo>
                  <a:cubicBezTo>
                    <a:pt x="70" y="1"/>
                    <a:pt x="85" y="5"/>
                    <a:pt x="99" y="17"/>
                  </a:cubicBezTo>
                  <a:cubicBezTo>
                    <a:pt x="101" y="19"/>
                    <a:pt x="103" y="21"/>
                    <a:pt x="101" y="23"/>
                  </a:cubicBezTo>
                  <a:cubicBezTo>
                    <a:pt x="97" y="28"/>
                    <a:pt x="96" y="29"/>
                    <a:pt x="93" y="32"/>
                  </a:cubicBezTo>
                  <a:cubicBezTo>
                    <a:pt x="89" y="34"/>
                    <a:pt x="85" y="31"/>
                    <a:pt x="84" y="30"/>
                  </a:cubicBezTo>
                  <a:cubicBezTo>
                    <a:pt x="72" y="20"/>
                    <a:pt x="62" y="17"/>
                    <a:pt x="46" y="19"/>
                  </a:cubicBezTo>
                  <a:cubicBezTo>
                    <a:pt x="35" y="20"/>
                    <a:pt x="25" y="24"/>
                    <a:pt x="16" y="31"/>
                  </a:cubicBezTo>
                  <a:cubicBezTo>
                    <a:pt x="14" y="33"/>
                    <a:pt x="11" y="33"/>
                    <a:pt x="9" y="31"/>
                  </a:cubicBezTo>
                  <a:cubicBezTo>
                    <a:pt x="7" y="28"/>
                    <a:pt x="5" y="27"/>
                    <a:pt x="3" y="25"/>
                  </a:cubicBezTo>
                  <a:cubicBezTo>
                    <a:pt x="1" y="23"/>
                    <a:pt x="0" y="21"/>
                    <a:pt x="3" y="19"/>
                  </a:cubicBezTo>
                  <a:cubicBezTo>
                    <a:pt x="17" y="6"/>
                    <a:pt x="32" y="1"/>
                    <a:pt x="52" y="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89" name="Google Shape;89;p1"/>
            <p:cNvSpPr/>
            <p:nvPr/>
          </p:nvSpPr>
          <p:spPr>
            <a:xfrm>
              <a:off x="3932137" y="3336853"/>
              <a:ext cx="155773" cy="156839"/>
            </a:xfrm>
            <a:custGeom>
              <a:rect b="b" l="l" r="r" t="t"/>
              <a:pathLst>
                <a:path extrusionOk="0" h="40" w="41">
                  <a:moveTo>
                    <a:pt x="0" y="20"/>
                  </a:moveTo>
                  <a:cubicBezTo>
                    <a:pt x="0" y="9"/>
                    <a:pt x="12" y="0"/>
                    <a:pt x="22" y="0"/>
                  </a:cubicBezTo>
                  <a:cubicBezTo>
                    <a:pt x="32" y="0"/>
                    <a:pt x="41" y="9"/>
                    <a:pt x="41" y="19"/>
                  </a:cubicBezTo>
                  <a:cubicBezTo>
                    <a:pt x="41" y="29"/>
                    <a:pt x="31" y="40"/>
                    <a:pt x="21" y="40"/>
                  </a:cubicBezTo>
                  <a:cubicBezTo>
                    <a:pt x="11" y="40"/>
                    <a:pt x="0" y="30"/>
                    <a:pt x="0" y="2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90" name="Google Shape;90;p1"/>
            <p:cNvSpPr/>
            <p:nvPr/>
          </p:nvSpPr>
          <p:spPr>
            <a:xfrm>
              <a:off x="4141580" y="3143509"/>
              <a:ext cx="151846" cy="158190"/>
            </a:xfrm>
            <a:custGeom>
              <a:rect b="b" l="l" r="r" t="t"/>
              <a:pathLst>
                <a:path extrusionOk="0" h="40" w="40">
                  <a:moveTo>
                    <a:pt x="1" y="18"/>
                  </a:moveTo>
                  <a:cubicBezTo>
                    <a:pt x="3" y="8"/>
                    <a:pt x="12" y="0"/>
                    <a:pt x="22" y="1"/>
                  </a:cubicBezTo>
                  <a:cubicBezTo>
                    <a:pt x="33" y="2"/>
                    <a:pt x="40" y="11"/>
                    <a:pt x="39" y="22"/>
                  </a:cubicBezTo>
                  <a:cubicBezTo>
                    <a:pt x="38" y="32"/>
                    <a:pt x="29" y="40"/>
                    <a:pt x="19" y="39"/>
                  </a:cubicBezTo>
                  <a:cubicBezTo>
                    <a:pt x="8" y="38"/>
                    <a:pt x="0" y="29"/>
                    <a:pt x="1" y="18"/>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cxnSp>
          <p:nvCxnSpPr>
            <p:cNvPr id="91" name="Google Shape;91;p1"/>
            <p:cNvCxnSpPr/>
            <p:nvPr/>
          </p:nvCxnSpPr>
          <p:spPr>
            <a:xfrm flipH="1">
              <a:off x="4080057" y="3293587"/>
              <a:ext cx="107340" cy="89236"/>
            </a:xfrm>
            <a:prstGeom prst="straightConnector1">
              <a:avLst/>
            </a:prstGeom>
            <a:solidFill>
              <a:schemeClr val="lt1"/>
            </a:solidFill>
            <a:ln cap="flat" cmpd="sng" w="9525">
              <a:solidFill>
                <a:schemeClr val="lt1"/>
              </a:solidFill>
              <a:prstDash val="solid"/>
              <a:miter lim="800000"/>
              <a:headEnd len="sm" w="sm" type="none"/>
              <a:tailEnd len="sm" w="sm" type="none"/>
            </a:ln>
          </p:spPr>
        </p:cxnSp>
        <p:cxnSp>
          <p:nvCxnSpPr>
            <p:cNvPr id="92" name="Google Shape;92;p1"/>
            <p:cNvCxnSpPr/>
            <p:nvPr/>
          </p:nvCxnSpPr>
          <p:spPr>
            <a:xfrm flipH="1" rot="10800000">
              <a:off x="4034241" y="3242209"/>
              <a:ext cx="115194" cy="94644"/>
            </a:xfrm>
            <a:prstGeom prst="straightConnector1">
              <a:avLst/>
            </a:prstGeom>
            <a:solidFill>
              <a:schemeClr val="lt1"/>
            </a:solidFill>
            <a:ln cap="flat" cmpd="sng" w="9525">
              <a:solidFill>
                <a:schemeClr val="lt1"/>
              </a:solidFill>
              <a:prstDash val="solid"/>
              <a:miter lim="800000"/>
              <a:headEnd len="sm" w="sm" type="none"/>
              <a:tailEnd len="sm" w="sm" type="none"/>
            </a:ln>
          </p:spPr>
        </p:cxnSp>
        <p:sp>
          <p:nvSpPr>
            <p:cNvPr id="93" name="Google Shape;93;p1"/>
            <p:cNvSpPr/>
            <p:nvPr/>
          </p:nvSpPr>
          <p:spPr>
            <a:xfrm>
              <a:off x="4141580" y="3512620"/>
              <a:ext cx="163627" cy="164951"/>
            </a:xfrm>
            <a:custGeom>
              <a:rect b="b" l="l" r="r" t="t"/>
              <a:pathLst>
                <a:path extrusionOk="0" h="42" w="43">
                  <a:moveTo>
                    <a:pt x="1" y="22"/>
                  </a:moveTo>
                  <a:cubicBezTo>
                    <a:pt x="3" y="32"/>
                    <a:pt x="13" y="42"/>
                    <a:pt x="24" y="41"/>
                  </a:cubicBezTo>
                  <a:cubicBezTo>
                    <a:pt x="34" y="40"/>
                    <a:pt x="43" y="29"/>
                    <a:pt x="42" y="19"/>
                  </a:cubicBezTo>
                  <a:cubicBezTo>
                    <a:pt x="41" y="8"/>
                    <a:pt x="29" y="0"/>
                    <a:pt x="19" y="1"/>
                  </a:cubicBezTo>
                  <a:cubicBezTo>
                    <a:pt x="8" y="2"/>
                    <a:pt x="0" y="11"/>
                    <a:pt x="1" y="22"/>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cxnSp>
          <p:nvCxnSpPr>
            <p:cNvPr id="94" name="Google Shape;94;p1"/>
            <p:cNvCxnSpPr/>
            <p:nvPr/>
          </p:nvCxnSpPr>
          <p:spPr>
            <a:xfrm rot="10800000">
              <a:off x="4083983" y="3430145"/>
              <a:ext cx="107340" cy="90587"/>
            </a:xfrm>
            <a:prstGeom prst="straightConnector1">
              <a:avLst/>
            </a:prstGeom>
            <a:solidFill>
              <a:schemeClr val="lt1"/>
            </a:solidFill>
            <a:ln cap="flat" cmpd="sng" w="9525">
              <a:solidFill>
                <a:schemeClr val="lt1"/>
              </a:solidFill>
              <a:prstDash val="solid"/>
              <a:miter lim="800000"/>
              <a:headEnd len="sm" w="sm" type="none"/>
              <a:tailEnd len="sm" w="sm" type="none"/>
            </a:ln>
          </p:spPr>
        </p:cxnSp>
        <p:cxnSp>
          <p:nvCxnSpPr>
            <p:cNvPr id="95" name="Google Shape;95;p1"/>
            <p:cNvCxnSpPr/>
            <p:nvPr/>
          </p:nvCxnSpPr>
          <p:spPr>
            <a:xfrm>
              <a:off x="4042095" y="3481523"/>
              <a:ext cx="99486" cy="86532"/>
            </a:xfrm>
            <a:prstGeom prst="straightConnector1">
              <a:avLst/>
            </a:prstGeom>
            <a:solidFill>
              <a:schemeClr val="lt1"/>
            </a:solidFill>
            <a:ln cap="flat" cmpd="sng" w="9525">
              <a:solidFill>
                <a:schemeClr val="lt1"/>
              </a:solidFill>
              <a:prstDash val="solid"/>
              <a:miter lim="800000"/>
              <a:headEnd len="sm" w="sm" type="none"/>
              <a:tailEnd len="sm" w="sm" type="none"/>
            </a:ln>
          </p:spPr>
        </p:cxnSp>
        <p:sp>
          <p:nvSpPr>
            <p:cNvPr id="96" name="Google Shape;96;p1"/>
            <p:cNvSpPr/>
            <p:nvPr/>
          </p:nvSpPr>
          <p:spPr>
            <a:xfrm>
              <a:off x="2041911" y="1546729"/>
              <a:ext cx="277512" cy="459699"/>
            </a:xfrm>
            <a:custGeom>
              <a:rect b="b" l="l" r="r" t="t"/>
              <a:pathLst>
                <a:path extrusionOk="0" h="117" w="73">
                  <a:moveTo>
                    <a:pt x="49" y="45"/>
                  </a:moveTo>
                  <a:cubicBezTo>
                    <a:pt x="52" y="42"/>
                    <a:pt x="55" y="40"/>
                    <a:pt x="57" y="36"/>
                  </a:cubicBezTo>
                  <a:cubicBezTo>
                    <a:pt x="59" y="33"/>
                    <a:pt x="61" y="28"/>
                    <a:pt x="61" y="24"/>
                  </a:cubicBezTo>
                  <a:cubicBezTo>
                    <a:pt x="61" y="11"/>
                    <a:pt x="50" y="0"/>
                    <a:pt x="37" y="0"/>
                  </a:cubicBezTo>
                  <a:cubicBezTo>
                    <a:pt x="24" y="0"/>
                    <a:pt x="13" y="11"/>
                    <a:pt x="13" y="24"/>
                  </a:cubicBezTo>
                  <a:cubicBezTo>
                    <a:pt x="13" y="29"/>
                    <a:pt x="15" y="35"/>
                    <a:pt x="18" y="39"/>
                  </a:cubicBezTo>
                  <a:cubicBezTo>
                    <a:pt x="20" y="41"/>
                    <a:pt x="22" y="43"/>
                    <a:pt x="24" y="44"/>
                  </a:cubicBezTo>
                  <a:cubicBezTo>
                    <a:pt x="27" y="46"/>
                    <a:pt x="29" y="46"/>
                    <a:pt x="30" y="49"/>
                  </a:cubicBezTo>
                  <a:cubicBezTo>
                    <a:pt x="31" y="51"/>
                    <a:pt x="31" y="52"/>
                    <a:pt x="30" y="54"/>
                  </a:cubicBezTo>
                  <a:cubicBezTo>
                    <a:pt x="30" y="56"/>
                    <a:pt x="30" y="57"/>
                    <a:pt x="28" y="58"/>
                  </a:cubicBezTo>
                  <a:cubicBezTo>
                    <a:pt x="27" y="59"/>
                    <a:pt x="26" y="60"/>
                    <a:pt x="25" y="60"/>
                  </a:cubicBezTo>
                  <a:cubicBezTo>
                    <a:pt x="22" y="60"/>
                    <a:pt x="12" y="59"/>
                    <a:pt x="10" y="60"/>
                  </a:cubicBezTo>
                  <a:cubicBezTo>
                    <a:pt x="8" y="61"/>
                    <a:pt x="6" y="62"/>
                    <a:pt x="5" y="63"/>
                  </a:cubicBezTo>
                  <a:cubicBezTo>
                    <a:pt x="2" y="66"/>
                    <a:pt x="0" y="70"/>
                    <a:pt x="0" y="74"/>
                  </a:cubicBezTo>
                  <a:cubicBezTo>
                    <a:pt x="0" y="74"/>
                    <a:pt x="0" y="107"/>
                    <a:pt x="0" y="107"/>
                  </a:cubicBezTo>
                  <a:cubicBezTo>
                    <a:pt x="0" y="113"/>
                    <a:pt x="4" y="117"/>
                    <a:pt x="9" y="117"/>
                  </a:cubicBezTo>
                  <a:cubicBezTo>
                    <a:pt x="56" y="117"/>
                    <a:pt x="56" y="117"/>
                    <a:pt x="56" y="117"/>
                  </a:cubicBezTo>
                  <a:cubicBezTo>
                    <a:pt x="71" y="117"/>
                    <a:pt x="73" y="110"/>
                    <a:pt x="73" y="105"/>
                  </a:cubicBezTo>
                  <a:cubicBezTo>
                    <a:pt x="73" y="105"/>
                    <a:pt x="73" y="74"/>
                    <a:pt x="73" y="74"/>
                  </a:cubicBezTo>
                  <a:cubicBezTo>
                    <a:pt x="73" y="70"/>
                    <a:pt x="71" y="66"/>
                    <a:pt x="68" y="63"/>
                  </a:cubicBezTo>
                  <a:cubicBezTo>
                    <a:pt x="66" y="61"/>
                    <a:pt x="64" y="60"/>
                    <a:pt x="62" y="60"/>
                  </a:cubicBezTo>
                  <a:cubicBezTo>
                    <a:pt x="57" y="59"/>
                    <a:pt x="53" y="60"/>
                    <a:pt x="48" y="60"/>
                  </a:cubicBezTo>
                  <a:cubicBezTo>
                    <a:pt x="47" y="60"/>
                    <a:pt x="45" y="59"/>
                    <a:pt x="45" y="58"/>
                  </a:cubicBezTo>
                  <a:cubicBezTo>
                    <a:pt x="44" y="57"/>
                    <a:pt x="44" y="56"/>
                    <a:pt x="43" y="55"/>
                  </a:cubicBezTo>
                  <a:cubicBezTo>
                    <a:pt x="43" y="50"/>
                    <a:pt x="46" y="47"/>
                    <a:pt x="49" y="45"/>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97" name="Google Shape;97;p1"/>
            <p:cNvSpPr/>
            <p:nvPr/>
          </p:nvSpPr>
          <p:spPr>
            <a:xfrm>
              <a:off x="2319424" y="1617036"/>
              <a:ext cx="201589" cy="381280"/>
            </a:xfrm>
            <a:custGeom>
              <a:rect b="b" l="l" r="r" t="t"/>
              <a:pathLst>
                <a:path extrusionOk="0" h="97" w="53">
                  <a:moveTo>
                    <a:pt x="0" y="96"/>
                  </a:moveTo>
                  <a:cubicBezTo>
                    <a:pt x="38" y="96"/>
                    <a:pt x="38" y="96"/>
                    <a:pt x="38" y="96"/>
                  </a:cubicBezTo>
                  <a:cubicBezTo>
                    <a:pt x="51" y="97"/>
                    <a:pt x="53" y="91"/>
                    <a:pt x="53" y="87"/>
                  </a:cubicBezTo>
                  <a:cubicBezTo>
                    <a:pt x="53" y="87"/>
                    <a:pt x="53" y="61"/>
                    <a:pt x="53" y="61"/>
                  </a:cubicBezTo>
                  <a:cubicBezTo>
                    <a:pt x="53" y="57"/>
                    <a:pt x="51" y="54"/>
                    <a:pt x="49" y="52"/>
                  </a:cubicBezTo>
                  <a:cubicBezTo>
                    <a:pt x="47" y="51"/>
                    <a:pt x="45" y="50"/>
                    <a:pt x="43" y="49"/>
                  </a:cubicBezTo>
                  <a:cubicBezTo>
                    <a:pt x="40" y="49"/>
                    <a:pt x="36" y="50"/>
                    <a:pt x="32" y="49"/>
                  </a:cubicBezTo>
                  <a:cubicBezTo>
                    <a:pt x="31" y="49"/>
                    <a:pt x="30" y="49"/>
                    <a:pt x="29" y="48"/>
                  </a:cubicBezTo>
                  <a:cubicBezTo>
                    <a:pt x="29" y="47"/>
                    <a:pt x="28" y="46"/>
                    <a:pt x="28" y="45"/>
                  </a:cubicBezTo>
                  <a:cubicBezTo>
                    <a:pt x="28" y="41"/>
                    <a:pt x="30" y="39"/>
                    <a:pt x="33" y="37"/>
                  </a:cubicBezTo>
                  <a:cubicBezTo>
                    <a:pt x="36" y="35"/>
                    <a:pt x="38" y="32"/>
                    <a:pt x="40" y="30"/>
                  </a:cubicBezTo>
                  <a:cubicBezTo>
                    <a:pt x="42" y="27"/>
                    <a:pt x="43" y="23"/>
                    <a:pt x="43" y="19"/>
                  </a:cubicBezTo>
                  <a:cubicBezTo>
                    <a:pt x="43" y="8"/>
                    <a:pt x="34" y="0"/>
                    <a:pt x="23" y="0"/>
                  </a:cubicBezTo>
                  <a:cubicBezTo>
                    <a:pt x="12" y="0"/>
                    <a:pt x="3" y="8"/>
                    <a:pt x="3" y="19"/>
                  </a:cubicBezTo>
                  <a:cubicBezTo>
                    <a:pt x="3" y="24"/>
                    <a:pt x="5" y="29"/>
                    <a:pt x="7" y="32"/>
                  </a:cubicBezTo>
                  <a:cubicBezTo>
                    <a:pt x="9" y="34"/>
                    <a:pt x="11" y="35"/>
                    <a:pt x="12" y="36"/>
                  </a:cubicBezTo>
                  <a:cubicBezTo>
                    <a:pt x="14" y="38"/>
                    <a:pt x="16" y="38"/>
                    <a:pt x="17" y="40"/>
                  </a:cubicBezTo>
                  <a:cubicBezTo>
                    <a:pt x="18" y="42"/>
                    <a:pt x="18" y="43"/>
                    <a:pt x="18" y="44"/>
                  </a:cubicBezTo>
                  <a:cubicBezTo>
                    <a:pt x="17" y="46"/>
                    <a:pt x="17" y="47"/>
                    <a:pt x="16" y="48"/>
                  </a:cubicBezTo>
                  <a:cubicBezTo>
                    <a:pt x="15" y="49"/>
                    <a:pt x="14" y="49"/>
                    <a:pt x="13" y="49"/>
                  </a:cubicBezTo>
                  <a:cubicBezTo>
                    <a:pt x="11" y="49"/>
                    <a:pt x="2" y="49"/>
                    <a:pt x="0" y="5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98" name="Google Shape;98;p1"/>
            <p:cNvSpPr/>
            <p:nvPr/>
          </p:nvSpPr>
          <p:spPr>
            <a:xfrm>
              <a:off x="3437327" y="2276840"/>
              <a:ext cx="270967" cy="259595"/>
            </a:xfrm>
            <a:custGeom>
              <a:rect b="b" l="l" r="r" t="t"/>
              <a:pathLst>
                <a:path extrusionOk="0" h="66" w="71">
                  <a:moveTo>
                    <a:pt x="39" y="2"/>
                  </a:moveTo>
                  <a:cubicBezTo>
                    <a:pt x="64" y="25"/>
                    <a:pt x="64" y="25"/>
                    <a:pt x="64" y="25"/>
                  </a:cubicBezTo>
                  <a:cubicBezTo>
                    <a:pt x="69" y="29"/>
                    <a:pt x="71" y="35"/>
                    <a:pt x="71" y="42"/>
                  </a:cubicBezTo>
                  <a:cubicBezTo>
                    <a:pt x="71" y="55"/>
                    <a:pt x="60" y="66"/>
                    <a:pt x="47" y="66"/>
                  </a:cubicBezTo>
                  <a:cubicBezTo>
                    <a:pt x="40" y="66"/>
                    <a:pt x="34" y="64"/>
                    <a:pt x="30" y="59"/>
                  </a:cubicBezTo>
                  <a:cubicBezTo>
                    <a:pt x="8" y="37"/>
                    <a:pt x="8" y="37"/>
                    <a:pt x="8" y="37"/>
                  </a:cubicBezTo>
                  <a:cubicBezTo>
                    <a:pt x="3" y="32"/>
                    <a:pt x="0" y="26"/>
                    <a:pt x="0" y="20"/>
                  </a:cubicBezTo>
                  <a:cubicBezTo>
                    <a:pt x="0" y="15"/>
                    <a:pt x="2" y="11"/>
                    <a:pt x="4" y="7"/>
                  </a:cubicBezTo>
                  <a:cubicBezTo>
                    <a:pt x="5" y="5"/>
                    <a:pt x="6" y="4"/>
                    <a:pt x="8" y="3"/>
                  </a:cubicBezTo>
                  <a:cubicBezTo>
                    <a:pt x="9" y="1"/>
                    <a:pt x="11" y="0"/>
                    <a:pt x="13" y="0"/>
                  </a:cubicBezTo>
                  <a:cubicBezTo>
                    <a:pt x="15" y="1"/>
                    <a:pt x="16" y="1"/>
                    <a:pt x="17" y="3"/>
                  </a:cubicBezTo>
                  <a:cubicBezTo>
                    <a:pt x="20" y="5"/>
                    <a:pt x="20" y="10"/>
                    <a:pt x="17" y="12"/>
                  </a:cubicBezTo>
                  <a:cubicBezTo>
                    <a:pt x="13" y="16"/>
                    <a:pt x="13" y="23"/>
                    <a:pt x="17" y="27"/>
                  </a:cubicBezTo>
                  <a:cubicBezTo>
                    <a:pt x="40" y="49"/>
                    <a:pt x="40" y="49"/>
                    <a:pt x="40" y="49"/>
                  </a:cubicBezTo>
                  <a:cubicBezTo>
                    <a:pt x="44" y="53"/>
                    <a:pt x="50" y="53"/>
                    <a:pt x="54" y="49"/>
                  </a:cubicBezTo>
                  <a:cubicBezTo>
                    <a:pt x="58" y="45"/>
                    <a:pt x="58" y="39"/>
                    <a:pt x="54" y="35"/>
                  </a:cubicBezTo>
                  <a:cubicBezTo>
                    <a:pt x="54" y="35"/>
                    <a:pt x="54" y="35"/>
                    <a:pt x="54" y="35"/>
                  </a:cubicBezTo>
                  <a:cubicBezTo>
                    <a:pt x="36" y="17"/>
                    <a:pt x="36" y="17"/>
                    <a:pt x="36" y="17"/>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99" name="Google Shape;99;p1"/>
            <p:cNvSpPr/>
            <p:nvPr/>
          </p:nvSpPr>
          <p:spPr>
            <a:xfrm>
              <a:off x="3301189" y="2115946"/>
              <a:ext cx="281439" cy="274467"/>
            </a:xfrm>
            <a:custGeom>
              <a:rect b="b" l="l" r="r" t="t"/>
              <a:pathLst>
                <a:path extrusionOk="0" h="70" w="74">
                  <a:moveTo>
                    <a:pt x="38" y="70"/>
                  </a:moveTo>
                  <a:cubicBezTo>
                    <a:pt x="10" y="44"/>
                    <a:pt x="10" y="44"/>
                    <a:pt x="10" y="44"/>
                  </a:cubicBezTo>
                  <a:cubicBezTo>
                    <a:pt x="0" y="35"/>
                    <a:pt x="0" y="19"/>
                    <a:pt x="10" y="10"/>
                  </a:cubicBezTo>
                  <a:cubicBezTo>
                    <a:pt x="19" y="0"/>
                    <a:pt x="35" y="0"/>
                    <a:pt x="44" y="10"/>
                  </a:cubicBezTo>
                  <a:cubicBezTo>
                    <a:pt x="49" y="15"/>
                    <a:pt x="54" y="20"/>
                    <a:pt x="60" y="25"/>
                  </a:cubicBezTo>
                  <a:cubicBezTo>
                    <a:pt x="66" y="32"/>
                    <a:pt x="73" y="38"/>
                    <a:pt x="74" y="48"/>
                  </a:cubicBezTo>
                  <a:cubicBezTo>
                    <a:pt x="74" y="55"/>
                    <a:pt x="71" y="62"/>
                    <a:pt x="67" y="67"/>
                  </a:cubicBezTo>
                  <a:cubicBezTo>
                    <a:pt x="65" y="68"/>
                    <a:pt x="63" y="69"/>
                    <a:pt x="61" y="69"/>
                  </a:cubicBezTo>
                  <a:cubicBezTo>
                    <a:pt x="60" y="68"/>
                    <a:pt x="58" y="68"/>
                    <a:pt x="57" y="67"/>
                  </a:cubicBezTo>
                  <a:cubicBezTo>
                    <a:pt x="54" y="64"/>
                    <a:pt x="54" y="60"/>
                    <a:pt x="57" y="57"/>
                  </a:cubicBezTo>
                  <a:cubicBezTo>
                    <a:pt x="61" y="53"/>
                    <a:pt x="61" y="46"/>
                    <a:pt x="57" y="42"/>
                  </a:cubicBezTo>
                  <a:cubicBezTo>
                    <a:pt x="51" y="36"/>
                    <a:pt x="51" y="36"/>
                    <a:pt x="51" y="36"/>
                  </a:cubicBezTo>
                  <a:cubicBezTo>
                    <a:pt x="51" y="36"/>
                    <a:pt x="51" y="36"/>
                    <a:pt x="51" y="36"/>
                  </a:cubicBezTo>
                  <a:cubicBezTo>
                    <a:pt x="35" y="20"/>
                    <a:pt x="35" y="20"/>
                    <a:pt x="35" y="20"/>
                  </a:cubicBezTo>
                  <a:cubicBezTo>
                    <a:pt x="31" y="16"/>
                    <a:pt x="24" y="16"/>
                    <a:pt x="20" y="20"/>
                  </a:cubicBezTo>
                  <a:cubicBezTo>
                    <a:pt x="16" y="24"/>
                    <a:pt x="16" y="31"/>
                    <a:pt x="20" y="35"/>
                  </a:cubicBezTo>
                  <a:cubicBezTo>
                    <a:pt x="37" y="51"/>
                    <a:pt x="37" y="51"/>
                    <a:pt x="37" y="5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00" name="Google Shape;100;p1"/>
            <p:cNvSpPr/>
            <p:nvPr/>
          </p:nvSpPr>
          <p:spPr>
            <a:xfrm>
              <a:off x="3387584" y="4102117"/>
              <a:ext cx="233006" cy="250130"/>
            </a:xfrm>
            <a:custGeom>
              <a:rect b="b" l="l" r="r" t="t"/>
              <a:pathLst>
                <a:path extrusionOk="0" h="64" w="61">
                  <a:moveTo>
                    <a:pt x="0" y="56"/>
                  </a:moveTo>
                  <a:cubicBezTo>
                    <a:pt x="0" y="7"/>
                    <a:pt x="0" y="7"/>
                    <a:pt x="0" y="7"/>
                  </a:cubicBezTo>
                  <a:cubicBezTo>
                    <a:pt x="0" y="3"/>
                    <a:pt x="5" y="0"/>
                    <a:pt x="9" y="2"/>
                  </a:cubicBezTo>
                  <a:cubicBezTo>
                    <a:pt x="16" y="5"/>
                    <a:pt x="23" y="9"/>
                    <a:pt x="30" y="13"/>
                  </a:cubicBezTo>
                  <a:cubicBezTo>
                    <a:pt x="39" y="17"/>
                    <a:pt x="48" y="22"/>
                    <a:pt x="58" y="26"/>
                  </a:cubicBezTo>
                  <a:cubicBezTo>
                    <a:pt x="60" y="27"/>
                    <a:pt x="61" y="29"/>
                    <a:pt x="61" y="32"/>
                  </a:cubicBezTo>
                  <a:cubicBezTo>
                    <a:pt x="61" y="34"/>
                    <a:pt x="60" y="36"/>
                    <a:pt x="58" y="37"/>
                  </a:cubicBezTo>
                  <a:cubicBezTo>
                    <a:pt x="9" y="61"/>
                    <a:pt x="9" y="61"/>
                    <a:pt x="9" y="61"/>
                  </a:cubicBezTo>
                  <a:cubicBezTo>
                    <a:pt x="5" y="64"/>
                    <a:pt x="0" y="60"/>
                    <a:pt x="0" y="56"/>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01" name="Google Shape;101;p1"/>
            <p:cNvSpPr/>
            <p:nvPr/>
          </p:nvSpPr>
          <p:spPr>
            <a:xfrm>
              <a:off x="3259300" y="3999361"/>
              <a:ext cx="441140" cy="447530"/>
            </a:xfrm>
            <a:custGeom>
              <a:rect b="b" l="l" r="r" t="t"/>
              <a:pathLst>
                <a:path extrusionOk="0" h="114" w="116">
                  <a:moveTo>
                    <a:pt x="59" y="0"/>
                  </a:moveTo>
                  <a:cubicBezTo>
                    <a:pt x="59" y="0"/>
                    <a:pt x="60" y="0"/>
                    <a:pt x="62" y="0"/>
                  </a:cubicBezTo>
                  <a:cubicBezTo>
                    <a:pt x="64" y="0"/>
                    <a:pt x="65" y="0"/>
                    <a:pt x="67" y="1"/>
                  </a:cubicBezTo>
                  <a:cubicBezTo>
                    <a:pt x="69" y="1"/>
                    <a:pt x="71" y="1"/>
                    <a:pt x="74" y="2"/>
                  </a:cubicBezTo>
                  <a:cubicBezTo>
                    <a:pt x="78" y="3"/>
                    <a:pt x="84" y="5"/>
                    <a:pt x="90" y="9"/>
                  </a:cubicBezTo>
                  <a:cubicBezTo>
                    <a:pt x="95" y="13"/>
                    <a:pt x="101" y="18"/>
                    <a:pt x="106" y="25"/>
                  </a:cubicBezTo>
                  <a:cubicBezTo>
                    <a:pt x="111" y="32"/>
                    <a:pt x="114" y="40"/>
                    <a:pt x="115" y="50"/>
                  </a:cubicBezTo>
                  <a:cubicBezTo>
                    <a:pt x="116" y="52"/>
                    <a:pt x="116" y="55"/>
                    <a:pt x="116" y="57"/>
                  </a:cubicBezTo>
                  <a:cubicBezTo>
                    <a:pt x="116" y="60"/>
                    <a:pt x="116" y="62"/>
                    <a:pt x="115" y="65"/>
                  </a:cubicBezTo>
                  <a:cubicBezTo>
                    <a:pt x="115" y="70"/>
                    <a:pt x="113" y="75"/>
                    <a:pt x="111" y="80"/>
                  </a:cubicBezTo>
                  <a:cubicBezTo>
                    <a:pt x="109" y="84"/>
                    <a:pt x="106" y="89"/>
                    <a:pt x="103" y="93"/>
                  </a:cubicBezTo>
                  <a:cubicBezTo>
                    <a:pt x="99" y="97"/>
                    <a:pt x="95" y="101"/>
                    <a:pt x="91" y="104"/>
                  </a:cubicBezTo>
                  <a:cubicBezTo>
                    <a:pt x="86" y="107"/>
                    <a:pt x="81" y="110"/>
                    <a:pt x="76" y="112"/>
                  </a:cubicBezTo>
                  <a:cubicBezTo>
                    <a:pt x="70" y="113"/>
                    <a:pt x="65" y="114"/>
                    <a:pt x="59" y="114"/>
                  </a:cubicBezTo>
                  <a:cubicBezTo>
                    <a:pt x="57" y="114"/>
                    <a:pt x="56" y="114"/>
                    <a:pt x="55" y="114"/>
                  </a:cubicBezTo>
                  <a:cubicBezTo>
                    <a:pt x="53" y="114"/>
                    <a:pt x="52" y="114"/>
                    <a:pt x="51" y="114"/>
                  </a:cubicBezTo>
                  <a:cubicBezTo>
                    <a:pt x="46" y="113"/>
                    <a:pt x="46" y="113"/>
                    <a:pt x="46" y="113"/>
                  </a:cubicBezTo>
                  <a:cubicBezTo>
                    <a:pt x="45" y="112"/>
                    <a:pt x="44" y="112"/>
                    <a:pt x="42" y="112"/>
                  </a:cubicBezTo>
                  <a:cubicBezTo>
                    <a:pt x="37" y="110"/>
                    <a:pt x="32" y="108"/>
                    <a:pt x="27" y="104"/>
                  </a:cubicBezTo>
                  <a:cubicBezTo>
                    <a:pt x="25" y="103"/>
                    <a:pt x="23" y="101"/>
                    <a:pt x="21" y="99"/>
                  </a:cubicBezTo>
                  <a:cubicBezTo>
                    <a:pt x="19" y="97"/>
                    <a:pt x="17" y="95"/>
                    <a:pt x="15" y="93"/>
                  </a:cubicBezTo>
                  <a:cubicBezTo>
                    <a:pt x="12" y="89"/>
                    <a:pt x="9" y="85"/>
                    <a:pt x="7" y="80"/>
                  </a:cubicBezTo>
                  <a:cubicBezTo>
                    <a:pt x="2" y="70"/>
                    <a:pt x="0" y="60"/>
                    <a:pt x="2" y="50"/>
                  </a:cubicBezTo>
                  <a:cubicBezTo>
                    <a:pt x="3" y="41"/>
                    <a:pt x="6" y="32"/>
                    <a:pt x="11" y="25"/>
                  </a:cubicBezTo>
                  <a:cubicBezTo>
                    <a:pt x="12" y="23"/>
                    <a:pt x="14" y="22"/>
                    <a:pt x="15" y="20"/>
                  </a:cubicBezTo>
                  <a:cubicBezTo>
                    <a:pt x="16" y="19"/>
                    <a:pt x="16" y="19"/>
                    <a:pt x="16" y="19"/>
                  </a:cubicBezTo>
                  <a:cubicBezTo>
                    <a:pt x="16" y="19"/>
                    <a:pt x="17" y="18"/>
                    <a:pt x="17" y="18"/>
                  </a:cubicBezTo>
                  <a:cubicBezTo>
                    <a:pt x="18" y="17"/>
                    <a:pt x="18" y="17"/>
                    <a:pt x="19" y="16"/>
                  </a:cubicBezTo>
                  <a:cubicBezTo>
                    <a:pt x="20" y="15"/>
                    <a:pt x="21" y="14"/>
                    <a:pt x="23" y="13"/>
                  </a:cubicBezTo>
                  <a:cubicBezTo>
                    <a:pt x="24" y="12"/>
                    <a:pt x="26" y="10"/>
                    <a:pt x="27" y="9"/>
                  </a:cubicBezTo>
                  <a:cubicBezTo>
                    <a:pt x="29" y="8"/>
                    <a:pt x="30" y="8"/>
                    <a:pt x="32" y="7"/>
                  </a:cubicBezTo>
                  <a:cubicBezTo>
                    <a:pt x="33" y="6"/>
                    <a:pt x="34" y="6"/>
                    <a:pt x="36" y="5"/>
                  </a:cubicBezTo>
                  <a:cubicBezTo>
                    <a:pt x="39" y="4"/>
                    <a:pt x="41" y="3"/>
                    <a:pt x="43" y="2"/>
                  </a:cubicBezTo>
                  <a:cubicBezTo>
                    <a:pt x="48" y="1"/>
                    <a:pt x="52" y="0"/>
                    <a:pt x="54" y="0"/>
                  </a:cubicBezTo>
                  <a:cubicBezTo>
                    <a:pt x="56" y="0"/>
                    <a:pt x="57" y="0"/>
                    <a:pt x="57" y="0"/>
                  </a:cubicBezTo>
                  <a:cubicBezTo>
                    <a:pt x="58" y="0"/>
                    <a:pt x="58" y="0"/>
                    <a:pt x="58" y="0"/>
                  </a:cubicBezTo>
                  <a:cubicBezTo>
                    <a:pt x="60" y="0"/>
                    <a:pt x="60" y="1"/>
                    <a:pt x="61" y="2"/>
                  </a:cubicBezTo>
                  <a:cubicBezTo>
                    <a:pt x="61" y="3"/>
                    <a:pt x="60" y="4"/>
                    <a:pt x="59" y="4"/>
                  </a:cubicBezTo>
                  <a:cubicBezTo>
                    <a:pt x="58" y="4"/>
                    <a:pt x="58" y="4"/>
                    <a:pt x="58" y="4"/>
                  </a:cubicBezTo>
                  <a:cubicBezTo>
                    <a:pt x="58" y="4"/>
                    <a:pt x="58" y="4"/>
                    <a:pt x="58" y="4"/>
                  </a:cubicBezTo>
                  <a:cubicBezTo>
                    <a:pt x="57" y="4"/>
                    <a:pt x="56" y="4"/>
                    <a:pt x="55" y="4"/>
                  </a:cubicBezTo>
                  <a:cubicBezTo>
                    <a:pt x="52" y="5"/>
                    <a:pt x="49" y="5"/>
                    <a:pt x="45" y="7"/>
                  </a:cubicBezTo>
                  <a:cubicBezTo>
                    <a:pt x="42" y="7"/>
                    <a:pt x="40" y="8"/>
                    <a:pt x="38" y="9"/>
                  </a:cubicBezTo>
                  <a:cubicBezTo>
                    <a:pt x="36" y="10"/>
                    <a:pt x="35" y="10"/>
                    <a:pt x="34" y="11"/>
                  </a:cubicBezTo>
                  <a:cubicBezTo>
                    <a:pt x="33" y="12"/>
                    <a:pt x="31" y="12"/>
                    <a:pt x="30" y="13"/>
                  </a:cubicBezTo>
                  <a:cubicBezTo>
                    <a:pt x="29" y="14"/>
                    <a:pt x="28" y="15"/>
                    <a:pt x="26" y="16"/>
                  </a:cubicBezTo>
                  <a:cubicBezTo>
                    <a:pt x="25" y="17"/>
                    <a:pt x="24" y="18"/>
                    <a:pt x="22" y="20"/>
                  </a:cubicBezTo>
                  <a:cubicBezTo>
                    <a:pt x="22" y="20"/>
                    <a:pt x="21" y="21"/>
                    <a:pt x="20" y="22"/>
                  </a:cubicBezTo>
                  <a:cubicBezTo>
                    <a:pt x="20" y="22"/>
                    <a:pt x="20" y="22"/>
                    <a:pt x="20" y="22"/>
                  </a:cubicBezTo>
                  <a:cubicBezTo>
                    <a:pt x="19" y="24"/>
                    <a:pt x="19" y="24"/>
                    <a:pt x="19" y="24"/>
                  </a:cubicBezTo>
                  <a:cubicBezTo>
                    <a:pt x="18" y="25"/>
                    <a:pt x="16" y="26"/>
                    <a:pt x="15" y="28"/>
                  </a:cubicBezTo>
                  <a:cubicBezTo>
                    <a:pt x="11" y="34"/>
                    <a:pt x="8" y="42"/>
                    <a:pt x="7" y="51"/>
                  </a:cubicBezTo>
                  <a:cubicBezTo>
                    <a:pt x="6" y="60"/>
                    <a:pt x="8" y="69"/>
                    <a:pt x="12" y="77"/>
                  </a:cubicBezTo>
                  <a:cubicBezTo>
                    <a:pt x="14" y="82"/>
                    <a:pt x="16" y="86"/>
                    <a:pt x="20" y="90"/>
                  </a:cubicBezTo>
                  <a:cubicBezTo>
                    <a:pt x="21" y="92"/>
                    <a:pt x="23" y="93"/>
                    <a:pt x="25" y="95"/>
                  </a:cubicBezTo>
                  <a:cubicBezTo>
                    <a:pt x="27" y="97"/>
                    <a:pt x="28" y="98"/>
                    <a:pt x="31" y="100"/>
                  </a:cubicBezTo>
                  <a:cubicBezTo>
                    <a:pt x="35" y="103"/>
                    <a:pt x="39" y="105"/>
                    <a:pt x="44" y="106"/>
                  </a:cubicBezTo>
                  <a:cubicBezTo>
                    <a:pt x="45" y="106"/>
                    <a:pt x="46" y="107"/>
                    <a:pt x="48" y="107"/>
                  </a:cubicBezTo>
                  <a:cubicBezTo>
                    <a:pt x="51" y="108"/>
                    <a:pt x="51" y="108"/>
                    <a:pt x="51" y="108"/>
                  </a:cubicBezTo>
                  <a:cubicBezTo>
                    <a:pt x="54" y="108"/>
                    <a:pt x="57" y="108"/>
                    <a:pt x="59" y="108"/>
                  </a:cubicBezTo>
                  <a:cubicBezTo>
                    <a:pt x="64" y="108"/>
                    <a:pt x="69" y="107"/>
                    <a:pt x="74" y="106"/>
                  </a:cubicBezTo>
                  <a:cubicBezTo>
                    <a:pt x="79" y="104"/>
                    <a:pt x="83" y="102"/>
                    <a:pt x="87" y="99"/>
                  </a:cubicBezTo>
                  <a:cubicBezTo>
                    <a:pt x="91" y="97"/>
                    <a:pt x="95" y="93"/>
                    <a:pt x="98" y="90"/>
                  </a:cubicBezTo>
                  <a:cubicBezTo>
                    <a:pt x="101" y="86"/>
                    <a:pt x="104" y="82"/>
                    <a:pt x="106" y="77"/>
                  </a:cubicBezTo>
                  <a:cubicBezTo>
                    <a:pt x="108" y="73"/>
                    <a:pt x="109" y="68"/>
                    <a:pt x="110" y="64"/>
                  </a:cubicBezTo>
                  <a:cubicBezTo>
                    <a:pt x="110" y="62"/>
                    <a:pt x="110" y="59"/>
                    <a:pt x="110" y="57"/>
                  </a:cubicBezTo>
                  <a:cubicBezTo>
                    <a:pt x="110" y="55"/>
                    <a:pt x="110" y="53"/>
                    <a:pt x="110" y="51"/>
                  </a:cubicBezTo>
                  <a:cubicBezTo>
                    <a:pt x="109" y="42"/>
                    <a:pt x="106" y="34"/>
                    <a:pt x="102" y="28"/>
                  </a:cubicBezTo>
                  <a:cubicBezTo>
                    <a:pt x="97" y="21"/>
                    <a:pt x="92" y="17"/>
                    <a:pt x="87" y="13"/>
                  </a:cubicBezTo>
                  <a:cubicBezTo>
                    <a:pt x="82" y="9"/>
                    <a:pt x="77" y="8"/>
                    <a:pt x="72" y="6"/>
                  </a:cubicBezTo>
                  <a:cubicBezTo>
                    <a:pt x="70" y="6"/>
                    <a:pt x="68" y="5"/>
                    <a:pt x="67" y="5"/>
                  </a:cubicBezTo>
                  <a:cubicBezTo>
                    <a:pt x="65" y="5"/>
                    <a:pt x="63" y="4"/>
                    <a:pt x="62" y="4"/>
                  </a:cubicBezTo>
                  <a:cubicBezTo>
                    <a:pt x="60" y="4"/>
                    <a:pt x="58" y="4"/>
                    <a:pt x="58" y="4"/>
                  </a:cubicBezTo>
                  <a:cubicBezTo>
                    <a:pt x="57" y="4"/>
                    <a:pt x="56" y="3"/>
                    <a:pt x="56" y="2"/>
                  </a:cubicBezTo>
                  <a:cubicBezTo>
                    <a:pt x="56" y="1"/>
                    <a:pt x="57" y="0"/>
                    <a:pt x="59"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02" name="Google Shape;102;p1"/>
            <p:cNvSpPr/>
            <p:nvPr/>
          </p:nvSpPr>
          <p:spPr>
            <a:xfrm>
              <a:off x="3456963" y="4011530"/>
              <a:ext cx="295839" cy="443475"/>
            </a:xfrm>
            <a:custGeom>
              <a:rect b="b" l="l" r="r" t="t"/>
              <a:pathLst>
                <a:path extrusionOk="0" h="113" w="78">
                  <a:moveTo>
                    <a:pt x="25" y="0"/>
                  </a:moveTo>
                  <a:cubicBezTo>
                    <a:pt x="25" y="0"/>
                    <a:pt x="25" y="0"/>
                    <a:pt x="27" y="0"/>
                  </a:cubicBezTo>
                  <a:cubicBezTo>
                    <a:pt x="28" y="0"/>
                    <a:pt x="30" y="0"/>
                    <a:pt x="33" y="1"/>
                  </a:cubicBezTo>
                  <a:cubicBezTo>
                    <a:pt x="38" y="2"/>
                    <a:pt x="45" y="5"/>
                    <a:pt x="53" y="10"/>
                  </a:cubicBezTo>
                  <a:cubicBezTo>
                    <a:pt x="56" y="12"/>
                    <a:pt x="60" y="15"/>
                    <a:pt x="64" y="19"/>
                  </a:cubicBezTo>
                  <a:cubicBezTo>
                    <a:pt x="67" y="23"/>
                    <a:pt x="70" y="28"/>
                    <a:pt x="73" y="33"/>
                  </a:cubicBezTo>
                  <a:cubicBezTo>
                    <a:pt x="75" y="38"/>
                    <a:pt x="77" y="44"/>
                    <a:pt x="77" y="50"/>
                  </a:cubicBezTo>
                  <a:cubicBezTo>
                    <a:pt x="77" y="51"/>
                    <a:pt x="78" y="53"/>
                    <a:pt x="78" y="54"/>
                  </a:cubicBezTo>
                  <a:cubicBezTo>
                    <a:pt x="78" y="55"/>
                    <a:pt x="78" y="56"/>
                    <a:pt x="78" y="57"/>
                  </a:cubicBezTo>
                  <a:cubicBezTo>
                    <a:pt x="78" y="59"/>
                    <a:pt x="78" y="59"/>
                    <a:pt x="78" y="59"/>
                  </a:cubicBezTo>
                  <a:cubicBezTo>
                    <a:pt x="77" y="62"/>
                    <a:pt x="77" y="65"/>
                    <a:pt x="76" y="68"/>
                  </a:cubicBezTo>
                  <a:cubicBezTo>
                    <a:pt x="74" y="80"/>
                    <a:pt x="67" y="91"/>
                    <a:pt x="58" y="98"/>
                  </a:cubicBezTo>
                  <a:cubicBezTo>
                    <a:pt x="50" y="105"/>
                    <a:pt x="40" y="110"/>
                    <a:pt x="31" y="112"/>
                  </a:cubicBezTo>
                  <a:cubicBezTo>
                    <a:pt x="27" y="113"/>
                    <a:pt x="23" y="113"/>
                    <a:pt x="19" y="113"/>
                  </a:cubicBezTo>
                  <a:cubicBezTo>
                    <a:pt x="17" y="113"/>
                    <a:pt x="15" y="113"/>
                    <a:pt x="14" y="113"/>
                  </a:cubicBezTo>
                  <a:cubicBezTo>
                    <a:pt x="12" y="112"/>
                    <a:pt x="11" y="112"/>
                    <a:pt x="9" y="112"/>
                  </a:cubicBezTo>
                  <a:cubicBezTo>
                    <a:pt x="4" y="111"/>
                    <a:pt x="2" y="111"/>
                    <a:pt x="2" y="111"/>
                  </a:cubicBezTo>
                  <a:cubicBezTo>
                    <a:pt x="0" y="110"/>
                    <a:pt x="0" y="109"/>
                    <a:pt x="0" y="108"/>
                  </a:cubicBezTo>
                  <a:cubicBezTo>
                    <a:pt x="0" y="107"/>
                    <a:pt x="1" y="106"/>
                    <a:pt x="2" y="106"/>
                  </a:cubicBezTo>
                  <a:cubicBezTo>
                    <a:pt x="2" y="106"/>
                    <a:pt x="5" y="107"/>
                    <a:pt x="10" y="108"/>
                  </a:cubicBezTo>
                  <a:cubicBezTo>
                    <a:pt x="11" y="108"/>
                    <a:pt x="13" y="108"/>
                    <a:pt x="14" y="108"/>
                  </a:cubicBezTo>
                  <a:cubicBezTo>
                    <a:pt x="16" y="108"/>
                    <a:pt x="17" y="108"/>
                    <a:pt x="19" y="108"/>
                  </a:cubicBezTo>
                  <a:cubicBezTo>
                    <a:pt x="22" y="108"/>
                    <a:pt x="26" y="108"/>
                    <a:pt x="30" y="107"/>
                  </a:cubicBezTo>
                  <a:cubicBezTo>
                    <a:pt x="38" y="105"/>
                    <a:pt x="47" y="101"/>
                    <a:pt x="55" y="94"/>
                  </a:cubicBezTo>
                  <a:cubicBezTo>
                    <a:pt x="62" y="87"/>
                    <a:pt x="68" y="77"/>
                    <a:pt x="71" y="67"/>
                  </a:cubicBezTo>
                  <a:cubicBezTo>
                    <a:pt x="71" y="64"/>
                    <a:pt x="71" y="61"/>
                    <a:pt x="72" y="59"/>
                  </a:cubicBezTo>
                  <a:cubicBezTo>
                    <a:pt x="72" y="56"/>
                    <a:pt x="72" y="56"/>
                    <a:pt x="72" y="56"/>
                  </a:cubicBezTo>
                  <a:cubicBezTo>
                    <a:pt x="72" y="56"/>
                    <a:pt x="72" y="55"/>
                    <a:pt x="72" y="54"/>
                  </a:cubicBezTo>
                  <a:cubicBezTo>
                    <a:pt x="72" y="53"/>
                    <a:pt x="71" y="52"/>
                    <a:pt x="71" y="50"/>
                  </a:cubicBezTo>
                  <a:cubicBezTo>
                    <a:pt x="71" y="45"/>
                    <a:pt x="69" y="40"/>
                    <a:pt x="67" y="35"/>
                  </a:cubicBezTo>
                  <a:cubicBezTo>
                    <a:pt x="63" y="26"/>
                    <a:pt x="56" y="19"/>
                    <a:pt x="50" y="14"/>
                  </a:cubicBezTo>
                  <a:cubicBezTo>
                    <a:pt x="43" y="9"/>
                    <a:pt x="36" y="7"/>
                    <a:pt x="32" y="5"/>
                  </a:cubicBezTo>
                  <a:cubicBezTo>
                    <a:pt x="29" y="5"/>
                    <a:pt x="28" y="4"/>
                    <a:pt x="26" y="4"/>
                  </a:cubicBezTo>
                  <a:cubicBezTo>
                    <a:pt x="25" y="4"/>
                    <a:pt x="24" y="4"/>
                    <a:pt x="24" y="4"/>
                  </a:cubicBezTo>
                  <a:cubicBezTo>
                    <a:pt x="23" y="4"/>
                    <a:pt x="22" y="3"/>
                    <a:pt x="22" y="1"/>
                  </a:cubicBezTo>
                  <a:cubicBezTo>
                    <a:pt x="23" y="0"/>
                    <a:pt x="24" y="0"/>
                    <a:pt x="25"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03" name="Google Shape;103;p1"/>
            <p:cNvSpPr/>
            <p:nvPr/>
          </p:nvSpPr>
          <p:spPr>
            <a:xfrm>
              <a:off x="3996279" y="1880688"/>
              <a:ext cx="354744" cy="373168"/>
            </a:xfrm>
            <a:custGeom>
              <a:rect b="b" l="l" r="r" t="t"/>
              <a:pathLst>
                <a:path extrusionOk="0" h="95" w="93">
                  <a:moveTo>
                    <a:pt x="60" y="2"/>
                  </a:moveTo>
                  <a:cubicBezTo>
                    <a:pt x="60" y="2"/>
                    <a:pt x="60" y="2"/>
                    <a:pt x="59" y="2"/>
                  </a:cubicBezTo>
                  <a:cubicBezTo>
                    <a:pt x="45" y="0"/>
                    <a:pt x="31" y="9"/>
                    <a:pt x="26" y="22"/>
                  </a:cubicBezTo>
                  <a:cubicBezTo>
                    <a:pt x="24" y="28"/>
                    <a:pt x="24" y="34"/>
                    <a:pt x="22" y="40"/>
                  </a:cubicBezTo>
                  <a:cubicBezTo>
                    <a:pt x="20" y="46"/>
                    <a:pt x="16" y="51"/>
                    <a:pt x="11" y="55"/>
                  </a:cubicBezTo>
                  <a:cubicBezTo>
                    <a:pt x="8" y="57"/>
                    <a:pt x="6" y="58"/>
                    <a:pt x="3" y="60"/>
                  </a:cubicBezTo>
                  <a:cubicBezTo>
                    <a:pt x="1" y="62"/>
                    <a:pt x="0" y="65"/>
                    <a:pt x="0" y="68"/>
                  </a:cubicBezTo>
                  <a:cubicBezTo>
                    <a:pt x="1" y="74"/>
                    <a:pt x="10" y="74"/>
                    <a:pt x="15" y="75"/>
                  </a:cubicBezTo>
                  <a:cubicBezTo>
                    <a:pt x="22" y="77"/>
                    <a:pt x="57" y="86"/>
                    <a:pt x="67" y="89"/>
                  </a:cubicBezTo>
                  <a:cubicBezTo>
                    <a:pt x="72" y="90"/>
                    <a:pt x="77" y="91"/>
                    <a:pt x="81" y="92"/>
                  </a:cubicBezTo>
                  <a:cubicBezTo>
                    <a:pt x="84" y="94"/>
                    <a:pt x="88" y="95"/>
                    <a:pt x="91" y="92"/>
                  </a:cubicBezTo>
                  <a:cubicBezTo>
                    <a:pt x="93" y="90"/>
                    <a:pt x="93" y="86"/>
                    <a:pt x="92" y="83"/>
                  </a:cubicBezTo>
                  <a:cubicBezTo>
                    <a:pt x="91" y="80"/>
                    <a:pt x="89" y="78"/>
                    <a:pt x="88" y="75"/>
                  </a:cubicBezTo>
                  <a:cubicBezTo>
                    <a:pt x="85" y="69"/>
                    <a:pt x="84" y="63"/>
                    <a:pt x="85" y="56"/>
                  </a:cubicBezTo>
                  <a:cubicBezTo>
                    <a:pt x="86" y="51"/>
                    <a:pt x="89" y="45"/>
                    <a:pt x="90" y="39"/>
                  </a:cubicBezTo>
                  <a:cubicBezTo>
                    <a:pt x="93" y="25"/>
                    <a:pt x="84" y="10"/>
                    <a:pt x="71" y="5"/>
                  </a:cubicBezTo>
                  <a:lnTo>
                    <a:pt x="60" y="2"/>
                  </a:ln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04" name="Google Shape;104;p1"/>
            <p:cNvSpPr/>
            <p:nvPr/>
          </p:nvSpPr>
          <p:spPr>
            <a:xfrm>
              <a:off x="4103619" y="2190308"/>
              <a:ext cx="121739" cy="82475"/>
            </a:xfrm>
            <a:custGeom>
              <a:rect b="b" l="l" r="r" t="t"/>
              <a:pathLst>
                <a:path extrusionOk="0" h="21" w="32">
                  <a:moveTo>
                    <a:pt x="2" y="0"/>
                  </a:moveTo>
                  <a:cubicBezTo>
                    <a:pt x="0" y="5"/>
                    <a:pt x="2" y="11"/>
                    <a:pt x="6" y="15"/>
                  </a:cubicBezTo>
                  <a:cubicBezTo>
                    <a:pt x="10" y="19"/>
                    <a:pt x="16" y="21"/>
                    <a:pt x="21" y="19"/>
                  </a:cubicBezTo>
                  <a:cubicBezTo>
                    <a:pt x="26" y="18"/>
                    <a:pt x="31" y="13"/>
                    <a:pt x="32" y="8"/>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05" name="Google Shape;105;p1"/>
            <p:cNvSpPr/>
            <p:nvPr/>
          </p:nvSpPr>
          <p:spPr>
            <a:xfrm>
              <a:off x="4233212" y="1767115"/>
              <a:ext cx="60215" cy="128445"/>
            </a:xfrm>
            <a:custGeom>
              <a:rect b="b" l="l" r="r" t="t"/>
              <a:pathLst>
                <a:path extrusionOk="0" h="33" w="16">
                  <a:moveTo>
                    <a:pt x="0" y="31"/>
                  </a:moveTo>
                  <a:cubicBezTo>
                    <a:pt x="1" y="22"/>
                    <a:pt x="3" y="15"/>
                    <a:pt x="6" y="7"/>
                  </a:cubicBezTo>
                  <a:cubicBezTo>
                    <a:pt x="6" y="5"/>
                    <a:pt x="7" y="3"/>
                    <a:pt x="8" y="2"/>
                  </a:cubicBezTo>
                  <a:cubicBezTo>
                    <a:pt x="9" y="1"/>
                    <a:pt x="11" y="0"/>
                    <a:pt x="13" y="1"/>
                  </a:cubicBezTo>
                  <a:cubicBezTo>
                    <a:pt x="14" y="1"/>
                    <a:pt x="15" y="3"/>
                    <a:pt x="15" y="4"/>
                  </a:cubicBezTo>
                  <a:cubicBezTo>
                    <a:pt x="15" y="6"/>
                    <a:pt x="16" y="8"/>
                    <a:pt x="16" y="9"/>
                  </a:cubicBezTo>
                  <a:cubicBezTo>
                    <a:pt x="16" y="18"/>
                    <a:pt x="13" y="27"/>
                    <a:pt x="8" y="3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06" name="Google Shape;106;p1"/>
            <p:cNvSpPr/>
            <p:nvPr/>
          </p:nvSpPr>
          <p:spPr>
            <a:xfrm>
              <a:off x="4004134" y="2241687"/>
              <a:ext cx="53669" cy="47322"/>
            </a:xfrm>
            <a:custGeom>
              <a:rect b="b" l="l" r="r" t="t"/>
              <a:pathLst>
                <a:path extrusionOk="0" h="12" w="14">
                  <a:moveTo>
                    <a:pt x="14" y="0"/>
                  </a:moveTo>
                  <a:cubicBezTo>
                    <a:pt x="9" y="4"/>
                    <a:pt x="5" y="8"/>
                    <a:pt x="0" y="12"/>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07" name="Google Shape;107;p1"/>
            <p:cNvSpPr/>
            <p:nvPr/>
          </p:nvSpPr>
          <p:spPr>
            <a:xfrm>
              <a:off x="4247611" y="1950995"/>
              <a:ext cx="34035" cy="223089"/>
            </a:xfrm>
            <a:custGeom>
              <a:rect b="b" l="l" r="r" t="t"/>
              <a:pathLst>
                <a:path extrusionOk="0" h="57" w="9">
                  <a:moveTo>
                    <a:pt x="0" y="0"/>
                  </a:moveTo>
                  <a:cubicBezTo>
                    <a:pt x="6" y="3"/>
                    <a:pt x="9" y="11"/>
                    <a:pt x="9" y="17"/>
                  </a:cubicBezTo>
                  <a:cubicBezTo>
                    <a:pt x="8" y="24"/>
                    <a:pt x="6" y="30"/>
                    <a:pt x="4" y="37"/>
                  </a:cubicBezTo>
                  <a:cubicBezTo>
                    <a:pt x="2" y="43"/>
                    <a:pt x="1" y="51"/>
                    <a:pt x="5" y="57"/>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08" name="Google Shape;108;p1"/>
            <p:cNvSpPr/>
            <p:nvPr/>
          </p:nvSpPr>
          <p:spPr>
            <a:xfrm>
              <a:off x="4129800" y="2311994"/>
              <a:ext cx="19635" cy="90587"/>
            </a:xfrm>
            <a:custGeom>
              <a:rect b="b" l="l" r="r" t="t"/>
              <a:pathLst>
                <a:path extrusionOk="0" h="23" w="5">
                  <a:moveTo>
                    <a:pt x="5" y="0"/>
                  </a:moveTo>
                  <a:cubicBezTo>
                    <a:pt x="3" y="7"/>
                    <a:pt x="1" y="15"/>
                    <a:pt x="0" y="2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09" name="Google Shape;109;p1"/>
            <p:cNvSpPr/>
            <p:nvPr/>
          </p:nvSpPr>
          <p:spPr>
            <a:xfrm>
              <a:off x="4235830" y="2295769"/>
              <a:ext cx="61524" cy="63546"/>
            </a:xfrm>
            <a:custGeom>
              <a:rect b="b" l="l" r="r" t="t"/>
              <a:pathLst>
                <a:path extrusionOk="0" h="16" w="16">
                  <a:moveTo>
                    <a:pt x="0" y="0"/>
                  </a:moveTo>
                  <a:cubicBezTo>
                    <a:pt x="5" y="5"/>
                    <a:pt x="10" y="11"/>
                    <a:pt x="16" y="16"/>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10" name="Google Shape;110;p1"/>
            <p:cNvSpPr/>
            <p:nvPr/>
          </p:nvSpPr>
          <p:spPr>
            <a:xfrm>
              <a:off x="3947845" y="2539139"/>
              <a:ext cx="307620" cy="443475"/>
            </a:xfrm>
            <a:custGeom>
              <a:rect b="b" l="l" r="r" t="t"/>
              <a:pathLst>
                <a:path extrusionOk="0" h="113" w="81">
                  <a:moveTo>
                    <a:pt x="6" y="59"/>
                  </a:moveTo>
                  <a:cubicBezTo>
                    <a:pt x="3" y="51"/>
                    <a:pt x="0" y="42"/>
                    <a:pt x="2" y="33"/>
                  </a:cubicBezTo>
                  <a:cubicBezTo>
                    <a:pt x="3" y="21"/>
                    <a:pt x="12" y="11"/>
                    <a:pt x="22" y="6"/>
                  </a:cubicBezTo>
                  <a:cubicBezTo>
                    <a:pt x="35" y="0"/>
                    <a:pt x="52" y="1"/>
                    <a:pt x="64" y="10"/>
                  </a:cubicBezTo>
                  <a:cubicBezTo>
                    <a:pt x="76" y="20"/>
                    <a:pt x="81" y="36"/>
                    <a:pt x="78" y="50"/>
                  </a:cubicBezTo>
                  <a:cubicBezTo>
                    <a:pt x="76" y="59"/>
                    <a:pt x="71" y="68"/>
                    <a:pt x="66" y="76"/>
                  </a:cubicBezTo>
                  <a:cubicBezTo>
                    <a:pt x="61" y="84"/>
                    <a:pt x="55" y="92"/>
                    <a:pt x="49" y="100"/>
                  </a:cubicBezTo>
                  <a:cubicBezTo>
                    <a:pt x="47" y="103"/>
                    <a:pt x="44" y="111"/>
                    <a:pt x="41" y="112"/>
                  </a:cubicBezTo>
                  <a:cubicBezTo>
                    <a:pt x="37" y="113"/>
                    <a:pt x="34" y="108"/>
                    <a:pt x="32" y="106"/>
                  </a:cubicBezTo>
                  <a:cubicBezTo>
                    <a:pt x="21" y="92"/>
                    <a:pt x="13" y="76"/>
                    <a:pt x="6" y="59"/>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11" name="Google Shape;111;p1"/>
            <p:cNvSpPr/>
            <p:nvPr/>
          </p:nvSpPr>
          <p:spPr>
            <a:xfrm>
              <a:off x="4000206" y="2606742"/>
              <a:ext cx="195044" cy="160894"/>
            </a:xfrm>
            <a:custGeom>
              <a:rect b="b" l="l" r="r" t="t"/>
              <a:pathLst>
                <a:path extrusionOk="0" h="41" w="51">
                  <a:moveTo>
                    <a:pt x="17" y="38"/>
                  </a:moveTo>
                  <a:cubicBezTo>
                    <a:pt x="24" y="41"/>
                    <a:pt x="32" y="40"/>
                    <a:pt x="38" y="36"/>
                  </a:cubicBezTo>
                  <a:cubicBezTo>
                    <a:pt x="51" y="26"/>
                    <a:pt x="42" y="0"/>
                    <a:pt x="22" y="5"/>
                  </a:cubicBezTo>
                  <a:cubicBezTo>
                    <a:pt x="5" y="9"/>
                    <a:pt x="0" y="31"/>
                    <a:pt x="17" y="38"/>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12" name="Google Shape;112;p1"/>
            <p:cNvSpPr/>
            <p:nvPr/>
          </p:nvSpPr>
          <p:spPr>
            <a:xfrm>
              <a:off x="4008060" y="2955573"/>
              <a:ext cx="163627" cy="66250"/>
            </a:xfrm>
            <a:custGeom>
              <a:rect b="b" l="l" r="r" t="t"/>
              <a:pathLst>
                <a:path extrusionOk="0" h="17" w="43">
                  <a:moveTo>
                    <a:pt x="16" y="0"/>
                  </a:moveTo>
                  <a:cubicBezTo>
                    <a:pt x="12" y="1"/>
                    <a:pt x="8" y="2"/>
                    <a:pt x="5" y="4"/>
                  </a:cubicBezTo>
                  <a:cubicBezTo>
                    <a:pt x="2" y="6"/>
                    <a:pt x="0" y="11"/>
                    <a:pt x="3" y="14"/>
                  </a:cubicBezTo>
                  <a:cubicBezTo>
                    <a:pt x="5" y="17"/>
                    <a:pt x="9" y="17"/>
                    <a:pt x="12" y="17"/>
                  </a:cubicBezTo>
                  <a:cubicBezTo>
                    <a:pt x="20" y="17"/>
                    <a:pt x="27" y="16"/>
                    <a:pt x="34" y="14"/>
                  </a:cubicBezTo>
                  <a:cubicBezTo>
                    <a:pt x="36" y="13"/>
                    <a:pt x="38" y="13"/>
                    <a:pt x="40" y="11"/>
                  </a:cubicBezTo>
                  <a:cubicBezTo>
                    <a:pt x="42" y="10"/>
                    <a:pt x="43" y="8"/>
                    <a:pt x="42" y="5"/>
                  </a:cubicBezTo>
                  <a:cubicBezTo>
                    <a:pt x="42" y="3"/>
                    <a:pt x="40" y="2"/>
                    <a:pt x="38" y="1"/>
                  </a:cubicBezTo>
                  <a:cubicBezTo>
                    <a:pt x="35" y="1"/>
                    <a:pt x="33" y="1"/>
                    <a:pt x="31" y="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13" name="Google Shape;113;p1"/>
            <p:cNvSpPr/>
            <p:nvPr/>
          </p:nvSpPr>
          <p:spPr>
            <a:xfrm>
              <a:off x="3905957" y="4290053"/>
              <a:ext cx="45815" cy="160894"/>
            </a:xfrm>
            <a:custGeom>
              <a:rect b="b" l="l" r="r" t="t"/>
              <a:pathLst>
                <a:path extrusionOk="0" h="41" w="12">
                  <a:moveTo>
                    <a:pt x="12" y="41"/>
                  </a:moveTo>
                  <a:cubicBezTo>
                    <a:pt x="3" y="31"/>
                    <a:pt x="0" y="14"/>
                    <a:pt x="3"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14" name="Google Shape;114;p1"/>
            <p:cNvSpPr/>
            <p:nvPr/>
          </p:nvSpPr>
          <p:spPr>
            <a:xfrm>
              <a:off x="3916429" y="4290053"/>
              <a:ext cx="247405" cy="129797"/>
            </a:xfrm>
            <a:custGeom>
              <a:rect b="b" l="l" r="r" t="t"/>
              <a:pathLst>
                <a:path extrusionOk="0" h="33" w="65">
                  <a:moveTo>
                    <a:pt x="0" y="0"/>
                  </a:moveTo>
                  <a:cubicBezTo>
                    <a:pt x="15" y="20"/>
                    <a:pt x="40" y="33"/>
                    <a:pt x="65" y="3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15" name="Google Shape;115;p1"/>
            <p:cNvSpPr/>
            <p:nvPr/>
          </p:nvSpPr>
          <p:spPr>
            <a:xfrm>
              <a:off x="4155980" y="4267068"/>
              <a:ext cx="179335" cy="148726"/>
            </a:xfrm>
            <a:custGeom>
              <a:rect b="b" l="l" r="r" t="t"/>
              <a:pathLst>
                <a:path extrusionOk="0" h="38" w="47">
                  <a:moveTo>
                    <a:pt x="2" y="38"/>
                  </a:moveTo>
                  <a:cubicBezTo>
                    <a:pt x="0" y="30"/>
                    <a:pt x="1" y="21"/>
                    <a:pt x="6" y="14"/>
                  </a:cubicBezTo>
                  <a:cubicBezTo>
                    <a:pt x="11" y="6"/>
                    <a:pt x="19" y="1"/>
                    <a:pt x="28" y="1"/>
                  </a:cubicBezTo>
                  <a:cubicBezTo>
                    <a:pt x="35" y="0"/>
                    <a:pt x="42" y="4"/>
                    <a:pt x="47" y="9"/>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16" name="Google Shape;116;p1"/>
            <p:cNvSpPr/>
            <p:nvPr/>
          </p:nvSpPr>
          <p:spPr>
            <a:xfrm>
              <a:off x="4339243" y="4273829"/>
              <a:ext cx="113884" cy="154134"/>
            </a:xfrm>
            <a:custGeom>
              <a:rect b="b" l="l" r="r" t="t"/>
              <a:pathLst>
                <a:path extrusionOk="0" h="39" w="30">
                  <a:moveTo>
                    <a:pt x="0" y="8"/>
                  </a:moveTo>
                  <a:cubicBezTo>
                    <a:pt x="7" y="5"/>
                    <a:pt x="16" y="2"/>
                    <a:pt x="22" y="0"/>
                  </a:cubicBezTo>
                  <a:cubicBezTo>
                    <a:pt x="5" y="23"/>
                    <a:pt x="5" y="23"/>
                    <a:pt x="5" y="23"/>
                  </a:cubicBezTo>
                  <a:cubicBezTo>
                    <a:pt x="30" y="17"/>
                    <a:pt x="30" y="17"/>
                    <a:pt x="30" y="17"/>
                  </a:cubicBezTo>
                  <a:cubicBezTo>
                    <a:pt x="23" y="25"/>
                    <a:pt x="17" y="32"/>
                    <a:pt x="10" y="39"/>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17" name="Google Shape;117;p1"/>
            <p:cNvSpPr/>
            <p:nvPr/>
          </p:nvSpPr>
          <p:spPr>
            <a:xfrm>
              <a:off x="3871922" y="4427963"/>
              <a:ext cx="509209" cy="317733"/>
            </a:xfrm>
            <a:custGeom>
              <a:rect b="b" l="l" r="r" t="t"/>
              <a:pathLst>
                <a:path extrusionOk="0" h="81" w="134">
                  <a:moveTo>
                    <a:pt x="0" y="67"/>
                  </a:moveTo>
                  <a:cubicBezTo>
                    <a:pt x="27" y="78"/>
                    <a:pt x="59" y="81"/>
                    <a:pt x="86" y="69"/>
                  </a:cubicBezTo>
                  <a:cubicBezTo>
                    <a:pt x="113" y="57"/>
                    <a:pt x="134" y="30"/>
                    <a:pt x="133"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18" name="Google Shape;118;p1"/>
            <p:cNvSpPr/>
            <p:nvPr/>
          </p:nvSpPr>
          <p:spPr>
            <a:xfrm>
              <a:off x="3867995" y="4632123"/>
              <a:ext cx="189808" cy="54082"/>
            </a:xfrm>
            <a:custGeom>
              <a:rect b="b" l="l" r="r" t="t"/>
              <a:pathLst>
                <a:path extrusionOk="0" h="14" w="50">
                  <a:moveTo>
                    <a:pt x="0" y="14"/>
                  </a:moveTo>
                  <a:cubicBezTo>
                    <a:pt x="17" y="13"/>
                    <a:pt x="34" y="8"/>
                    <a:pt x="5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19" name="Google Shape;119;p1"/>
            <p:cNvSpPr/>
            <p:nvPr/>
          </p:nvSpPr>
          <p:spPr>
            <a:xfrm>
              <a:off x="3928210" y="4560465"/>
              <a:ext cx="129593" cy="71659"/>
            </a:xfrm>
            <a:custGeom>
              <a:rect b="b" l="l" r="r" t="t"/>
              <a:pathLst>
                <a:path extrusionOk="0" h="18" w="34">
                  <a:moveTo>
                    <a:pt x="0" y="0"/>
                  </a:moveTo>
                  <a:cubicBezTo>
                    <a:pt x="8" y="10"/>
                    <a:pt x="22" y="16"/>
                    <a:pt x="34" y="18"/>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20" name="Google Shape;120;p1"/>
            <p:cNvSpPr/>
            <p:nvPr/>
          </p:nvSpPr>
          <p:spPr>
            <a:xfrm>
              <a:off x="3928210" y="4552352"/>
              <a:ext cx="65451" cy="8112"/>
            </a:xfrm>
            <a:custGeom>
              <a:rect b="b" l="l" r="r" t="t"/>
              <a:pathLst>
                <a:path extrusionOk="0" h="2" w="17">
                  <a:moveTo>
                    <a:pt x="0" y="2"/>
                  </a:moveTo>
                  <a:cubicBezTo>
                    <a:pt x="5" y="2"/>
                    <a:pt x="12" y="0"/>
                    <a:pt x="17"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21" name="Google Shape;121;p1"/>
            <p:cNvSpPr/>
            <p:nvPr/>
          </p:nvSpPr>
          <p:spPr>
            <a:xfrm>
              <a:off x="3902030" y="4450948"/>
              <a:ext cx="98176" cy="98700"/>
            </a:xfrm>
            <a:custGeom>
              <a:rect b="b" l="l" r="r" t="t"/>
              <a:pathLst>
                <a:path extrusionOk="0" h="25" w="26">
                  <a:moveTo>
                    <a:pt x="26" y="25"/>
                  </a:moveTo>
                  <a:cubicBezTo>
                    <a:pt x="13" y="23"/>
                    <a:pt x="3" y="12"/>
                    <a:pt x="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22" name="Google Shape;122;p1"/>
            <p:cNvSpPr/>
            <p:nvPr/>
          </p:nvSpPr>
          <p:spPr>
            <a:xfrm>
              <a:off x="3902030" y="4450948"/>
              <a:ext cx="41889" cy="0"/>
            </a:xfrm>
            <a:custGeom>
              <a:rect b="b" l="l" r="r" t="t"/>
              <a:pathLst>
                <a:path extrusionOk="0" h="120000" w="11">
                  <a:moveTo>
                    <a:pt x="0" y="0"/>
                  </a:moveTo>
                  <a:cubicBezTo>
                    <a:pt x="3" y="0"/>
                    <a:pt x="8" y="0"/>
                    <a:pt x="11"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23" name="Google Shape;123;p1"/>
            <p:cNvSpPr/>
            <p:nvPr/>
          </p:nvSpPr>
          <p:spPr>
            <a:xfrm>
              <a:off x="4121945" y="4463117"/>
              <a:ext cx="121739" cy="156839"/>
            </a:xfrm>
            <a:custGeom>
              <a:rect b="b" l="l" r="r" t="t"/>
              <a:pathLst>
                <a:path extrusionOk="0" h="40" w="32">
                  <a:moveTo>
                    <a:pt x="0" y="40"/>
                  </a:moveTo>
                  <a:cubicBezTo>
                    <a:pt x="8" y="38"/>
                    <a:pt x="16" y="34"/>
                    <a:pt x="21" y="28"/>
                  </a:cubicBezTo>
                  <a:cubicBezTo>
                    <a:pt x="28" y="21"/>
                    <a:pt x="32" y="9"/>
                    <a:pt x="28"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24" name="Google Shape;124;p1"/>
            <p:cNvSpPr/>
            <p:nvPr/>
          </p:nvSpPr>
          <p:spPr>
            <a:xfrm>
              <a:off x="4434801" y="4145383"/>
              <a:ext cx="10472" cy="70307"/>
            </a:xfrm>
            <a:custGeom>
              <a:rect b="b" l="l" r="r" t="t"/>
              <a:pathLst>
                <a:path extrusionOk="0" h="18" w="3">
                  <a:moveTo>
                    <a:pt x="0" y="18"/>
                  </a:moveTo>
                  <a:cubicBezTo>
                    <a:pt x="1" y="12"/>
                    <a:pt x="2" y="6"/>
                    <a:pt x="3"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25" name="Google Shape;125;p1"/>
            <p:cNvSpPr/>
            <p:nvPr/>
          </p:nvSpPr>
          <p:spPr>
            <a:xfrm>
              <a:off x="4476690" y="4230563"/>
              <a:ext cx="68069" cy="55434"/>
            </a:xfrm>
            <a:custGeom>
              <a:rect b="b" l="l" r="r" t="t"/>
              <a:pathLst>
                <a:path extrusionOk="0" h="14" w="18">
                  <a:moveTo>
                    <a:pt x="0" y="14"/>
                  </a:moveTo>
                  <a:cubicBezTo>
                    <a:pt x="6" y="9"/>
                    <a:pt x="12" y="4"/>
                    <a:pt x="18"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26" name="Google Shape;126;p1"/>
            <p:cNvSpPr/>
            <p:nvPr/>
          </p:nvSpPr>
          <p:spPr>
            <a:xfrm>
              <a:off x="4495016" y="4345487"/>
              <a:ext cx="103412" cy="22985"/>
            </a:xfrm>
            <a:custGeom>
              <a:rect b="b" l="l" r="r" t="t"/>
              <a:pathLst>
                <a:path extrusionOk="0" h="6" w="27">
                  <a:moveTo>
                    <a:pt x="0" y="0"/>
                  </a:moveTo>
                  <a:cubicBezTo>
                    <a:pt x="9" y="2"/>
                    <a:pt x="18" y="4"/>
                    <a:pt x="27" y="6"/>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27" name="Google Shape;127;p1"/>
            <p:cNvSpPr/>
            <p:nvPr/>
          </p:nvSpPr>
          <p:spPr>
            <a:xfrm>
              <a:off x="4335315" y="4302221"/>
              <a:ext cx="37961" cy="121685"/>
            </a:xfrm>
            <a:custGeom>
              <a:rect b="b" l="l" r="r" t="t"/>
              <a:pathLst>
                <a:path extrusionOk="0" h="31" w="10">
                  <a:moveTo>
                    <a:pt x="0" y="0"/>
                  </a:moveTo>
                  <a:cubicBezTo>
                    <a:pt x="0" y="11"/>
                    <a:pt x="3" y="22"/>
                    <a:pt x="10" y="3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28" name="Google Shape;128;p1"/>
            <p:cNvSpPr/>
            <p:nvPr/>
          </p:nvSpPr>
          <p:spPr>
            <a:xfrm>
              <a:off x="4476690" y="4411738"/>
              <a:ext cx="48433" cy="59491"/>
            </a:xfrm>
            <a:custGeom>
              <a:rect b="b" l="l" r="r" t="t"/>
              <a:pathLst>
                <a:path extrusionOk="0" h="15" w="13">
                  <a:moveTo>
                    <a:pt x="0" y="0"/>
                  </a:moveTo>
                  <a:cubicBezTo>
                    <a:pt x="4" y="5"/>
                    <a:pt x="9" y="10"/>
                    <a:pt x="13" y="15"/>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29" name="Google Shape;129;p1"/>
            <p:cNvSpPr/>
            <p:nvPr/>
          </p:nvSpPr>
          <p:spPr>
            <a:xfrm>
              <a:off x="3939991" y="3776272"/>
              <a:ext cx="289293" cy="297453"/>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30" name="Google Shape;130;p1"/>
            <p:cNvSpPr/>
            <p:nvPr/>
          </p:nvSpPr>
          <p:spPr>
            <a:xfrm>
              <a:off x="4038168" y="3842522"/>
              <a:ext cx="87704" cy="94644"/>
            </a:xfrm>
            <a:prstGeom prst="ellipse">
              <a:avLst/>
            </a:pr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31" name="Google Shape;131;p1"/>
            <p:cNvSpPr/>
            <p:nvPr/>
          </p:nvSpPr>
          <p:spPr>
            <a:xfrm>
              <a:off x="4053876" y="3889844"/>
              <a:ext cx="75923" cy="121685"/>
            </a:xfrm>
            <a:custGeom>
              <a:rect b="b" l="l" r="r" t="t"/>
              <a:pathLst>
                <a:path extrusionOk="0" h="31" w="20">
                  <a:moveTo>
                    <a:pt x="19" y="0"/>
                  </a:moveTo>
                  <a:cubicBezTo>
                    <a:pt x="20" y="8"/>
                    <a:pt x="17" y="24"/>
                    <a:pt x="0" y="3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32" name="Google Shape;132;p1"/>
            <p:cNvSpPr/>
            <p:nvPr/>
          </p:nvSpPr>
          <p:spPr>
            <a:xfrm>
              <a:off x="3387584" y="4564520"/>
              <a:ext cx="342964" cy="352886"/>
            </a:xfrm>
            <a:custGeom>
              <a:rect b="b" l="l" r="r" t="t"/>
              <a:pathLst>
                <a:path extrusionOk="0" h="90" w="90">
                  <a:moveTo>
                    <a:pt x="74" y="90"/>
                  </a:moveTo>
                  <a:cubicBezTo>
                    <a:pt x="15" y="90"/>
                    <a:pt x="15" y="90"/>
                    <a:pt x="15" y="90"/>
                  </a:cubicBezTo>
                  <a:cubicBezTo>
                    <a:pt x="7" y="90"/>
                    <a:pt x="0" y="83"/>
                    <a:pt x="0" y="74"/>
                  </a:cubicBezTo>
                  <a:cubicBezTo>
                    <a:pt x="1" y="65"/>
                    <a:pt x="1" y="54"/>
                    <a:pt x="1" y="42"/>
                  </a:cubicBezTo>
                  <a:cubicBezTo>
                    <a:pt x="1" y="33"/>
                    <a:pt x="1" y="24"/>
                    <a:pt x="0" y="15"/>
                  </a:cubicBezTo>
                  <a:cubicBezTo>
                    <a:pt x="0" y="14"/>
                    <a:pt x="0" y="9"/>
                    <a:pt x="4" y="4"/>
                  </a:cubicBezTo>
                  <a:cubicBezTo>
                    <a:pt x="7" y="2"/>
                    <a:pt x="11" y="0"/>
                    <a:pt x="15" y="0"/>
                  </a:cubicBezTo>
                  <a:cubicBezTo>
                    <a:pt x="74" y="0"/>
                    <a:pt x="74" y="0"/>
                    <a:pt x="74" y="0"/>
                  </a:cubicBezTo>
                  <a:cubicBezTo>
                    <a:pt x="83" y="0"/>
                    <a:pt x="90" y="7"/>
                    <a:pt x="90" y="15"/>
                  </a:cubicBezTo>
                  <a:cubicBezTo>
                    <a:pt x="90" y="25"/>
                    <a:pt x="90" y="34"/>
                    <a:pt x="90" y="44"/>
                  </a:cubicBezTo>
                  <a:cubicBezTo>
                    <a:pt x="90" y="55"/>
                    <a:pt x="90" y="65"/>
                    <a:pt x="90" y="74"/>
                  </a:cubicBezTo>
                  <a:cubicBezTo>
                    <a:pt x="90" y="75"/>
                    <a:pt x="90" y="81"/>
                    <a:pt x="85" y="85"/>
                  </a:cubicBezTo>
                  <a:cubicBezTo>
                    <a:pt x="82" y="88"/>
                    <a:pt x="79" y="90"/>
                    <a:pt x="74" y="9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33" name="Google Shape;133;p1"/>
            <p:cNvSpPr/>
            <p:nvPr/>
          </p:nvSpPr>
          <p:spPr>
            <a:xfrm>
              <a:off x="3327369" y="4611843"/>
              <a:ext cx="342964" cy="352886"/>
            </a:xfrm>
            <a:custGeom>
              <a:rect b="b" l="l" r="r" t="t"/>
              <a:pathLst>
                <a:path extrusionOk="0" h="90" w="90">
                  <a:moveTo>
                    <a:pt x="90" y="78"/>
                  </a:moveTo>
                  <a:cubicBezTo>
                    <a:pt x="90" y="79"/>
                    <a:pt x="90" y="81"/>
                    <a:pt x="86" y="85"/>
                  </a:cubicBezTo>
                  <a:cubicBezTo>
                    <a:pt x="83" y="88"/>
                    <a:pt x="79" y="90"/>
                    <a:pt x="75" y="90"/>
                  </a:cubicBezTo>
                  <a:cubicBezTo>
                    <a:pt x="16" y="90"/>
                    <a:pt x="16" y="90"/>
                    <a:pt x="16" y="90"/>
                  </a:cubicBezTo>
                  <a:cubicBezTo>
                    <a:pt x="7" y="90"/>
                    <a:pt x="0" y="83"/>
                    <a:pt x="0" y="74"/>
                  </a:cubicBezTo>
                  <a:cubicBezTo>
                    <a:pt x="1" y="65"/>
                    <a:pt x="2" y="54"/>
                    <a:pt x="2" y="42"/>
                  </a:cubicBezTo>
                  <a:cubicBezTo>
                    <a:pt x="2" y="33"/>
                    <a:pt x="1" y="24"/>
                    <a:pt x="0" y="15"/>
                  </a:cubicBezTo>
                  <a:cubicBezTo>
                    <a:pt x="0" y="14"/>
                    <a:pt x="0" y="9"/>
                    <a:pt x="5" y="4"/>
                  </a:cubicBezTo>
                  <a:cubicBezTo>
                    <a:pt x="8" y="2"/>
                    <a:pt x="11" y="0"/>
                    <a:pt x="16" y="0"/>
                  </a:cubicBezTo>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34" name="Google Shape;134;p1"/>
            <p:cNvSpPr/>
            <p:nvPr/>
          </p:nvSpPr>
          <p:spPr>
            <a:xfrm>
              <a:off x="3555139" y="4678093"/>
              <a:ext cx="3927" cy="121685"/>
            </a:xfrm>
            <a:custGeom>
              <a:rect b="b" l="l" r="r" t="t"/>
              <a:pathLst>
                <a:path extrusionOk="0" h="31" w="1">
                  <a:moveTo>
                    <a:pt x="0" y="0"/>
                  </a:moveTo>
                  <a:cubicBezTo>
                    <a:pt x="0" y="10"/>
                    <a:pt x="1" y="22"/>
                    <a:pt x="1" y="3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35" name="Google Shape;135;p1"/>
            <p:cNvSpPr/>
            <p:nvPr/>
          </p:nvSpPr>
          <p:spPr>
            <a:xfrm>
              <a:off x="3494924" y="4741640"/>
              <a:ext cx="117812" cy="4056"/>
            </a:xfrm>
            <a:custGeom>
              <a:rect b="b" l="l" r="r" t="t"/>
              <a:pathLst>
                <a:path extrusionOk="0" h="1" w="31">
                  <a:moveTo>
                    <a:pt x="0" y="0"/>
                  </a:moveTo>
                  <a:cubicBezTo>
                    <a:pt x="10" y="0"/>
                    <a:pt x="21" y="1"/>
                    <a:pt x="31"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36" name="Google Shape;136;p1"/>
            <p:cNvSpPr/>
            <p:nvPr/>
          </p:nvSpPr>
          <p:spPr>
            <a:xfrm>
              <a:off x="4365423" y="2445848"/>
              <a:ext cx="498737" cy="191992"/>
            </a:xfrm>
            <a:custGeom>
              <a:rect b="b" l="l" r="r" t="t"/>
              <a:pathLst>
                <a:path extrusionOk="0" h="49" w="131">
                  <a:moveTo>
                    <a:pt x="51" y="49"/>
                  </a:moveTo>
                  <a:cubicBezTo>
                    <a:pt x="78" y="33"/>
                    <a:pt x="104" y="16"/>
                    <a:pt x="131" y="0"/>
                  </a:cubicBezTo>
                  <a:cubicBezTo>
                    <a:pt x="86" y="5"/>
                    <a:pt x="43" y="15"/>
                    <a:pt x="0" y="26"/>
                  </a:cubicBezTo>
                  <a:cubicBezTo>
                    <a:pt x="17" y="33"/>
                    <a:pt x="34" y="41"/>
                    <a:pt x="51" y="49"/>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37" name="Google Shape;137;p1"/>
            <p:cNvSpPr/>
            <p:nvPr/>
          </p:nvSpPr>
          <p:spPr>
            <a:xfrm>
              <a:off x="4608901" y="2449903"/>
              <a:ext cx="251332" cy="443475"/>
            </a:xfrm>
            <a:custGeom>
              <a:rect b="b" l="l" r="r" t="t"/>
              <a:pathLst>
                <a:path extrusionOk="0" h="113" w="66">
                  <a:moveTo>
                    <a:pt x="66" y="0"/>
                  </a:moveTo>
                  <a:cubicBezTo>
                    <a:pt x="46" y="22"/>
                    <a:pt x="24" y="42"/>
                    <a:pt x="0" y="59"/>
                  </a:cubicBezTo>
                  <a:cubicBezTo>
                    <a:pt x="6" y="77"/>
                    <a:pt x="11" y="95"/>
                    <a:pt x="17" y="113"/>
                  </a:cubicBezTo>
                  <a:cubicBezTo>
                    <a:pt x="35" y="75"/>
                    <a:pt x="54" y="34"/>
                    <a:pt x="66" y="0"/>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38" name="Google Shape;138;p1"/>
            <p:cNvSpPr/>
            <p:nvPr/>
          </p:nvSpPr>
          <p:spPr>
            <a:xfrm>
              <a:off x="4491089" y="2637840"/>
              <a:ext cx="117812" cy="113573"/>
            </a:xfrm>
            <a:custGeom>
              <a:rect b="b" l="l" r="r" t="t"/>
              <a:pathLst>
                <a:path extrusionOk="0" h="29" w="31">
                  <a:moveTo>
                    <a:pt x="18" y="0"/>
                  </a:moveTo>
                  <a:cubicBezTo>
                    <a:pt x="12" y="10"/>
                    <a:pt x="5" y="19"/>
                    <a:pt x="0" y="29"/>
                  </a:cubicBezTo>
                  <a:cubicBezTo>
                    <a:pt x="10" y="24"/>
                    <a:pt x="22" y="19"/>
                    <a:pt x="31" y="1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39" name="Google Shape;139;p1"/>
            <p:cNvSpPr/>
            <p:nvPr/>
          </p:nvSpPr>
          <p:spPr>
            <a:xfrm>
              <a:off x="4476690" y="2359316"/>
              <a:ext cx="337727" cy="22985"/>
            </a:xfrm>
            <a:custGeom>
              <a:rect b="b" l="l" r="r" t="t"/>
              <a:pathLst>
                <a:path extrusionOk="0" h="6" w="89">
                  <a:moveTo>
                    <a:pt x="0" y="0"/>
                  </a:moveTo>
                  <a:cubicBezTo>
                    <a:pt x="30" y="2"/>
                    <a:pt x="59" y="4"/>
                    <a:pt x="89" y="6"/>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40" name="Google Shape;140;p1"/>
            <p:cNvSpPr/>
            <p:nvPr/>
          </p:nvSpPr>
          <p:spPr>
            <a:xfrm>
              <a:off x="3315588" y="2689218"/>
              <a:ext cx="490883" cy="505669"/>
            </a:xfrm>
            <a:custGeom>
              <a:rect b="b" l="l" r="r" t="t"/>
              <a:pathLst>
                <a:path extrusionOk="0" h="129" w="129">
                  <a:moveTo>
                    <a:pt x="129" y="64"/>
                  </a:moveTo>
                  <a:cubicBezTo>
                    <a:pt x="129" y="100"/>
                    <a:pt x="100" y="129"/>
                    <a:pt x="64" y="129"/>
                  </a:cubicBezTo>
                  <a:cubicBezTo>
                    <a:pt x="28" y="129"/>
                    <a:pt x="0" y="100"/>
                    <a:pt x="0" y="64"/>
                  </a:cubicBezTo>
                  <a:cubicBezTo>
                    <a:pt x="0" y="29"/>
                    <a:pt x="28" y="0"/>
                    <a:pt x="64" y="0"/>
                  </a:cubicBezTo>
                  <a:cubicBezTo>
                    <a:pt x="100" y="0"/>
                    <a:pt x="129" y="29"/>
                    <a:pt x="129" y="64"/>
                  </a:cubicBezTo>
                  <a:close/>
                  <a:moveTo>
                    <a:pt x="129" y="64"/>
                  </a:moveTo>
                  <a:cubicBezTo>
                    <a:pt x="129" y="64"/>
                    <a:pt x="129" y="64"/>
                    <a:pt x="129" y="64"/>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41" name="Google Shape;141;p1"/>
            <p:cNvSpPr/>
            <p:nvPr/>
          </p:nvSpPr>
          <p:spPr>
            <a:xfrm>
              <a:off x="3422928" y="2759525"/>
              <a:ext cx="287985" cy="360999"/>
            </a:xfrm>
            <a:custGeom>
              <a:rect b="b" l="l" r="r" t="t"/>
              <a:pathLst>
                <a:path extrusionOk="0" h="92" w="76">
                  <a:moveTo>
                    <a:pt x="39" y="6"/>
                  </a:moveTo>
                  <a:cubicBezTo>
                    <a:pt x="54" y="6"/>
                    <a:pt x="67" y="14"/>
                    <a:pt x="69" y="28"/>
                  </a:cubicBezTo>
                  <a:cubicBezTo>
                    <a:pt x="71" y="46"/>
                    <a:pt x="62" y="64"/>
                    <a:pt x="45" y="64"/>
                  </a:cubicBezTo>
                  <a:cubicBezTo>
                    <a:pt x="44" y="64"/>
                    <a:pt x="44" y="64"/>
                    <a:pt x="43" y="64"/>
                  </a:cubicBezTo>
                  <a:cubicBezTo>
                    <a:pt x="38" y="64"/>
                    <a:pt x="36" y="61"/>
                    <a:pt x="32" y="59"/>
                  </a:cubicBezTo>
                  <a:cubicBezTo>
                    <a:pt x="30" y="69"/>
                    <a:pt x="29" y="86"/>
                    <a:pt x="22" y="86"/>
                  </a:cubicBezTo>
                  <a:cubicBezTo>
                    <a:pt x="21" y="86"/>
                    <a:pt x="21" y="86"/>
                    <a:pt x="20" y="86"/>
                  </a:cubicBezTo>
                  <a:cubicBezTo>
                    <a:pt x="13" y="81"/>
                    <a:pt x="24" y="57"/>
                    <a:pt x="26" y="44"/>
                  </a:cubicBezTo>
                  <a:cubicBezTo>
                    <a:pt x="22" y="37"/>
                    <a:pt x="26" y="24"/>
                    <a:pt x="34" y="24"/>
                  </a:cubicBezTo>
                  <a:cubicBezTo>
                    <a:pt x="34" y="24"/>
                    <a:pt x="35" y="24"/>
                    <a:pt x="37" y="24"/>
                  </a:cubicBezTo>
                  <a:cubicBezTo>
                    <a:pt x="48" y="29"/>
                    <a:pt x="26" y="53"/>
                    <a:pt x="41" y="56"/>
                  </a:cubicBezTo>
                  <a:cubicBezTo>
                    <a:pt x="42" y="56"/>
                    <a:pt x="43" y="56"/>
                    <a:pt x="43" y="56"/>
                  </a:cubicBezTo>
                  <a:cubicBezTo>
                    <a:pt x="57" y="56"/>
                    <a:pt x="63" y="28"/>
                    <a:pt x="53" y="19"/>
                  </a:cubicBezTo>
                  <a:cubicBezTo>
                    <a:pt x="49" y="15"/>
                    <a:pt x="44" y="13"/>
                    <a:pt x="39" y="13"/>
                  </a:cubicBezTo>
                  <a:cubicBezTo>
                    <a:pt x="27" y="13"/>
                    <a:pt x="14" y="25"/>
                    <a:pt x="16" y="39"/>
                  </a:cubicBezTo>
                  <a:cubicBezTo>
                    <a:pt x="17" y="44"/>
                    <a:pt x="22" y="45"/>
                    <a:pt x="18" y="52"/>
                  </a:cubicBezTo>
                  <a:cubicBezTo>
                    <a:pt x="9" y="50"/>
                    <a:pt x="7" y="43"/>
                    <a:pt x="7" y="34"/>
                  </a:cubicBezTo>
                  <a:cubicBezTo>
                    <a:pt x="7" y="19"/>
                    <a:pt x="21" y="8"/>
                    <a:pt x="34" y="6"/>
                  </a:cubicBezTo>
                  <a:cubicBezTo>
                    <a:pt x="36" y="6"/>
                    <a:pt x="37" y="6"/>
                    <a:pt x="39" y="6"/>
                  </a:cubicBezTo>
                  <a:moveTo>
                    <a:pt x="39" y="0"/>
                  </a:moveTo>
                  <a:cubicBezTo>
                    <a:pt x="37" y="0"/>
                    <a:pt x="35" y="0"/>
                    <a:pt x="33" y="0"/>
                  </a:cubicBezTo>
                  <a:cubicBezTo>
                    <a:pt x="18" y="2"/>
                    <a:pt x="2" y="14"/>
                    <a:pt x="1" y="34"/>
                  </a:cubicBezTo>
                  <a:cubicBezTo>
                    <a:pt x="0" y="50"/>
                    <a:pt x="9" y="56"/>
                    <a:pt x="16" y="58"/>
                  </a:cubicBezTo>
                  <a:cubicBezTo>
                    <a:pt x="12" y="73"/>
                    <a:pt x="8" y="86"/>
                    <a:pt x="17" y="91"/>
                  </a:cubicBezTo>
                  <a:cubicBezTo>
                    <a:pt x="17" y="91"/>
                    <a:pt x="18" y="91"/>
                    <a:pt x="18" y="92"/>
                  </a:cubicBezTo>
                  <a:cubicBezTo>
                    <a:pt x="19" y="92"/>
                    <a:pt x="21" y="92"/>
                    <a:pt x="22" y="92"/>
                  </a:cubicBezTo>
                  <a:cubicBezTo>
                    <a:pt x="32" y="92"/>
                    <a:pt x="35" y="81"/>
                    <a:pt x="37" y="69"/>
                  </a:cubicBezTo>
                  <a:cubicBezTo>
                    <a:pt x="38" y="69"/>
                    <a:pt x="40" y="70"/>
                    <a:pt x="43" y="70"/>
                  </a:cubicBezTo>
                  <a:cubicBezTo>
                    <a:pt x="43" y="70"/>
                    <a:pt x="44" y="70"/>
                    <a:pt x="45" y="70"/>
                  </a:cubicBezTo>
                  <a:cubicBezTo>
                    <a:pt x="53" y="70"/>
                    <a:pt x="60" y="67"/>
                    <a:pt x="66" y="61"/>
                  </a:cubicBezTo>
                  <a:cubicBezTo>
                    <a:pt x="73" y="52"/>
                    <a:pt x="76" y="40"/>
                    <a:pt x="75" y="27"/>
                  </a:cubicBezTo>
                  <a:cubicBezTo>
                    <a:pt x="72" y="11"/>
                    <a:pt x="58" y="0"/>
                    <a:pt x="39" y="0"/>
                  </a:cubicBezTo>
                  <a:close/>
                  <a:moveTo>
                    <a:pt x="42" y="50"/>
                  </a:moveTo>
                  <a:cubicBezTo>
                    <a:pt x="42" y="48"/>
                    <a:pt x="43" y="44"/>
                    <a:pt x="44" y="42"/>
                  </a:cubicBezTo>
                  <a:cubicBezTo>
                    <a:pt x="46" y="35"/>
                    <a:pt x="49" y="24"/>
                    <a:pt x="40" y="19"/>
                  </a:cubicBezTo>
                  <a:cubicBezTo>
                    <a:pt x="43" y="20"/>
                    <a:pt x="46" y="20"/>
                    <a:pt x="49" y="23"/>
                  </a:cubicBezTo>
                  <a:cubicBezTo>
                    <a:pt x="53" y="27"/>
                    <a:pt x="53" y="36"/>
                    <a:pt x="50" y="44"/>
                  </a:cubicBezTo>
                  <a:cubicBezTo>
                    <a:pt x="49" y="46"/>
                    <a:pt x="47" y="50"/>
                    <a:pt x="43" y="50"/>
                  </a:cubicBezTo>
                  <a:cubicBezTo>
                    <a:pt x="43" y="50"/>
                    <a:pt x="43" y="50"/>
                    <a:pt x="42" y="50"/>
                  </a:cubicBezTo>
                  <a:cubicBezTo>
                    <a:pt x="42" y="50"/>
                    <a:pt x="42" y="50"/>
                    <a:pt x="42" y="5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42" name="Google Shape;142;p1"/>
            <p:cNvSpPr/>
            <p:nvPr/>
          </p:nvSpPr>
          <p:spPr>
            <a:xfrm>
              <a:off x="2714748" y="2256560"/>
              <a:ext cx="418887" cy="455643"/>
            </a:xfrm>
            <a:custGeom>
              <a:rect b="b" l="l" r="r" t="t"/>
              <a:pathLst>
                <a:path extrusionOk="0" h="116" w="110">
                  <a:moveTo>
                    <a:pt x="102" y="45"/>
                  </a:moveTo>
                  <a:cubicBezTo>
                    <a:pt x="57" y="1"/>
                    <a:pt x="57" y="1"/>
                    <a:pt x="57" y="1"/>
                  </a:cubicBezTo>
                  <a:cubicBezTo>
                    <a:pt x="56" y="0"/>
                    <a:pt x="54" y="0"/>
                    <a:pt x="52" y="1"/>
                  </a:cubicBezTo>
                  <a:cubicBezTo>
                    <a:pt x="6" y="47"/>
                    <a:pt x="6" y="47"/>
                    <a:pt x="6" y="47"/>
                  </a:cubicBezTo>
                  <a:cubicBezTo>
                    <a:pt x="2" y="51"/>
                    <a:pt x="0" y="56"/>
                    <a:pt x="0" y="61"/>
                  </a:cubicBezTo>
                  <a:cubicBezTo>
                    <a:pt x="0" y="113"/>
                    <a:pt x="0" y="113"/>
                    <a:pt x="0" y="113"/>
                  </a:cubicBezTo>
                  <a:cubicBezTo>
                    <a:pt x="0" y="115"/>
                    <a:pt x="1" y="116"/>
                    <a:pt x="3" y="116"/>
                  </a:cubicBezTo>
                  <a:cubicBezTo>
                    <a:pt x="28" y="116"/>
                    <a:pt x="28" y="116"/>
                    <a:pt x="28" y="116"/>
                  </a:cubicBezTo>
                  <a:cubicBezTo>
                    <a:pt x="35" y="116"/>
                    <a:pt x="41" y="110"/>
                    <a:pt x="41" y="103"/>
                  </a:cubicBezTo>
                  <a:cubicBezTo>
                    <a:pt x="41" y="73"/>
                    <a:pt x="41" y="73"/>
                    <a:pt x="41" y="73"/>
                  </a:cubicBezTo>
                  <a:cubicBezTo>
                    <a:pt x="41" y="67"/>
                    <a:pt x="46" y="62"/>
                    <a:pt x="52" y="62"/>
                  </a:cubicBezTo>
                  <a:cubicBezTo>
                    <a:pt x="58" y="62"/>
                    <a:pt x="58" y="62"/>
                    <a:pt x="58" y="62"/>
                  </a:cubicBezTo>
                  <a:cubicBezTo>
                    <a:pt x="64" y="62"/>
                    <a:pt x="69" y="67"/>
                    <a:pt x="69" y="73"/>
                  </a:cubicBezTo>
                  <a:cubicBezTo>
                    <a:pt x="69" y="104"/>
                    <a:pt x="69" y="104"/>
                    <a:pt x="69" y="104"/>
                  </a:cubicBezTo>
                  <a:cubicBezTo>
                    <a:pt x="69" y="111"/>
                    <a:pt x="74" y="116"/>
                    <a:pt x="80" y="116"/>
                  </a:cubicBezTo>
                  <a:cubicBezTo>
                    <a:pt x="106" y="116"/>
                    <a:pt x="106" y="116"/>
                    <a:pt x="106" y="116"/>
                  </a:cubicBezTo>
                  <a:cubicBezTo>
                    <a:pt x="108" y="116"/>
                    <a:pt x="110" y="115"/>
                    <a:pt x="110" y="113"/>
                  </a:cubicBezTo>
                  <a:cubicBezTo>
                    <a:pt x="110" y="63"/>
                    <a:pt x="110" y="63"/>
                    <a:pt x="110" y="63"/>
                  </a:cubicBezTo>
                  <a:cubicBezTo>
                    <a:pt x="110" y="57"/>
                    <a:pt x="107" y="50"/>
                    <a:pt x="102" y="45"/>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43" name="Google Shape;143;p1"/>
            <p:cNvSpPr/>
            <p:nvPr/>
          </p:nvSpPr>
          <p:spPr>
            <a:xfrm>
              <a:off x="2627043" y="2099721"/>
              <a:ext cx="590368" cy="310973"/>
            </a:xfrm>
            <a:custGeom>
              <a:rect b="b" l="l" r="r" t="t"/>
              <a:pathLst>
                <a:path extrusionOk="0" h="79" w="155">
                  <a:moveTo>
                    <a:pt x="0" y="67"/>
                  </a:moveTo>
                  <a:cubicBezTo>
                    <a:pt x="78" y="0"/>
                    <a:pt x="78" y="0"/>
                    <a:pt x="78" y="0"/>
                  </a:cubicBezTo>
                  <a:cubicBezTo>
                    <a:pt x="155" y="67"/>
                    <a:pt x="155" y="67"/>
                    <a:pt x="155" y="67"/>
                  </a:cubicBezTo>
                  <a:cubicBezTo>
                    <a:pt x="140" y="78"/>
                    <a:pt x="140" y="78"/>
                    <a:pt x="140" y="78"/>
                  </a:cubicBezTo>
                  <a:cubicBezTo>
                    <a:pt x="122" y="59"/>
                    <a:pt x="100" y="38"/>
                    <a:pt x="78" y="21"/>
                  </a:cubicBezTo>
                  <a:cubicBezTo>
                    <a:pt x="56" y="38"/>
                    <a:pt x="34" y="59"/>
                    <a:pt x="14" y="79"/>
                  </a:cubicBezTo>
                  <a:lnTo>
                    <a:pt x="0" y="67"/>
                  </a:ln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44" name="Google Shape;144;p1"/>
            <p:cNvSpPr/>
            <p:nvPr/>
          </p:nvSpPr>
          <p:spPr>
            <a:xfrm>
              <a:off x="2638825" y="3902012"/>
              <a:ext cx="448994" cy="375872"/>
            </a:xfrm>
            <a:custGeom>
              <a:rect b="b" l="l" r="r" t="t"/>
              <a:pathLst>
                <a:path extrusionOk="0" h="96" w="118">
                  <a:moveTo>
                    <a:pt x="81" y="11"/>
                  </a:moveTo>
                  <a:cubicBezTo>
                    <a:pt x="79" y="6"/>
                    <a:pt x="79" y="6"/>
                    <a:pt x="79" y="6"/>
                  </a:cubicBezTo>
                  <a:cubicBezTo>
                    <a:pt x="77" y="2"/>
                    <a:pt x="73" y="0"/>
                    <a:pt x="69" y="0"/>
                  </a:cubicBezTo>
                  <a:cubicBezTo>
                    <a:pt x="49" y="0"/>
                    <a:pt x="49" y="0"/>
                    <a:pt x="49" y="0"/>
                  </a:cubicBezTo>
                  <a:cubicBezTo>
                    <a:pt x="44" y="0"/>
                    <a:pt x="40" y="2"/>
                    <a:pt x="39" y="6"/>
                  </a:cubicBezTo>
                  <a:cubicBezTo>
                    <a:pt x="37" y="11"/>
                    <a:pt x="37" y="11"/>
                    <a:pt x="37" y="11"/>
                  </a:cubicBezTo>
                  <a:cubicBezTo>
                    <a:pt x="35" y="14"/>
                    <a:pt x="32" y="16"/>
                    <a:pt x="28" y="16"/>
                  </a:cubicBezTo>
                  <a:cubicBezTo>
                    <a:pt x="10" y="16"/>
                    <a:pt x="10" y="16"/>
                    <a:pt x="10" y="16"/>
                  </a:cubicBezTo>
                  <a:cubicBezTo>
                    <a:pt x="4" y="16"/>
                    <a:pt x="0" y="21"/>
                    <a:pt x="0" y="27"/>
                  </a:cubicBezTo>
                  <a:cubicBezTo>
                    <a:pt x="0" y="85"/>
                    <a:pt x="0" y="85"/>
                    <a:pt x="0" y="85"/>
                  </a:cubicBezTo>
                  <a:cubicBezTo>
                    <a:pt x="0" y="91"/>
                    <a:pt x="4" y="96"/>
                    <a:pt x="10" y="96"/>
                  </a:cubicBezTo>
                  <a:cubicBezTo>
                    <a:pt x="108" y="96"/>
                    <a:pt x="108" y="96"/>
                    <a:pt x="108" y="96"/>
                  </a:cubicBezTo>
                  <a:cubicBezTo>
                    <a:pt x="113" y="96"/>
                    <a:pt x="118" y="91"/>
                    <a:pt x="118" y="85"/>
                  </a:cubicBezTo>
                  <a:cubicBezTo>
                    <a:pt x="118" y="27"/>
                    <a:pt x="118" y="27"/>
                    <a:pt x="118" y="27"/>
                  </a:cubicBezTo>
                  <a:cubicBezTo>
                    <a:pt x="118" y="21"/>
                    <a:pt x="113" y="16"/>
                    <a:pt x="108" y="16"/>
                  </a:cubicBezTo>
                  <a:cubicBezTo>
                    <a:pt x="89" y="16"/>
                    <a:pt x="89" y="16"/>
                    <a:pt x="89" y="16"/>
                  </a:cubicBezTo>
                  <a:cubicBezTo>
                    <a:pt x="86" y="16"/>
                    <a:pt x="83" y="14"/>
                    <a:pt x="81" y="11"/>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45" name="Google Shape;145;p1"/>
            <p:cNvSpPr/>
            <p:nvPr/>
          </p:nvSpPr>
          <p:spPr>
            <a:xfrm>
              <a:off x="2756637" y="4019642"/>
              <a:ext cx="209443" cy="214977"/>
            </a:xfrm>
            <a:prstGeom prst="ellipse">
              <a:avLst/>
            </a:pr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46" name="Google Shape;146;p1"/>
            <p:cNvSpPr/>
            <p:nvPr/>
          </p:nvSpPr>
          <p:spPr>
            <a:xfrm>
              <a:off x="2706894" y="3960151"/>
              <a:ext cx="289293" cy="8112"/>
            </a:xfrm>
            <a:custGeom>
              <a:rect b="b" l="l" r="r" t="t"/>
              <a:pathLst>
                <a:path extrusionOk="0" h="2" w="76">
                  <a:moveTo>
                    <a:pt x="0" y="1"/>
                  </a:moveTo>
                  <a:cubicBezTo>
                    <a:pt x="25" y="0"/>
                    <a:pt x="51" y="2"/>
                    <a:pt x="76" y="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47" name="Google Shape;147;p1"/>
            <p:cNvSpPr/>
            <p:nvPr/>
          </p:nvSpPr>
          <p:spPr>
            <a:xfrm>
              <a:off x="2684640" y="3916886"/>
              <a:ext cx="49743" cy="43266"/>
            </a:xfrm>
            <a:custGeom>
              <a:rect b="b" l="l" r="r" t="t"/>
              <a:pathLst>
                <a:path extrusionOk="0" h="11" w="13">
                  <a:moveTo>
                    <a:pt x="1" y="11"/>
                  </a:moveTo>
                  <a:cubicBezTo>
                    <a:pt x="0" y="9"/>
                    <a:pt x="0" y="6"/>
                    <a:pt x="1" y="4"/>
                  </a:cubicBezTo>
                  <a:cubicBezTo>
                    <a:pt x="2" y="2"/>
                    <a:pt x="6" y="0"/>
                    <a:pt x="9" y="2"/>
                  </a:cubicBezTo>
                  <a:cubicBezTo>
                    <a:pt x="12" y="3"/>
                    <a:pt x="13" y="7"/>
                    <a:pt x="11" y="1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48" name="Google Shape;148;p1"/>
            <p:cNvSpPr/>
            <p:nvPr/>
          </p:nvSpPr>
          <p:spPr>
            <a:xfrm>
              <a:off x="2806379" y="4054795"/>
              <a:ext cx="117812" cy="136557"/>
            </a:xfrm>
            <a:custGeom>
              <a:rect b="b" l="l" r="r" t="t"/>
              <a:pathLst>
                <a:path extrusionOk="0" h="35" w="31">
                  <a:moveTo>
                    <a:pt x="28" y="12"/>
                  </a:moveTo>
                  <a:cubicBezTo>
                    <a:pt x="31" y="17"/>
                    <a:pt x="30" y="24"/>
                    <a:pt x="26" y="29"/>
                  </a:cubicBezTo>
                  <a:cubicBezTo>
                    <a:pt x="22" y="33"/>
                    <a:pt x="15" y="35"/>
                    <a:pt x="9" y="33"/>
                  </a:cubicBezTo>
                  <a:cubicBezTo>
                    <a:pt x="4" y="30"/>
                    <a:pt x="0" y="24"/>
                    <a:pt x="1" y="18"/>
                  </a:cubicBezTo>
                  <a:cubicBezTo>
                    <a:pt x="2" y="4"/>
                    <a:pt x="21" y="0"/>
                    <a:pt x="28" y="12"/>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49" name="Google Shape;149;p1"/>
            <p:cNvSpPr/>
            <p:nvPr/>
          </p:nvSpPr>
          <p:spPr>
            <a:xfrm>
              <a:off x="2706894" y="3972319"/>
              <a:ext cx="3927" cy="290692"/>
            </a:xfrm>
            <a:custGeom>
              <a:rect b="b" l="l" r="r" t="t"/>
              <a:pathLst>
                <a:path extrusionOk="0" h="74" w="1">
                  <a:moveTo>
                    <a:pt x="1" y="0"/>
                  </a:moveTo>
                  <a:cubicBezTo>
                    <a:pt x="1" y="26"/>
                    <a:pt x="0" y="49"/>
                    <a:pt x="0" y="74"/>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50" name="Google Shape;150;p1"/>
            <p:cNvSpPr/>
            <p:nvPr/>
          </p:nvSpPr>
          <p:spPr>
            <a:xfrm>
              <a:off x="3015822" y="3968264"/>
              <a:ext cx="3927" cy="298804"/>
            </a:xfrm>
            <a:custGeom>
              <a:rect b="b" l="l" r="r" t="t"/>
              <a:pathLst>
                <a:path extrusionOk="0" h="76" w="1">
                  <a:moveTo>
                    <a:pt x="1" y="0"/>
                  </a:moveTo>
                  <a:cubicBezTo>
                    <a:pt x="0" y="26"/>
                    <a:pt x="0" y="50"/>
                    <a:pt x="0" y="76"/>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51" name="Google Shape;151;p1"/>
            <p:cNvSpPr/>
            <p:nvPr/>
          </p:nvSpPr>
          <p:spPr>
            <a:xfrm>
              <a:off x="2201612" y="2260615"/>
              <a:ext cx="60215" cy="63546"/>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52" name="Google Shape;152;p1"/>
            <p:cNvSpPr/>
            <p:nvPr/>
          </p:nvSpPr>
          <p:spPr>
            <a:xfrm>
              <a:off x="2113907" y="2167324"/>
              <a:ext cx="380925" cy="392096"/>
            </a:xfrm>
            <a:custGeom>
              <a:rect b="b" l="l" r="r" t="t"/>
              <a:pathLst>
                <a:path extrusionOk="0" h="100" w="100">
                  <a:moveTo>
                    <a:pt x="91" y="0"/>
                  </a:moveTo>
                  <a:cubicBezTo>
                    <a:pt x="8" y="0"/>
                    <a:pt x="8" y="0"/>
                    <a:pt x="8" y="0"/>
                  </a:cubicBezTo>
                  <a:cubicBezTo>
                    <a:pt x="4" y="0"/>
                    <a:pt x="0" y="4"/>
                    <a:pt x="0" y="8"/>
                  </a:cubicBezTo>
                  <a:cubicBezTo>
                    <a:pt x="0" y="91"/>
                    <a:pt x="0" y="91"/>
                    <a:pt x="0" y="91"/>
                  </a:cubicBezTo>
                  <a:cubicBezTo>
                    <a:pt x="0" y="96"/>
                    <a:pt x="4" y="100"/>
                    <a:pt x="8" y="100"/>
                  </a:cubicBezTo>
                  <a:cubicBezTo>
                    <a:pt x="91" y="100"/>
                    <a:pt x="91" y="100"/>
                    <a:pt x="91" y="100"/>
                  </a:cubicBezTo>
                  <a:cubicBezTo>
                    <a:pt x="96" y="100"/>
                    <a:pt x="100" y="96"/>
                    <a:pt x="100" y="91"/>
                  </a:cubicBezTo>
                  <a:cubicBezTo>
                    <a:pt x="100" y="8"/>
                    <a:pt x="100" y="8"/>
                    <a:pt x="100" y="8"/>
                  </a:cubicBezTo>
                  <a:cubicBezTo>
                    <a:pt x="100" y="4"/>
                    <a:pt x="96" y="0"/>
                    <a:pt x="91" y="0"/>
                  </a:cubicBezTo>
                  <a:close/>
                  <a:moveTo>
                    <a:pt x="83" y="20"/>
                  </a:moveTo>
                  <a:cubicBezTo>
                    <a:pt x="83" y="44"/>
                    <a:pt x="83" y="44"/>
                    <a:pt x="83" y="44"/>
                  </a:cubicBezTo>
                  <a:cubicBezTo>
                    <a:pt x="77" y="38"/>
                    <a:pt x="77" y="38"/>
                    <a:pt x="77" y="38"/>
                  </a:cubicBezTo>
                  <a:cubicBezTo>
                    <a:pt x="75" y="36"/>
                    <a:pt x="73" y="36"/>
                    <a:pt x="71" y="38"/>
                  </a:cubicBezTo>
                  <a:cubicBezTo>
                    <a:pt x="55" y="54"/>
                    <a:pt x="55" y="54"/>
                    <a:pt x="55" y="54"/>
                  </a:cubicBezTo>
                  <a:cubicBezTo>
                    <a:pt x="55" y="54"/>
                    <a:pt x="54" y="54"/>
                    <a:pt x="54" y="54"/>
                  </a:cubicBezTo>
                  <a:cubicBezTo>
                    <a:pt x="48" y="47"/>
                    <a:pt x="48" y="47"/>
                    <a:pt x="48" y="47"/>
                  </a:cubicBezTo>
                  <a:cubicBezTo>
                    <a:pt x="46" y="46"/>
                    <a:pt x="44" y="46"/>
                    <a:pt x="42" y="47"/>
                  </a:cubicBezTo>
                  <a:cubicBezTo>
                    <a:pt x="14" y="79"/>
                    <a:pt x="14" y="79"/>
                    <a:pt x="14" y="79"/>
                  </a:cubicBezTo>
                  <a:cubicBezTo>
                    <a:pt x="14" y="19"/>
                    <a:pt x="14" y="19"/>
                    <a:pt x="14" y="19"/>
                  </a:cubicBezTo>
                  <a:cubicBezTo>
                    <a:pt x="14" y="17"/>
                    <a:pt x="16" y="14"/>
                    <a:pt x="19" y="14"/>
                  </a:cubicBezTo>
                  <a:cubicBezTo>
                    <a:pt x="77" y="14"/>
                    <a:pt x="77" y="14"/>
                    <a:pt x="77" y="14"/>
                  </a:cubicBezTo>
                  <a:cubicBezTo>
                    <a:pt x="80" y="14"/>
                    <a:pt x="83" y="17"/>
                    <a:pt x="83" y="20"/>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53" name="Google Shape;153;p1"/>
            <p:cNvSpPr/>
            <p:nvPr/>
          </p:nvSpPr>
          <p:spPr>
            <a:xfrm>
              <a:off x="2353458" y="2421511"/>
              <a:ext cx="49743" cy="71659"/>
            </a:xfrm>
            <a:custGeom>
              <a:rect b="b" l="l" r="r" t="t"/>
              <a:pathLst>
                <a:path extrusionOk="0" h="18" w="13">
                  <a:moveTo>
                    <a:pt x="0" y="0"/>
                  </a:moveTo>
                  <a:cubicBezTo>
                    <a:pt x="3" y="5"/>
                    <a:pt x="10" y="13"/>
                    <a:pt x="13" y="18"/>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54" name="Google Shape;154;p1"/>
            <p:cNvSpPr/>
            <p:nvPr/>
          </p:nvSpPr>
          <p:spPr>
            <a:xfrm>
              <a:off x="1850794" y="2245743"/>
              <a:ext cx="407105" cy="443475"/>
            </a:xfrm>
            <a:custGeom>
              <a:rect b="b" l="l" r="r" t="t"/>
              <a:pathLst>
                <a:path extrusionOk="0" h="113" w="107">
                  <a:moveTo>
                    <a:pt x="69" y="5"/>
                  </a:moveTo>
                  <a:cubicBezTo>
                    <a:pt x="66" y="3"/>
                    <a:pt x="64" y="2"/>
                    <a:pt x="61" y="0"/>
                  </a:cubicBezTo>
                  <a:cubicBezTo>
                    <a:pt x="48" y="10"/>
                    <a:pt x="13" y="41"/>
                    <a:pt x="0" y="52"/>
                  </a:cubicBezTo>
                  <a:cubicBezTo>
                    <a:pt x="20" y="75"/>
                    <a:pt x="45" y="94"/>
                    <a:pt x="70" y="113"/>
                  </a:cubicBezTo>
                  <a:cubicBezTo>
                    <a:pt x="84" y="104"/>
                    <a:pt x="96" y="93"/>
                    <a:pt x="107" y="8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55" name="Google Shape;155;p1"/>
            <p:cNvSpPr/>
            <p:nvPr/>
          </p:nvSpPr>
          <p:spPr>
            <a:xfrm>
              <a:off x="1934572" y="2307938"/>
              <a:ext cx="243478" cy="306916"/>
            </a:xfrm>
            <a:custGeom>
              <a:rect b="b" l="l" r="r" t="t"/>
              <a:pathLst>
                <a:path extrusionOk="0" h="227" w="186">
                  <a:moveTo>
                    <a:pt x="137" y="18"/>
                  </a:moveTo>
                  <a:lnTo>
                    <a:pt x="117" y="0"/>
                  </a:lnTo>
                  <a:lnTo>
                    <a:pt x="0" y="99"/>
                  </a:lnTo>
                  <a:lnTo>
                    <a:pt x="137" y="227"/>
                  </a:lnTo>
                  <a:lnTo>
                    <a:pt x="186" y="186"/>
                  </a:ln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56" name="Google Shape;156;p1"/>
            <p:cNvSpPr/>
            <p:nvPr/>
          </p:nvSpPr>
          <p:spPr>
            <a:xfrm>
              <a:off x="2144015" y="4180536"/>
              <a:ext cx="289293" cy="297453"/>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57" name="Google Shape;157;p1"/>
            <p:cNvSpPr/>
            <p:nvPr/>
          </p:nvSpPr>
          <p:spPr>
            <a:xfrm>
              <a:off x="2231719" y="4250843"/>
              <a:ext cx="113884" cy="164951"/>
            </a:xfrm>
            <a:custGeom>
              <a:rect b="b" l="l" r="r" t="t"/>
              <a:pathLst>
                <a:path extrusionOk="0" h="42" w="30">
                  <a:moveTo>
                    <a:pt x="28" y="1"/>
                  </a:moveTo>
                  <a:cubicBezTo>
                    <a:pt x="19" y="1"/>
                    <a:pt x="11" y="0"/>
                    <a:pt x="2" y="0"/>
                  </a:cubicBezTo>
                  <a:cubicBezTo>
                    <a:pt x="2" y="5"/>
                    <a:pt x="1" y="11"/>
                    <a:pt x="1" y="16"/>
                  </a:cubicBezTo>
                  <a:cubicBezTo>
                    <a:pt x="7" y="15"/>
                    <a:pt x="13" y="14"/>
                    <a:pt x="19" y="17"/>
                  </a:cubicBezTo>
                  <a:cubicBezTo>
                    <a:pt x="25" y="19"/>
                    <a:pt x="30" y="24"/>
                    <a:pt x="29" y="30"/>
                  </a:cubicBezTo>
                  <a:cubicBezTo>
                    <a:pt x="29" y="35"/>
                    <a:pt x="26" y="38"/>
                    <a:pt x="22" y="40"/>
                  </a:cubicBezTo>
                  <a:cubicBezTo>
                    <a:pt x="18" y="42"/>
                    <a:pt x="14" y="42"/>
                    <a:pt x="10" y="41"/>
                  </a:cubicBezTo>
                  <a:cubicBezTo>
                    <a:pt x="5" y="40"/>
                    <a:pt x="1" y="37"/>
                    <a:pt x="0" y="3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58" name="Google Shape;158;p1"/>
            <p:cNvSpPr/>
            <p:nvPr/>
          </p:nvSpPr>
          <p:spPr>
            <a:xfrm>
              <a:off x="2011803" y="2767637"/>
              <a:ext cx="441140" cy="482684"/>
            </a:xfrm>
            <a:custGeom>
              <a:rect b="b" l="l" r="r" t="t"/>
              <a:pathLst>
                <a:path extrusionOk="0" h="123" w="116">
                  <a:moveTo>
                    <a:pt x="53" y="123"/>
                  </a:moveTo>
                  <a:cubicBezTo>
                    <a:pt x="52" y="123"/>
                    <a:pt x="50" y="122"/>
                    <a:pt x="49" y="122"/>
                  </a:cubicBezTo>
                  <a:cubicBezTo>
                    <a:pt x="44" y="120"/>
                    <a:pt x="42" y="116"/>
                    <a:pt x="42" y="111"/>
                  </a:cubicBezTo>
                  <a:cubicBezTo>
                    <a:pt x="42" y="111"/>
                    <a:pt x="42" y="103"/>
                    <a:pt x="42" y="97"/>
                  </a:cubicBezTo>
                  <a:cubicBezTo>
                    <a:pt x="42" y="95"/>
                    <a:pt x="40" y="94"/>
                    <a:pt x="38" y="94"/>
                  </a:cubicBezTo>
                  <a:cubicBezTo>
                    <a:pt x="35" y="93"/>
                    <a:pt x="32" y="93"/>
                    <a:pt x="31" y="92"/>
                  </a:cubicBezTo>
                  <a:cubicBezTo>
                    <a:pt x="27" y="91"/>
                    <a:pt x="22" y="90"/>
                    <a:pt x="18" y="87"/>
                  </a:cubicBezTo>
                  <a:cubicBezTo>
                    <a:pt x="10" y="82"/>
                    <a:pt x="4" y="74"/>
                    <a:pt x="2" y="65"/>
                  </a:cubicBezTo>
                  <a:cubicBezTo>
                    <a:pt x="0" y="61"/>
                    <a:pt x="0" y="57"/>
                    <a:pt x="0" y="53"/>
                  </a:cubicBezTo>
                  <a:cubicBezTo>
                    <a:pt x="0" y="40"/>
                    <a:pt x="0" y="40"/>
                    <a:pt x="0" y="40"/>
                  </a:cubicBezTo>
                  <a:cubicBezTo>
                    <a:pt x="0" y="18"/>
                    <a:pt x="18" y="0"/>
                    <a:pt x="40" y="0"/>
                  </a:cubicBezTo>
                  <a:cubicBezTo>
                    <a:pt x="76" y="0"/>
                    <a:pt x="76" y="0"/>
                    <a:pt x="76" y="0"/>
                  </a:cubicBezTo>
                  <a:cubicBezTo>
                    <a:pt x="98" y="0"/>
                    <a:pt x="116" y="18"/>
                    <a:pt x="116" y="40"/>
                  </a:cubicBezTo>
                  <a:cubicBezTo>
                    <a:pt x="116" y="53"/>
                    <a:pt x="116" y="53"/>
                    <a:pt x="116" y="53"/>
                  </a:cubicBezTo>
                  <a:cubicBezTo>
                    <a:pt x="114" y="90"/>
                    <a:pt x="67" y="116"/>
                    <a:pt x="60" y="120"/>
                  </a:cubicBezTo>
                  <a:cubicBezTo>
                    <a:pt x="58" y="122"/>
                    <a:pt x="56" y="123"/>
                    <a:pt x="53" y="123"/>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59" name="Google Shape;159;p1"/>
            <p:cNvSpPr/>
            <p:nvPr/>
          </p:nvSpPr>
          <p:spPr>
            <a:xfrm>
              <a:off x="2068092" y="2829832"/>
              <a:ext cx="323328" cy="350182"/>
            </a:xfrm>
            <a:custGeom>
              <a:rect b="b" l="l" r="r" t="t"/>
              <a:pathLst>
                <a:path extrusionOk="0" h="89" w="85">
                  <a:moveTo>
                    <a:pt x="39" y="72"/>
                  </a:moveTo>
                  <a:cubicBezTo>
                    <a:pt x="39" y="68"/>
                    <a:pt x="36" y="64"/>
                    <a:pt x="32" y="63"/>
                  </a:cubicBezTo>
                  <a:cubicBezTo>
                    <a:pt x="28" y="62"/>
                    <a:pt x="23" y="61"/>
                    <a:pt x="21" y="61"/>
                  </a:cubicBezTo>
                  <a:cubicBezTo>
                    <a:pt x="12" y="58"/>
                    <a:pt x="5" y="52"/>
                    <a:pt x="2" y="43"/>
                  </a:cubicBezTo>
                  <a:cubicBezTo>
                    <a:pt x="1" y="41"/>
                    <a:pt x="0" y="38"/>
                    <a:pt x="0" y="35"/>
                  </a:cubicBezTo>
                  <a:cubicBezTo>
                    <a:pt x="0" y="27"/>
                    <a:pt x="0" y="27"/>
                    <a:pt x="0" y="27"/>
                  </a:cubicBezTo>
                  <a:cubicBezTo>
                    <a:pt x="0" y="12"/>
                    <a:pt x="13" y="0"/>
                    <a:pt x="30" y="0"/>
                  </a:cubicBezTo>
                  <a:cubicBezTo>
                    <a:pt x="56" y="0"/>
                    <a:pt x="56" y="0"/>
                    <a:pt x="56" y="0"/>
                  </a:cubicBezTo>
                  <a:cubicBezTo>
                    <a:pt x="72" y="0"/>
                    <a:pt x="85" y="12"/>
                    <a:pt x="85" y="27"/>
                  </a:cubicBezTo>
                  <a:cubicBezTo>
                    <a:pt x="85" y="35"/>
                    <a:pt x="85" y="35"/>
                    <a:pt x="85" y="35"/>
                  </a:cubicBezTo>
                  <a:cubicBezTo>
                    <a:pt x="84" y="52"/>
                    <a:pt x="73" y="67"/>
                    <a:pt x="61" y="77"/>
                  </a:cubicBezTo>
                  <a:cubicBezTo>
                    <a:pt x="56" y="81"/>
                    <a:pt x="45" y="88"/>
                    <a:pt x="41" y="89"/>
                  </a:cubicBezTo>
                  <a:cubicBezTo>
                    <a:pt x="40" y="89"/>
                    <a:pt x="40" y="80"/>
                    <a:pt x="39" y="72"/>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60" name="Google Shape;160;p1"/>
            <p:cNvSpPr/>
            <p:nvPr/>
          </p:nvSpPr>
          <p:spPr>
            <a:xfrm>
              <a:off x="2155796" y="2916363"/>
              <a:ext cx="147919" cy="8112"/>
            </a:xfrm>
            <a:custGeom>
              <a:rect b="b" l="l" r="r" t="t"/>
              <a:pathLst>
                <a:path extrusionOk="0" h="2" w="39">
                  <a:moveTo>
                    <a:pt x="0" y="2"/>
                  </a:moveTo>
                  <a:cubicBezTo>
                    <a:pt x="13" y="1"/>
                    <a:pt x="26" y="0"/>
                    <a:pt x="39"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61" name="Google Shape;161;p1"/>
            <p:cNvSpPr/>
            <p:nvPr/>
          </p:nvSpPr>
          <p:spPr>
            <a:xfrm>
              <a:off x="2159723" y="2986670"/>
              <a:ext cx="140065" cy="8112"/>
            </a:xfrm>
            <a:custGeom>
              <a:rect b="b" l="l" r="r" t="t"/>
              <a:pathLst>
                <a:path extrusionOk="0" h="2" w="37">
                  <a:moveTo>
                    <a:pt x="0" y="2"/>
                  </a:moveTo>
                  <a:cubicBezTo>
                    <a:pt x="12" y="1"/>
                    <a:pt x="25" y="0"/>
                    <a:pt x="37"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62" name="Google Shape;162;p1"/>
            <p:cNvSpPr/>
            <p:nvPr/>
          </p:nvSpPr>
          <p:spPr>
            <a:xfrm>
              <a:off x="3263228" y="3473411"/>
              <a:ext cx="371762" cy="435362"/>
            </a:xfrm>
            <a:custGeom>
              <a:rect b="b" l="l" r="r" t="t"/>
              <a:pathLst>
                <a:path extrusionOk="0" h="111" w="98">
                  <a:moveTo>
                    <a:pt x="35" y="6"/>
                  </a:moveTo>
                  <a:cubicBezTo>
                    <a:pt x="37" y="6"/>
                    <a:pt x="39" y="7"/>
                    <a:pt x="41" y="8"/>
                  </a:cubicBezTo>
                  <a:cubicBezTo>
                    <a:pt x="41" y="8"/>
                    <a:pt x="53" y="20"/>
                    <a:pt x="60" y="27"/>
                  </a:cubicBezTo>
                  <a:cubicBezTo>
                    <a:pt x="64" y="32"/>
                    <a:pt x="68" y="38"/>
                    <a:pt x="62" y="42"/>
                  </a:cubicBezTo>
                  <a:cubicBezTo>
                    <a:pt x="61" y="43"/>
                    <a:pt x="60" y="44"/>
                    <a:pt x="58" y="44"/>
                  </a:cubicBezTo>
                  <a:cubicBezTo>
                    <a:pt x="54" y="44"/>
                    <a:pt x="51" y="41"/>
                    <a:pt x="48" y="39"/>
                  </a:cubicBezTo>
                  <a:cubicBezTo>
                    <a:pt x="48" y="38"/>
                    <a:pt x="47" y="38"/>
                    <a:pt x="46" y="38"/>
                  </a:cubicBezTo>
                  <a:cubicBezTo>
                    <a:pt x="45" y="38"/>
                    <a:pt x="43" y="39"/>
                    <a:pt x="43" y="41"/>
                  </a:cubicBezTo>
                  <a:cubicBezTo>
                    <a:pt x="43" y="76"/>
                    <a:pt x="43" y="76"/>
                    <a:pt x="43" y="76"/>
                  </a:cubicBezTo>
                  <a:cubicBezTo>
                    <a:pt x="43" y="83"/>
                    <a:pt x="49" y="89"/>
                    <a:pt x="56" y="89"/>
                  </a:cubicBezTo>
                  <a:cubicBezTo>
                    <a:pt x="86" y="89"/>
                    <a:pt x="86" y="89"/>
                    <a:pt x="86" y="89"/>
                  </a:cubicBezTo>
                  <a:cubicBezTo>
                    <a:pt x="89" y="89"/>
                    <a:pt x="92" y="91"/>
                    <a:pt x="92" y="94"/>
                  </a:cubicBezTo>
                  <a:cubicBezTo>
                    <a:pt x="92" y="100"/>
                    <a:pt x="92" y="100"/>
                    <a:pt x="92" y="100"/>
                  </a:cubicBezTo>
                  <a:cubicBezTo>
                    <a:pt x="92" y="102"/>
                    <a:pt x="89" y="105"/>
                    <a:pt x="87" y="105"/>
                  </a:cubicBezTo>
                  <a:cubicBezTo>
                    <a:pt x="51" y="105"/>
                    <a:pt x="51" y="105"/>
                    <a:pt x="51" y="105"/>
                  </a:cubicBezTo>
                  <a:cubicBezTo>
                    <a:pt x="38" y="105"/>
                    <a:pt x="28" y="94"/>
                    <a:pt x="28" y="82"/>
                  </a:cubicBezTo>
                  <a:cubicBezTo>
                    <a:pt x="28" y="39"/>
                    <a:pt x="28" y="39"/>
                    <a:pt x="28" y="39"/>
                  </a:cubicBezTo>
                  <a:cubicBezTo>
                    <a:pt x="28" y="37"/>
                    <a:pt x="26" y="36"/>
                    <a:pt x="25" y="36"/>
                  </a:cubicBezTo>
                  <a:cubicBezTo>
                    <a:pt x="24" y="36"/>
                    <a:pt x="23" y="37"/>
                    <a:pt x="23" y="37"/>
                  </a:cubicBezTo>
                  <a:cubicBezTo>
                    <a:pt x="19" y="41"/>
                    <a:pt x="19" y="41"/>
                    <a:pt x="19" y="41"/>
                  </a:cubicBezTo>
                  <a:cubicBezTo>
                    <a:pt x="17" y="42"/>
                    <a:pt x="15" y="43"/>
                    <a:pt x="13" y="43"/>
                  </a:cubicBezTo>
                  <a:cubicBezTo>
                    <a:pt x="12" y="43"/>
                    <a:pt x="10" y="42"/>
                    <a:pt x="8" y="41"/>
                  </a:cubicBezTo>
                  <a:cubicBezTo>
                    <a:pt x="8" y="41"/>
                    <a:pt x="8" y="41"/>
                    <a:pt x="8" y="41"/>
                  </a:cubicBezTo>
                  <a:cubicBezTo>
                    <a:pt x="5" y="38"/>
                    <a:pt x="5" y="33"/>
                    <a:pt x="8" y="30"/>
                  </a:cubicBezTo>
                  <a:cubicBezTo>
                    <a:pt x="30" y="8"/>
                    <a:pt x="30" y="8"/>
                    <a:pt x="30" y="8"/>
                  </a:cubicBezTo>
                  <a:cubicBezTo>
                    <a:pt x="31" y="7"/>
                    <a:pt x="33" y="6"/>
                    <a:pt x="35" y="6"/>
                  </a:cubicBezTo>
                  <a:moveTo>
                    <a:pt x="35" y="0"/>
                  </a:moveTo>
                  <a:cubicBezTo>
                    <a:pt x="31" y="0"/>
                    <a:pt x="28" y="1"/>
                    <a:pt x="25" y="4"/>
                  </a:cubicBezTo>
                  <a:cubicBezTo>
                    <a:pt x="4" y="26"/>
                    <a:pt x="4" y="26"/>
                    <a:pt x="4" y="26"/>
                  </a:cubicBezTo>
                  <a:cubicBezTo>
                    <a:pt x="1" y="28"/>
                    <a:pt x="0" y="32"/>
                    <a:pt x="0" y="36"/>
                  </a:cubicBezTo>
                  <a:cubicBezTo>
                    <a:pt x="0" y="39"/>
                    <a:pt x="1" y="43"/>
                    <a:pt x="4" y="45"/>
                  </a:cubicBezTo>
                  <a:cubicBezTo>
                    <a:pt x="4" y="45"/>
                    <a:pt x="4" y="45"/>
                    <a:pt x="4" y="45"/>
                  </a:cubicBezTo>
                  <a:cubicBezTo>
                    <a:pt x="4" y="46"/>
                    <a:pt x="4" y="46"/>
                    <a:pt x="4" y="46"/>
                  </a:cubicBezTo>
                  <a:cubicBezTo>
                    <a:pt x="7" y="48"/>
                    <a:pt x="10" y="49"/>
                    <a:pt x="13" y="49"/>
                  </a:cubicBezTo>
                  <a:cubicBezTo>
                    <a:pt x="17" y="49"/>
                    <a:pt x="19" y="48"/>
                    <a:pt x="22" y="46"/>
                  </a:cubicBezTo>
                  <a:cubicBezTo>
                    <a:pt x="22" y="82"/>
                    <a:pt x="22" y="82"/>
                    <a:pt x="22" y="82"/>
                  </a:cubicBezTo>
                  <a:cubicBezTo>
                    <a:pt x="22" y="98"/>
                    <a:pt x="35" y="111"/>
                    <a:pt x="51" y="111"/>
                  </a:cubicBezTo>
                  <a:cubicBezTo>
                    <a:pt x="87" y="111"/>
                    <a:pt x="87" y="111"/>
                    <a:pt x="87" y="111"/>
                  </a:cubicBezTo>
                  <a:cubicBezTo>
                    <a:pt x="93" y="111"/>
                    <a:pt x="98" y="106"/>
                    <a:pt x="98" y="100"/>
                  </a:cubicBezTo>
                  <a:cubicBezTo>
                    <a:pt x="98" y="94"/>
                    <a:pt x="98" y="94"/>
                    <a:pt x="98" y="94"/>
                  </a:cubicBezTo>
                  <a:cubicBezTo>
                    <a:pt x="98" y="88"/>
                    <a:pt x="93" y="83"/>
                    <a:pt x="86" y="83"/>
                  </a:cubicBezTo>
                  <a:cubicBezTo>
                    <a:pt x="56" y="83"/>
                    <a:pt x="56" y="83"/>
                    <a:pt x="56" y="83"/>
                  </a:cubicBezTo>
                  <a:cubicBezTo>
                    <a:pt x="52" y="83"/>
                    <a:pt x="49" y="80"/>
                    <a:pt x="49" y="76"/>
                  </a:cubicBezTo>
                  <a:cubicBezTo>
                    <a:pt x="49" y="47"/>
                    <a:pt x="49" y="47"/>
                    <a:pt x="49" y="47"/>
                  </a:cubicBezTo>
                  <a:cubicBezTo>
                    <a:pt x="52" y="49"/>
                    <a:pt x="55" y="50"/>
                    <a:pt x="58" y="50"/>
                  </a:cubicBezTo>
                  <a:cubicBezTo>
                    <a:pt x="61" y="50"/>
                    <a:pt x="64" y="49"/>
                    <a:pt x="66" y="47"/>
                  </a:cubicBezTo>
                  <a:cubicBezTo>
                    <a:pt x="70" y="44"/>
                    <a:pt x="71" y="40"/>
                    <a:pt x="71" y="38"/>
                  </a:cubicBezTo>
                  <a:cubicBezTo>
                    <a:pt x="72" y="32"/>
                    <a:pt x="68" y="27"/>
                    <a:pt x="64" y="23"/>
                  </a:cubicBezTo>
                  <a:cubicBezTo>
                    <a:pt x="57" y="16"/>
                    <a:pt x="45" y="4"/>
                    <a:pt x="45" y="4"/>
                  </a:cubicBezTo>
                  <a:cubicBezTo>
                    <a:pt x="42" y="1"/>
                    <a:pt x="39" y="0"/>
                    <a:pt x="35"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63" name="Google Shape;163;p1"/>
            <p:cNvSpPr/>
            <p:nvPr/>
          </p:nvSpPr>
          <p:spPr>
            <a:xfrm>
              <a:off x="3490997" y="3399047"/>
              <a:ext cx="373071" cy="435362"/>
            </a:xfrm>
            <a:custGeom>
              <a:rect b="b" l="l" r="r" t="t"/>
              <a:pathLst>
                <a:path extrusionOk="0" h="111" w="98">
                  <a:moveTo>
                    <a:pt x="47" y="6"/>
                  </a:moveTo>
                  <a:cubicBezTo>
                    <a:pt x="59" y="6"/>
                    <a:pt x="70" y="16"/>
                    <a:pt x="70" y="29"/>
                  </a:cubicBezTo>
                  <a:cubicBezTo>
                    <a:pt x="70" y="71"/>
                    <a:pt x="70" y="71"/>
                    <a:pt x="70" y="71"/>
                  </a:cubicBezTo>
                  <a:cubicBezTo>
                    <a:pt x="70" y="73"/>
                    <a:pt x="71" y="74"/>
                    <a:pt x="73" y="74"/>
                  </a:cubicBezTo>
                  <a:cubicBezTo>
                    <a:pt x="73" y="74"/>
                    <a:pt x="74" y="74"/>
                    <a:pt x="75" y="73"/>
                  </a:cubicBezTo>
                  <a:cubicBezTo>
                    <a:pt x="78" y="70"/>
                    <a:pt x="78" y="70"/>
                    <a:pt x="78" y="70"/>
                  </a:cubicBezTo>
                  <a:cubicBezTo>
                    <a:pt x="80" y="68"/>
                    <a:pt x="82" y="67"/>
                    <a:pt x="84" y="67"/>
                  </a:cubicBezTo>
                  <a:cubicBezTo>
                    <a:pt x="86" y="67"/>
                    <a:pt x="88" y="68"/>
                    <a:pt x="89" y="69"/>
                  </a:cubicBezTo>
                  <a:cubicBezTo>
                    <a:pt x="89" y="69"/>
                    <a:pt x="89" y="69"/>
                    <a:pt x="89" y="69"/>
                  </a:cubicBezTo>
                  <a:cubicBezTo>
                    <a:pt x="92" y="72"/>
                    <a:pt x="92" y="78"/>
                    <a:pt x="89" y="81"/>
                  </a:cubicBezTo>
                  <a:cubicBezTo>
                    <a:pt x="68" y="102"/>
                    <a:pt x="68" y="102"/>
                    <a:pt x="68" y="102"/>
                  </a:cubicBezTo>
                  <a:cubicBezTo>
                    <a:pt x="66" y="104"/>
                    <a:pt x="64" y="105"/>
                    <a:pt x="62" y="105"/>
                  </a:cubicBezTo>
                  <a:cubicBezTo>
                    <a:pt x="60" y="105"/>
                    <a:pt x="58" y="104"/>
                    <a:pt x="57" y="102"/>
                  </a:cubicBezTo>
                  <a:cubicBezTo>
                    <a:pt x="57" y="102"/>
                    <a:pt x="44" y="91"/>
                    <a:pt x="37" y="83"/>
                  </a:cubicBezTo>
                  <a:cubicBezTo>
                    <a:pt x="33" y="79"/>
                    <a:pt x="29" y="73"/>
                    <a:pt x="35" y="68"/>
                  </a:cubicBezTo>
                  <a:cubicBezTo>
                    <a:pt x="36" y="67"/>
                    <a:pt x="38" y="67"/>
                    <a:pt x="39" y="67"/>
                  </a:cubicBezTo>
                  <a:cubicBezTo>
                    <a:pt x="43" y="67"/>
                    <a:pt x="47" y="69"/>
                    <a:pt x="49" y="72"/>
                  </a:cubicBezTo>
                  <a:cubicBezTo>
                    <a:pt x="50" y="73"/>
                    <a:pt x="50" y="73"/>
                    <a:pt x="51" y="73"/>
                  </a:cubicBezTo>
                  <a:cubicBezTo>
                    <a:pt x="53" y="73"/>
                    <a:pt x="54" y="72"/>
                    <a:pt x="54" y="70"/>
                  </a:cubicBezTo>
                  <a:cubicBezTo>
                    <a:pt x="54" y="34"/>
                    <a:pt x="54" y="34"/>
                    <a:pt x="54" y="34"/>
                  </a:cubicBezTo>
                  <a:cubicBezTo>
                    <a:pt x="54" y="27"/>
                    <a:pt x="48" y="21"/>
                    <a:pt x="41" y="21"/>
                  </a:cubicBezTo>
                  <a:cubicBezTo>
                    <a:pt x="11" y="21"/>
                    <a:pt x="11" y="21"/>
                    <a:pt x="11" y="21"/>
                  </a:cubicBezTo>
                  <a:cubicBezTo>
                    <a:pt x="8" y="21"/>
                    <a:pt x="6" y="19"/>
                    <a:pt x="6" y="16"/>
                  </a:cubicBezTo>
                  <a:cubicBezTo>
                    <a:pt x="6" y="11"/>
                    <a:pt x="6" y="11"/>
                    <a:pt x="6" y="11"/>
                  </a:cubicBezTo>
                  <a:cubicBezTo>
                    <a:pt x="6" y="8"/>
                    <a:pt x="8" y="6"/>
                    <a:pt x="11" y="6"/>
                  </a:cubicBezTo>
                  <a:cubicBezTo>
                    <a:pt x="47" y="6"/>
                    <a:pt x="47" y="6"/>
                    <a:pt x="47" y="6"/>
                  </a:cubicBezTo>
                  <a:moveTo>
                    <a:pt x="47" y="0"/>
                  </a:moveTo>
                  <a:cubicBezTo>
                    <a:pt x="11" y="0"/>
                    <a:pt x="11" y="0"/>
                    <a:pt x="11" y="0"/>
                  </a:cubicBezTo>
                  <a:cubicBezTo>
                    <a:pt x="5" y="0"/>
                    <a:pt x="0" y="5"/>
                    <a:pt x="0" y="11"/>
                  </a:cubicBezTo>
                  <a:cubicBezTo>
                    <a:pt x="0" y="16"/>
                    <a:pt x="0" y="16"/>
                    <a:pt x="0" y="16"/>
                  </a:cubicBezTo>
                  <a:cubicBezTo>
                    <a:pt x="0" y="22"/>
                    <a:pt x="5" y="27"/>
                    <a:pt x="11" y="27"/>
                  </a:cubicBezTo>
                  <a:cubicBezTo>
                    <a:pt x="41" y="27"/>
                    <a:pt x="41" y="27"/>
                    <a:pt x="41" y="27"/>
                  </a:cubicBezTo>
                  <a:cubicBezTo>
                    <a:pt x="45" y="27"/>
                    <a:pt x="48" y="30"/>
                    <a:pt x="48" y="34"/>
                  </a:cubicBezTo>
                  <a:cubicBezTo>
                    <a:pt x="48" y="63"/>
                    <a:pt x="48" y="63"/>
                    <a:pt x="48" y="63"/>
                  </a:cubicBezTo>
                  <a:cubicBezTo>
                    <a:pt x="46" y="62"/>
                    <a:pt x="43" y="61"/>
                    <a:pt x="39" y="61"/>
                  </a:cubicBezTo>
                  <a:cubicBezTo>
                    <a:pt x="36" y="61"/>
                    <a:pt x="33" y="62"/>
                    <a:pt x="31" y="64"/>
                  </a:cubicBezTo>
                  <a:cubicBezTo>
                    <a:pt x="27" y="67"/>
                    <a:pt x="26" y="70"/>
                    <a:pt x="26" y="73"/>
                  </a:cubicBezTo>
                  <a:cubicBezTo>
                    <a:pt x="26" y="79"/>
                    <a:pt x="30" y="84"/>
                    <a:pt x="33" y="87"/>
                  </a:cubicBezTo>
                  <a:cubicBezTo>
                    <a:pt x="40" y="95"/>
                    <a:pt x="52" y="106"/>
                    <a:pt x="52" y="107"/>
                  </a:cubicBezTo>
                  <a:cubicBezTo>
                    <a:pt x="55" y="109"/>
                    <a:pt x="58" y="111"/>
                    <a:pt x="62" y="111"/>
                  </a:cubicBezTo>
                  <a:cubicBezTo>
                    <a:pt x="66" y="111"/>
                    <a:pt x="69" y="109"/>
                    <a:pt x="72" y="107"/>
                  </a:cubicBezTo>
                  <a:cubicBezTo>
                    <a:pt x="94" y="85"/>
                    <a:pt x="94" y="85"/>
                    <a:pt x="94" y="85"/>
                  </a:cubicBezTo>
                  <a:cubicBezTo>
                    <a:pt x="96" y="82"/>
                    <a:pt x="98" y="79"/>
                    <a:pt x="98" y="75"/>
                  </a:cubicBezTo>
                  <a:cubicBezTo>
                    <a:pt x="98" y="71"/>
                    <a:pt x="96" y="68"/>
                    <a:pt x="93" y="65"/>
                  </a:cubicBezTo>
                  <a:cubicBezTo>
                    <a:pt x="90" y="63"/>
                    <a:pt x="87" y="61"/>
                    <a:pt x="84" y="61"/>
                  </a:cubicBezTo>
                  <a:cubicBezTo>
                    <a:pt x="81" y="61"/>
                    <a:pt x="78" y="62"/>
                    <a:pt x="76" y="64"/>
                  </a:cubicBezTo>
                  <a:cubicBezTo>
                    <a:pt x="76" y="29"/>
                    <a:pt x="76" y="29"/>
                    <a:pt x="76" y="29"/>
                  </a:cubicBezTo>
                  <a:cubicBezTo>
                    <a:pt x="76" y="13"/>
                    <a:pt x="63" y="0"/>
                    <a:pt x="47"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64" name="Google Shape;164;p1"/>
            <p:cNvSpPr/>
            <p:nvPr/>
          </p:nvSpPr>
          <p:spPr>
            <a:xfrm>
              <a:off x="2026203" y="3516677"/>
              <a:ext cx="426741" cy="443475"/>
            </a:xfrm>
            <a:custGeom>
              <a:rect b="b" l="l" r="r" t="t"/>
              <a:pathLst>
                <a:path extrusionOk="0" h="113" w="112">
                  <a:moveTo>
                    <a:pt x="79" y="0"/>
                  </a:moveTo>
                  <a:cubicBezTo>
                    <a:pt x="33" y="0"/>
                    <a:pt x="33" y="0"/>
                    <a:pt x="33" y="0"/>
                  </a:cubicBezTo>
                  <a:cubicBezTo>
                    <a:pt x="15" y="0"/>
                    <a:pt x="0" y="15"/>
                    <a:pt x="0" y="34"/>
                  </a:cubicBezTo>
                  <a:cubicBezTo>
                    <a:pt x="0" y="79"/>
                    <a:pt x="0" y="79"/>
                    <a:pt x="0" y="79"/>
                  </a:cubicBezTo>
                  <a:cubicBezTo>
                    <a:pt x="0" y="98"/>
                    <a:pt x="15" y="113"/>
                    <a:pt x="33" y="113"/>
                  </a:cubicBezTo>
                  <a:cubicBezTo>
                    <a:pt x="79" y="113"/>
                    <a:pt x="79" y="113"/>
                    <a:pt x="79" y="113"/>
                  </a:cubicBezTo>
                  <a:cubicBezTo>
                    <a:pt x="97" y="113"/>
                    <a:pt x="112" y="98"/>
                    <a:pt x="112" y="79"/>
                  </a:cubicBezTo>
                  <a:cubicBezTo>
                    <a:pt x="112" y="34"/>
                    <a:pt x="112" y="34"/>
                    <a:pt x="112" y="34"/>
                  </a:cubicBezTo>
                  <a:cubicBezTo>
                    <a:pt x="112" y="15"/>
                    <a:pt x="97" y="0"/>
                    <a:pt x="79" y="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65" name="Google Shape;165;p1"/>
            <p:cNvSpPr/>
            <p:nvPr/>
          </p:nvSpPr>
          <p:spPr>
            <a:xfrm>
              <a:off x="2303715" y="3559943"/>
              <a:ext cx="107340" cy="109516"/>
            </a:xfrm>
            <a:custGeom>
              <a:rect b="b" l="l" r="r" t="t"/>
              <a:pathLst>
                <a:path extrusionOk="0" h="28" w="28">
                  <a:moveTo>
                    <a:pt x="14" y="6"/>
                  </a:moveTo>
                  <a:cubicBezTo>
                    <a:pt x="19" y="6"/>
                    <a:pt x="22" y="10"/>
                    <a:pt x="22" y="14"/>
                  </a:cubicBezTo>
                  <a:cubicBezTo>
                    <a:pt x="22" y="19"/>
                    <a:pt x="19" y="22"/>
                    <a:pt x="14" y="22"/>
                  </a:cubicBezTo>
                  <a:cubicBezTo>
                    <a:pt x="10" y="22"/>
                    <a:pt x="6" y="19"/>
                    <a:pt x="6" y="14"/>
                  </a:cubicBezTo>
                  <a:cubicBezTo>
                    <a:pt x="6" y="10"/>
                    <a:pt x="10" y="6"/>
                    <a:pt x="14" y="6"/>
                  </a:cubicBezTo>
                  <a:moveTo>
                    <a:pt x="14" y="0"/>
                  </a:moveTo>
                  <a:cubicBezTo>
                    <a:pt x="7" y="0"/>
                    <a:pt x="0" y="6"/>
                    <a:pt x="0" y="14"/>
                  </a:cubicBezTo>
                  <a:cubicBezTo>
                    <a:pt x="0" y="22"/>
                    <a:pt x="7" y="28"/>
                    <a:pt x="14" y="28"/>
                  </a:cubicBezTo>
                  <a:cubicBezTo>
                    <a:pt x="22" y="28"/>
                    <a:pt x="28" y="22"/>
                    <a:pt x="28" y="14"/>
                  </a:cubicBezTo>
                  <a:cubicBezTo>
                    <a:pt x="28" y="6"/>
                    <a:pt x="22" y="0"/>
                    <a:pt x="14"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66" name="Google Shape;166;p1"/>
            <p:cNvSpPr/>
            <p:nvPr/>
          </p:nvSpPr>
          <p:spPr>
            <a:xfrm>
              <a:off x="2026203" y="3516677"/>
              <a:ext cx="426741" cy="443475"/>
            </a:xfrm>
            <a:custGeom>
              <a:rect b="b" l="l" r="r" t="t"/>
              <a:pathLst>
                <a:path extrusionOk="0" h="113" w="112">
                  <a:moveTo>
                    <a:pt x="79" y="0"/>
                  </a:moveTo>
                  <a:cubicBezTo>
                    <a:pt x="33" y="0"/>
                    <a:pt x="33" y="0"/>
                    <a:pt x="33" y="0"/>
                  </a:cubicBezTo>
                  <a:cubicBezTo>
                    <a:pt x="15" y="0"/>
                    <a:pt x="0" y="15"/>
                    <a:pt x="0" y="34"/>
                  </a:cubicBezTo>
                  <a:cubicBezTo>
                    <a:pt x="0" y="79"/>
                    <a:pt x="0" y="79"/>
                    <a:pt x="0" y="79"/>
                  </a:cubicBezTo>
                  <a:cubicBezTo>
                    <a:pt x="0" y="98"/>
                    <a:pt x="15" y="113"/>
                    <a:pt x="33" y="113"/>
                  </a:cubicBezTo>
                  <a:cubicBezTo>
                    <a:pt x="79" y="113"/>
                    <a:pt x="79" y="113"/>
                    <a:pt x="79" y="113"/>
                  </a:cubicBezTo>
                  <a:cubicBezTo>
                    <a:pt x="97" y="113"/>
                    <a:pt x="112" y="98"/>
                    <a:pt x="112" y="79"/>
                  </a:cubicBezTo>
                  <a:cubicBezTo>
                    <a:pt x="112" y="34"/>
                    <a:pt x="112" y="34"/>
                    <a:pt x="112" y="34"/>
                  </a:cubicBezTo>
                  <a:cubicBezTo>
                    <a:pt x="112" y="15"/>
                    <a:pt x="97" y="0"/>
                    <a:pt x="79" y="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67" name="Google Shape;167;p1"/>
            <p:cNvSpPr/>
            <p:nvPr/>
          </p:nvSpPr>
          <p:spPr>
            <a:xfrm>
              <a:off x="2147942" y="3658642"/>
              <a:ext cx="175409" cy="179823"/>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68" name="Google Shape;168;p1"/>
            <p:cNvSpPr/>
            <p:nvPr/>
          </p:nvSpPr>
          <p:spPr>
            <a:xfrm>
              <a:off x="2083800" y="3580223"/>
              <a:ext cx="311547" cy="321790"/>
            </a:xfrm>
            <a:custGeom>
              <a:rect b="b" l="l" r="r" t="t"/>
              <a:pathLst>
                <a:path extrusionOk="0" h="82" w="82">
                  <a:moveTo>
                    <a:pt x="67" y="2"/>
                  </a:moveTo>
                  <a:cubicBezTo>
                    <a:pt x="64" y="0"/>
                    <a:pt x="61" y="0"/>
                    <a:pt x="58" y="0"/>
                  </a:cubicBezTo>
                  <a:cubicBezTo>
                    <a:pt x="25" y="0"/>
                    <a:pt x="25" y="0"/>
                    <a:pt x="25" y="0"/>
                  </a:cubicBezTo>
                  <a:cubicBezTo>
                    <a:pt x="11" y="0"/>
                    <a:pt x="0" y="11"/>
                    <a:pt x="0" y="24"/>
                  </a:cubicBezTo>
                  <a:cubicBezTo>
                    <a:pt x="0" y="57"/>
                    <a:pt x="0" y="57"/>
                    <a:pt x="0" y="57"/>
                  </a:cubicBezTo>
                  <a:cubicBezTo>
                    <a:pt x="0" y="71"/>
                    <a:pt x="11" y="82"/>
                    <a:pt x="25" y="82"/>
                  </a:cubicBezTo>
                  <a:cubicBezTo>
                    <a:pt x="58" y="82"/>
                    <a:pt x="58" y="82"/>
                    <a:pt x="58" y="82"/>
                  </a:cubicBezTo>
                  <a:cubicBezTo>
                    <a:pt x="71" y="82"/>
                    <a:pt x="82" y="71"/>
                    <a:pt x="82" y="57"/>
                  </a:cubicBezTo>
                  <a:cubicBezTo>
                    <a:pt x="82" y="24"/>
                    <a:pt x="82" y="24"/>
                    <a:pt x="82" y="24"/>
                  </a:cubicBezTo>
                  <a:cubicBezTo>
                    <a:pt x="82" y="21"/>
                    <a:pt x="81" y="18"/>
                    <a:pt x="80" y="15"/>
                  </a:cubicBezTo>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69" name="Google Shape;169;p1"/>
            <p:cNvSpPr/>
            <p:nvPr/>
          </p:nvSpPr>
          <p:spPr>
            <a:xfrm>
              <a:off x="1417508" y="4552352"/>
              <a:ext cx="289293" cy="298804"/>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70" name="Google Shape;170;p1"/>
            <p:cNvSpPr/>
            <p:nvPr/>
          </p:nvSpPr>
          <p:spPr>
            <a:xfrm>
              <a:off x="1513067" y="4611843"/>
              <a:ext cx="98176" cy="86532"/>
            </a:xfrm>
            <a:custGeom>
              <a:rect b="b" l="l" r="r" t="t"/>
              <a:pathLst>
                <a:path extrusionOk="0" h="22" w="26">
                  <a:moveTo>
                    <a:pt x="0" y="4"/>
                  </a:moveTo>
                  <a:cubicBezTo>
                    <a:pt x="5" y="2"/>
                    <a:pt x="10" y="0"/>
                    <a:pt x="16" y="1"/>
                  </a:cubicBezTo>
                  <a:cubicBezTo>
                    <a:pt x="19" y="2"/>
                    <a:pt x="23" y="3"/>
                    <a:pt x="25" y="7"/>
                  </a:cubicBezTo>
                  <a:cubicBezTo>
                    <a:pt x="26" y="9"/>
                    <a:pt x="26" y="13"/>
                    <a:pt x="24" y="16"/>
                  </a:cubicBezTo>
                  <a:cubicBezTo>
                    <a:pt x="22" y="18"/>
                    <a:pt x="19" y="20"/>
                    <a:pt x="16" y="21"/>
                  </a:cubicBezTo>
                  <a:cubicBezTo>
                    <a:pt x="13" y="22"/>
                    <a:pt x="9" y="22"/>
                    <a:pt x="6" y="22"/>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71" name="Google Shape;171;p1"/>
            <p:cNvSpPr/>
            <p:nvPr/>
          </p:nvSpPr>
          <p:spPr>
            <a:xfrm>
              <a:off x="1520921" y="4694318"/>
              <a:ext cx="128284" cy="98700"/>
            </a:xfrm>
            <a:custGeom>
              <a:rect b="b" l="l" r="r" t="t"/>
              <a:pathLst>
                <a:path extrusionOk="0" h="25" w="34">
                  <a:moveTo>
                    <a:pt x="6" y="1"/>
                  </a:moveTo>
                  <a:cubicBezTo>
                    <a:pt x="9" y="0"/>
                    <a:pt x="12" y="0"/>
                    <a:pt x="16" y="1"/>
                  </a:cubicBezTo>
                  <a:cubicBezTo>
                    <a:pt x="19" y="1"/>
                    <a:pt x="23" y="2"/>
                    <a:pt x="25" y="4"/>
                  </a:cubicBezTo>
                  <a:cubicBezTo>
                    <a:pt x="34" y="11"/>
                    <a:pt x="25" y="22"/>
                    <a:pt x="17" y="24"/>
                  </a:cubicBezTo>
                  <a:cubicBezTo>
                    <a:pt x="10" y="25"/>
                    <a:pt x="3" y="22"/>
                    <a:pt x="0" y="16"/>
                  </a:cubicBezTo>
                </a:path>
              </a:pathLst>
            </a:custGeom>
            <a:noFill/>
            <a:ln cap="rnd"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72" name="Google Shape;172;p1"/>
            <p:cNvSpPr/>
            <p:nvPr/>
          </p:nvSpPr>
          <p:spPr>
            <a:xfrm>
              <a:off x="1493431" y="3190831"/>
              <a:ext cx="396633" cy="730111"/>
            </a:xfrm>
            <a:custGeom>
              <a:rect b="b" l="l" r="r" t="t"/>
              <a:pathLst>
                <a:path extrusionOk="0" h="186" w="104">
                  <a:moveTo>
                    <a:pt x="93" y="0"/>
                  </a:moveTo>
                  <a:cubicBezTo>
                    <a:pt x="13" y="0"/>
                    <a:pt x="13" y="0"/>
                    <a:pt x="13" y="0"/>
                  </a:cubicBezTo>
                  <a:cubicBezTo>
                    <a:pt x="6" y="0"/>
                    <a:pt x="0" y="6"/>
                    <a:pt x="0" y="13"/>
                  </a:cubicBezTo>
                  <a:cubicBezTo>
                    <a:pt x="0" y="172"/>
                    <a:pt x="0" y="172"/>
                    <a:pt x="0" y="172"/>
                  </a:cubicBezTo>
                  <a:cubicBezTo>
                    <a:pt x="0" y="180"/>
                    <a:pt x="6" y="186"/>
                    <a:pt x="13" y="186"/>
                  </a:cubicBezTo>
                  <a:cubicBezTo>
                    <a:pt x="90" y="186"/>
                    <a:pt x="90" y="186"/>
                    <a:pt x="90" y="186"/>
                  </a:cubicBezTo>
                  <a:cubicBezTo>
                    <a:pt x="97" y="186"/>
                    <a:pt x="103" y="180"/>
                    <a:pt x="103" y="172"/>
                  </a:cubicBezTo>
                  <a:cubicBezTo>
                    <a:pt x="103" y="13"/>
                    <a:pt x="103" y="13"/>
                    <a:pt x="103" y="13"/>
                  </a:cubicBezTo>
                  <a:cubicBezTo>
                    <a:pt x="104" y="1"/>
                    <a:pt x="93" y="0"/>
                    <a:pt x="93" y="0"/>
                  </a:cubicBezTo>
                  <a:close/>
                  <a:moveTo>
                    <a:pt x="52" y="173"/>
                  </a:moveTo>
                  <a:cubicBezTo>
                    <a:pt x="47" y="173"/>
                    <a:pt x="43" y="169"/>
                    <a:pt x="43" y="164"/>
                  </a:cubicBezTo>
                  <a:cubicBezTo>
                    <a:pt x="43" y="160"/>
                    <a:pt x="47" y="156"/>
                    <a:pt x="52" y="156"/>
                  </a:cubicBezTo>
                  <a:cubicBezTo>
                    <a:pt x="56" y="156"/>
                    <a:pt x="60" y="160"/>
                    <a:pt x="60" y="164"/>
                  </a:cubicBezTo>
                  <a:cubicBezTo>
                    <a:pt x="60" y="169"/>
                    <a:pt x="56" y="173"/>
                    <a:pt x="52" y="173"/>
                  </a:cubicBezTo>
                  <a:close/>
                  <a:moveTo>
                    <a:pt x="81" y="144"/>
                  </a:moveTo>
                  <a:cubicBezTo>
                    <a:pt x="21" y="144"/>
                    <a:pt x="21" y="144"/>
                    <a:pt x="21" y="144"/>
                  </a:cubicBezTo>
                  <a:cubicBezTo>
                    <a:pt x="16" y="144"/>
                    <a:pt x="13" y="140"/>
                    <a:pt x="13" y="136"/>
                  </a:cubicBezTo>
                  <a:cubicBezTo>
                    <a:pt x="13" y="35"/>
                    <a:pt x="13" y="35"/>
                    <a:pt x="13" y="35"/>
                  </a:cubicBezTo>
                  <a:cubicBezTo>
                    <a:pt x="13" y="31"/>
                    <a:pt x="17" y="27"/>
                    <a:pt x="21" y="27"/>
                  </a:cubicBezTo>
                  <a:cubicBezTo>
                    <a:pt x="82" y="27"/>
                    <a:pt x="82" y="27"/>
                    <a:pt x="82" y="27"/>
                  </a:cubicBezTo>
                  <a:cubicBezTo>
                    <a:pt x="86" y="27"/>
                    <a:pt x="90" y="31"/>
                    <a:pt x="90" y="35"/>
                  </a:cubicBezTo>
                  <a:cubicBezTo>
                    <a:pt x="89" y="137"/>
                    <a:pt x="89" y="137"/>
                    <a:pt x="89" y="137"/>
                  </a:cubicBezTo>
                  <a:cubicBezTo>
                    <a:pt x="89" y="141"/>
                    <a:pt x="85" y="144"/>
                    <a:pt x="81" y="144"/>
                  </a:cubicBezTo>
                  <a:close/>
                  <a:moveTo>
                    <a:pt x="93" y="144"/>
                  </a:moveTo>
                  <a:cubicBezTo>
                    <a:pt x="93" y="144"/>
                    <a:pt x="93" y="144"/>
                    <a:pt x="93" y="144"/>
                  </a:cubicBezTo>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cxnSp>
          <p:nvCxnSpPr>
            <p:cNvPr id="173" name="Google Shape;173;p1"/>
            <p:cNvCxnSpPr/>
            <p:nvPr/>
          </p:nvCxnSpPr>
          <p:spPr>
            <a:xfrm flipH="1">
              <a:off x="1581136" y="3347669"/>
              <a:ext cx="201589" cy="255538"/>
            </a:xfrm>
            <a:prstGeom prst="straightConnector1">
              <a:avLst/>
            </a:prstGeom>
            <a:solidFill>
              <a:schemeClr val="lt1"/>
            </a:solidFill>
            <a:ln cap="rnd" cmpd="sng" w="9525">
              <a:solidFill>
                <a:schemeClr val="lt1"/>
              </a:solidFill>
              <a:prstDash val="solid"/>
              <a:round/>
              <a:headEnd len="sm" w="sm" type="none"/>
              <a:tailEnd len="sm" w="sm" type="none"/>
            </a:ln>
          </p:spPr>
        </p:cxnSp>
        <p:cxnSp>
          <p:nvCxnSpPr>
            <p:cNvPr id="174" name="Google Shape;174;p1"/>
            <p:cNvCxnSpPr/>
            <p:nvPr/>
          </p:nvCxnSpPr>
          <p:spPr>
            <a:xfrm flipH="1">
              <a:off x="1649205" y="3442313"/>
              <a:ext cx="137447" cy="164951"/>
            </a:xfrm>
            <a:prstGeom prst="straightConnector1">
              <a:avLst/>
            </a:prstGeom>
            <a:solidFill>
              <a:schemeClr val="lt1"/>
            </a:solidFill>
            <a:ln cap="rnd" cmpd="sng" w="9525">
              <a:solidFill>
                <a:schemeClr val="lt1"/>
              </a:solidFill>
              <a:prstDash val="solid"/>
              <a:round/>
              <a:headEnd len="sm" w="sm" type="none"/>
              <a:tailEnd len="sm" w="sm" type="none"/>
            </a:ln>
          </p:spPr>
        </p:cxnSp>
        <p:cxnSp>
          <p:nvCxnSpPr>
            <p:cNvPr id="175" name="Google Shape;175;p1"/>
            <p:cNvCxnSpPr/>
            <p:nvPr/>
          </p:nvCxnSpPr>
          <p:spPr>
            <a:xfrm>
              <a:off x="1619097" y="3242209"/>
              <a:ext cx="137447" cy="0"/>
            </a:xfrm>
            <a:prstGeom prst="straightConnector1">
              <a:avLst/>
            </a:prstGeom>
            <a:solidFill>
              <a:schemeClr val="lt1"/>
            </a:solidFill>
            <a:ln cap="rnd" cmpd="sng" w="9525">
              <a:solidFill>
                <a:schemeClr val="lt1"/>
              </a:solidFill>
              <a:prstDash val="solid"/>
              <a:round/>
              <a:headEnd len="sm" w="sm" type="none"/>
              <a:tailEnd len="sm" w="sm" type="none"/>
            </a:ln>
          </p:spPr>
        </p:cxnSp>
        <p:sp>
          <p:nvSpPr>
            <p:cNvPr id="176" name="Google Shape;176;p1"/>
            <p:cNvSpPr/>
            <p:nvPr/>
          </p:nvSpPr>
          <p:spPr>
            <a:xfrm>
              <a:off x="1527466" y="3042104"/>
              <a:ext cx="77232" cy="94644"/>
            </a:xfrm>
            <a:custGeom>
              <a:rect b="b" l="l" r="r" t="t"/>
              <a:pathLst>
                <a:path extrusionOk="0" h="24" w="20">
                  <a:moveTo>
                    <a:pt x="0" y="0"/>
                  </a:moveTo>
                  <a:cubicBezTo>
                    <a:pt x="7" y="8"/>
                    <a:pt x="13" y="16"/>
                    <a:pt x="20" y="24"/>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77" name="Google Shape;177;p1"/>
            <p:cNvSpPr/>
            <p:nvPr/>
          </p:nvSpPr>
          <p:spPr>
            <a:xfrm>
              <a:off x="1684548" y="2967742"/>
              <a:ext cx="3927" cy="156839"/>
            </a:xfrm>
            <a:custGeom>
              <a:rect b="b" l="l" r="r" t="t"/>
              <a:pathLst>
                <a:path extrusionOk="0" h="40" w="1">
                  <a:moveTo>
                    <a:pt x="1" y="0"/>
                  </a:moveTo>
                  <a:cubicBezTo>
                    <a:pt x="1" y="13"/>
                    <a:pt x="0" y="27"/>
                    <a:pt x="0" y="4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78" name="Google Shape;178;p1"/>
            <p:cNvSpPr/>
            <p:nvPr/>
          </p:nvSpPr>
          <p:spPr>
            <a:xfrm>
              <a:off x="1764399" y="3054273"/>
              <a:ext cx="86395" cy="82475"/>
            </a:xfrm>
            <a:custGeom>
              <a:rect b="b" l="l" r="r" t="t"/>
              <a:pathLst>
                <a:path extrusionOk="0" h="21" w="23">
                  <a:moveTo>
                    <a:pt x="0" y="21"/>
                  </a:moveTo>
                  <a:cubicBezTo>
                    <a:pt x="7" y="13"/>
                    <a:pt x="15" y="6"/>
                    <a:pt x="23"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79" name="Google Shape;179;p1"/>
            <p:cNvSpPr/>
            <p:nvPr/>
          </p:nvSpPr>
          <p:spPr>
            <a:xfrm>
              <a:off x="1041819" y="2194365"/>
              <a:ext cx="287985" cy="298804"/>
            </a:xfrm>
            <a:prstGeom prst="ellipse">
              <a:avLst/>
            </a:pr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80" name="Google Shape;180;p1"/>
            <p:cNvSpPr/>
            <p:nvPr/>
          </p:nvSpPr>
          <p:spPr>
            <a:xfrm>
              <a:off x="1136069" y="2295769"/>
              <a:ext cx="95558" cy="129797"/>
            </a:xfrm>
            <a:custGeom>
              <a:rect b="b" l="l" r="r" t="t"/>
              <a:pathLst>
                <a:path extrusionOk="0" h="33" w="25">
                  <a:moveTo>
                    <a:pt x="0" y="1"/>
                  </a:moveTo>
                  <a:cubicBezTo>
                    <a:pt x="8" y="1"/>
                    <a:pt x="16" y="0"/>
                    <a:pt x="25" y="0"/>
                  </a:cubicBezTo>
                  <a:cubicBezTo>
                    <a:pt x="15" y="7"/>
                    <a:pt x="9" y="20"/>
                    <a:pt x="11" y="3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81" name="Google Shape;181;p1"/>
            <p:cNvSpPr/>
            <p:nvPr/>
          </p:nvSpPr>
          <p:spPr>
            <a:xfrm>
              <a:off x="1143923" y="2367428"/>
              <a:ext cx="71996" cy="4056"/>
            </a:xfrm>
            <a:custGeom>
              <a:rect b="b" l="l" r="r" t="t"/>
              <a:pathLst>
                <a:path extrusionOk="0" h="1" w="19">
                  <a:moveTo>
                    <a:pt x="0" y="1"/>
                  </a:moveTo>
                  <a:cubicBezTo>
                    <a:pt x="7" y="1"/>
                    <a:pt x="13" y="0"/>
                    <a:pt x="19"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82" name="Google Shape;182;p1"/>
            <p:cNvSpPr/>
            <p:nvPr/>
          </p:nvSpPr>
          <p:spPr>
            <a:xfrm>
              <a:off x="1444998" y="1759003"/>
              <a:ext cx="483028" cy="494853"/>
            </a:xfrm>
            <a:custGeom>
              <a:rect b="b" l="l" r="r" t="t"/>
              <a:pathLst>
                <a:path extrusionOk="0" h="126" w="127">
                  <a:moveTo>
                    <a:pt x="126" y="63"/>
                  </a:moveTo>
                  <a:cubicBezTo>
                    <a:pt x="126" y="28"/>
                    <a:pt x="98" y="1"/>
                    <a:pt x="63" y="1"/>
                  </a:cubicBezTo>
                  <a:cubicBezTo>
                    <a:pt x="63" y="1"/>
                    <a:pt x="3" y="0"/>
                    <a:pt x="1" y="64"/>
                  </a:cubicBezTo>
                  <a:cubicBezTo>
                    <a:pt x="0" y="99"/>
                    <a:pt x="30" y="126"/>
                    <a:pt x="65" y="126"/>
                  </a:cubicBezTo>
                  <a:cubicBezTo>
                    <a:pt x="65" y="126"/>
                    <a:pt x="65" y="126"/>
                    <a:pt x="65" y="126"/>
                  </a:cubicBezTo>
                  <a:cubicBezTo>
                    <a:pt x="65" y="126"/>
                    <a:pt x="65" y="126"/>
                    <a:pt x="65" y="126"/>
                  </a:cubicBezTo>
                  <a:cubicBezTo>
                    <a:pt x="65" y="126"/>
                    <a:pt x="65" y="126"/>
                    <a:pt x="65" y="126"/>
                  </a:cubicBezTo>
                  <a:cubicBezTo>
                    <a:pt x="99" y="126"/>
                    <a:pt x="127" y="97"/>
                    <a:pt x="126" y="63"/>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83" name="Google Shape;183;p1"/>
            <p:cNvSpPr/>
            <p:nvPr/>
          </p:nvSpPr>
          <p:spPr>
            <a:xfrm>
              <a:off x="1600771" y="1771171"/>
              <a:ext cx="178027" cy="482684"/>
            </a:xfrm>
            <a:custGeom>
              <a:rect b="b" l="l" r="r" t="t"/>
              <a:pathLst>
                <a:path extrusionOk="0" h="123" w="47">
                  <a:moveTo>
                    <a:pt x="47" y="60"/>
                  </a:moveTo>
                  <a:cubicBezTo>
                    <a:pt x="47" y="95"/>
                    <a:pt x="40" y="123"/>
                    <a:pt x="24" y="123"/>
                  </a:cubicBezTo>
                  <a:cubicBezTo>
                    <a:pt x="8" y="123"/>
                    <a:pt x="0" y="94"/>
                    <a:pt x="0" y="59"/>
                  </a:cubicBezTo>
                  <a:cubicBezTo>
                    <a:pt x="0" y="25"/>
                    <a:pt x="8" y="0"/>
                    <a:pt x="24" y="0"/>
                  </a:cubicBezTo>
                  <a:cubicBezTo>
                    <a:pt x="41" y="0"/>
                    <a:pt x="47" y="25"/>
                    <a:pt x="47" y="6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84" name="Google Shape;184;p1"/>
            <p:cNvSpPr/>
            <p:nvPr/>
          </p:nvSpPr>
          <p:spPr>
            <a:xfrm>
              <a:off x="1455470" y="1899617"/>
              <a:ext cx="476484" cy="200104"/>
            </a:xfrm>
            <a:custGeom>
              <a:rect b="b" l="l" r="r" t="t"/>
              <a:pathLst>
                <a:path extrusionOk="0" h="51" w="125">
                  <a:moveTo>
                    <a:pt x="61" y="0"/>
                  </a:moveTo>
                  <a:cubicBezTo>
                    <a:pt x="96" y="0"/>
                    <a:pt x="125" y="11"/>
                    <a:pt x="125" y="27"/>
                  </a:cubicBezTo>
                  <a:cubicBezTo>
                    <a:pt x="125" y="43"/>
                    <a:pt x="97" y="51"/>
                    <a:pt x="62" y="51"/>
                  </a:cubicBezTo>
                  <a:cubicBezTo>
                    <a:pt x="27" y="51"/>
                    <a:pt x="0" y="43"/>
                    <a:pt x="0" y="27"/>
                  </a:cubicBezTo>
                  <a:cubicBezTo>
                    <a:pt x="0" y="11"/>
                    <a:pt x="27" y="0"/>
                    <a:pt x="61" y="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85" name="Google Shape;185;p1"/>
            <p:cNvSpPr/>
            <p:nvPr/>
          </p:nvSpPr>
          <p:spPr>
            <a:xfrm>
              <a:off x="1551028" y="2386357"/>
              <a:ext cx="247405" cy="255538"/>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86" name="Google Shape;186;p1"/>
            <p:cNvSpPr/>
            <p:nvPr/>
          </p:nvSpPr>
          <p:spPr>
            <a:xfrm>
              <a:off x="1596844" y="2759525"/>
              <a:ext cx="151846" cy="121685"/>
            </a:xfrm>
            <a:custGeom>
              <a:rect b="b" l="l" r="r" t="t"/>
              <a:pathLst>
                <a:path extrusionOk="0" h="31" w="40">
                  <a:moveTo>
                    <a:pt x="40" y="31"/>
                  </a:moveTo>
                  <a:cubicBezTo>
                    <a:pt x="40" y="12"/>
                    <a:pt x="40" y="12"/>
                    <a:pt x="40" y="12"/>
                  </a:cubicBezTo>
                  <a:cubicBezTo>
                    <a:pt x="40" y="5"/>
                    <a:pt x="35" y="0"/>
                    <a:pt x="28" y="0"/>
                  </a:cubicBezTo>
                  <a:cubicBezTo>
                    <a:pt x="11" y="0"/>
                    <a:pt x="11" y="0"/>
                    <a:pt x="11" y="0"/>
                  </a:cubicBezTo>
                  <a:cubicBezTo>
                    <a:pt x="5" y="0"/>
                    <a:pt x="0" y="5"/>
                    <a:pt x="0" y="12"/>
                  </a:cubicBezTo>
                  <a:cubicBezTo>
                    <a:pt x="0" y="31"/>
                    <a:pt x="0" y="31"/>
                    <a:pt x="0" y="3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87" name="Google Shape;187;p1"/>
            <p:cNvSpPr/>
            <p:nvPr/>
          </p:nvSpPr>
          <p:spPr>
            <a:xfrm>
              <a:off x="1531393" y="2693274"/>
              <a:ext cx="281439" cy="191992"/>
            </a:xfrm>
            <a:custGeom>
              <a:rect b="b" l="l" r="r" t="t"/>
              <a:pathLst>
                <a:path extrusionOk="0" h="49" w="74">
                  <a:moveTo>
                    <a:pt x="0" y="49"/>
                  </a:moveTo>
                  <a:cubicBezTo>
                    <a:pt x="0" y="29"/>
                    <a:pt x="0" y="29"/>
                    <a:pt x="0" y="29"/>
                  </a:cubicBezTo>
                  <a:cubicBezTo>
                    <a:pt x="0" y="13"/>
                    <a:pt x="13" y="0"/>
                    <a:pt x="28" y="0"/>
                  </a:cubicBezTo>
                  <a:cubicBezTo>
                    <a:pt x="45" y="0"/>
                    <a:pt x="45" y="0"/>
                    <a:pt x="45" y="0"/>
                  </a:cubicBezTo>
                  <a:cubicBezTo>
                    <a:pt x="61" y="0"/>
                    <a:pt x="74" y="13"/>
                    <a:pt x="74" y="29"/>
                  </a:cubicBezTo>
                  <a:cubicBezTo>
                    <a:pt x="74" y="47"/>
                    <a:pt x="74" y="47"/>
                    <a:pt x="74" y="47"/>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88" name="Google Shape;188;p1"/>
            <p:cNvSpPr/>
            <p:nvPr/>
          </p:nvSpPr>
          <p:spPr>
            <a:xfrm>
              <a:off x="1455470" y="2590517"/>
              <a:ext cx="0" cy="90587"/>
            </a:xfrm>
            <a:custGeom>
              <a:rect b="b" l="l" r="r" t="t"/>
              <a:pathLst>
                <a:path extrusionOk="0" h="23" w="120000">
                  <a:moveTo>
                    <a:pt x="0" y="0"/>
                  </a:moveTo>
                  <a:cubicBezTo>
                    <a:pt x="0" y="7"/>
                    <a:pt x="0" y="14"/>
                    <a:pt x="0" y="22"/>
                  </a:cubicBezTo>
                  <a:cubicBezTo>
                    <a:pt x="0" y="23"/>
                    <a:pt x="0" y="23"/>
                    <a:pt x="0" y="2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cxnSp>
          <p:nvCxnSpPr>
            <p:cNvPr id="189" name="Google Shape;189;p1"/>
            <p:cNvCxnSpPr/>
            <p:nvPr/>
          </p:nvCxnSpPr>
          <p:spPr>
            <a:xfrm>
              <a:off x="1417508" y="2633783"/>
              <a:ext cx="79850" cy="0"/>
            </a:xfrm>
            <a:prstGeom prst="straightConnector1">
              <a:avLst/>
            </a:prstGeom>
            <a:solidFill>
              <a:schemeClr val="lt1"/>
            </a:solidFill>
            <a:ln cap="rnd" cmpd="sng" w="9525">
              <a:solidFill>
                <a:schemeClr val="lt1"/>
              </a:solidFill>
              <a:prstDash val="solid"/>
              <a:round/>
              <a:headEnd len="sm" w="sm" type="none"/>
              <a:tailEnd len="sm" w="sm" type="none"/>
            </a:ln>
          </p:spPr>
        </p:cxnSp>
        <p:sp>
          <p:nvSpPr>
            <p:cNvPr id="190" name="Google Shape;190;p1"/>
            <p:cNvSpPr/>
            <p:nvPr/>
          </p:nvSpPr>
          <p:spPr>
            <a:xfrm>
              <a:off x="1615170" y="2453960"/>
              <a:ext cx="117812" cy="124389"/>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91" name="Google Shape;191;p1"/>
            <p:cNvSpPr/>
            <p:nvPr/>
          </p:nvSpPr>
          <p:spPr>
            <a:xfrm>
              <a:off x="2870521" y="3623489"/>
              <a:ext cx="3927" cy="144670"/>
            </a:xfrm>
            <a:custGeom>
              <a:rect b="b" l="l" r="r" t="t"/>
              <a:pathLst>
                <a:path extrusionOk="0" h="37" w="1">
                  <a:moveTo>
                    <a:pt x="0" y="0"/>
                  </a:moveTo>
                  <a:cubicBezTo>
                    <a:pt x="0" y="33"/>
                    <a:pt x="1" y="37"/>
                    <a:pt x="1" y="37"/>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92" name="Google Shape;192;p1"/>
            <p:cNvSpPr/>
            <p:nvPr/>
          </p:nvSpPr>
          <p:spPr>
            <a:xfrm>
              <a:off x="2608717" y="3528845"/>
              <a:ext cx="52361" cy="82475"/>
            </a:xfrm>
            <a:custGeom>
              <a:rect b="b" l="l" r="r" t="t"/>
              <a:pathLst>
                <a:path extrusionOk="0" h="21" w="14">
                  <a:moveTo>
                    <a:pt x="14" y="0"/>
                  </a:moveTo>
                  <a:cubicBezTo>
                    <a:pt x="9" y="7"/>
                    <a:pt x="5" y="14"/>
                    <a:pt x="0" y="2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93" name="Google Shape;193;p1"/>
            <p:cNvSpPr/>
            <p:nvPr/>
          </p:nvSpPr>
          <p:spPr>
            <a:xfrm>
              <a:off x="3064256" y="3524789"/>
              <a:ext cx="53669" cy="82475"/>
            </a:xfrm>
            <a:custGeom>
              <a:rect b="b" l="l" r="r" t="t"/>
              <a:pathLst>
                <a:path extrusionOk="0" h="21" w="14">
                  <a:moveTo>
                    <a:pt x="0" y="0"/>
                  </a:moveTo>
                  <a:cubicBezTo>
                    <a:pt x="5" y="7"/>
                    <a:pt x="9" y="14"/>
                    <a:pt x="14" y="2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94" name="Google Shape;194;p1"/>
            <p:cNvSpPr/>
            <p:nvPr/>
          </p:nvSpPr>
          <p:spPr>
            <a:xfrm>
              <a:off x="2870521" y="2869041"/>
              <a:ext cx="3927" cy="146022"/>
            </a:xfrm>
            <a:custGeom>
              <a:rect b="b" l="l" r="r" t="t"/>
              <a:pathLst>
                <a:path extrusionOk="0" h="37" w="1">
                  <a:moveTo>
                    <a:pt x="0" y="37"/>
                  </a:moveTo>
                  <a:cubicBezTo>
                    <a:pt x="0" y="25"/>
                    <a:pt x="0" y="12"/>
                    <a:pt x="1"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95" name="Google Shape;195;p1"/>
            <p:cNvSpPr/>
            <p:nvPr/>
          </p:nvSpPr>
          <p:spPr>
            <a:xfrm>
              <a:off x="2578610" y="2951517"/>
              <a:ext cx="52361" cy="82475"/>
            </a:xfrm>
            <a:custGeom>
              <a:rect b="b" l="l" r="r" t="t"/>
              <a:pathLst>
                <a:path extrusionOk="0" h="21" w="14">
                  <a:moveTo>
                    <a:pt x="14" y="21"/>
                  </a:moveTo>
                  <a:cubicBezTo>
                    <a:pt x="9" y="14"/>
                    <a:pt x="5" y="7"/>
                    <a:pt x="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96" name="Google Shape;196;p1"/>
            <p:cNvSpPr/>
            <p:nvPr/>
          </p:nvSpPr>
          <p:spPr>
            <a:xfrm>
              <a:off x="3095673" y="2951517"/>
              <a:ext cx="52361" cy="82475"/>
            </a:xfrm>
            <a:custGeom>
              <a:rect b="b" l="l" r="r" t="t"/>
              <a:pathLst>
                <a:path extrusionOk="0" h="21" w="14">
                  <a:moveTo>
                    <a:pt x="0" y="21"/>
                  </a:moveTo>
                  <a:cubicBezTo>
                    <a:pt x="5" y="14"/>
                    <a:pt x="9" y="7"/>
                    <a:pt x="14"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97" name="Google Shape;197;p1"/>
            <p:cNvSpPr/>
            <p:nvPr/>
          </p:nvSpPr>
          <p:spPr>
            <a:xfrm>
              <a:off x="2421527" y="3312516"/>
              <a:ext cx="103412" cy="4056"/>
            </a:xfrm>
            <a:custGeom>
              <a:rect b="b" l="l" r="r" t="t"/>
              <a:pathLst>
                <a:path extrusionOk="0" h="1" w="27">
                  <a:moveTo>
                    <a:pt x="27" y="0"/>
                  </a:moveTo>
                  <a:cubicBezTo>
                    <a:pt x="16" y="0"/>
                    <a:pt x="10" y="0"/>
                    <a:pt x="0" y="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98" name="Google Shape;198;p1"/>
            <p:cNvSpPr/>
            <p:nvPr/>
          </p:nvSpPr>
          <p:spPr>
            <a:xfrm>
              <a:off x="3185995" y="3312516"/>
              <a:ext cx="121739" cy="4056"/>
            </a:xfrm>
            <a:custGeom>
              <a:rect b="b" l="l" r="r" t="t"/>
              <a:pathLst>
                <a:path extrusionOk="0" h="1" w="32">
                  <a:moveTo>
                    <a:pt x="32" y="0"/>
                  </a:moveTo>
                  <a:cubicBezTo>
                    <a:pt x="21" y="0"/>
                    <a:pt x="11" y="0"/>
                    <a:pt x="0" y="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199" name="Google Shape;199;p1"/>
            <p:cNvSpPr/>
            <p:nvPr/>
          </p:nvSpPr>
          <p:spPr>
            <a:xfrm>
              <a:off x="2596936" y="3058329"/>
              <a:ext cx="544553" cy="482684"/>
            </a:xfrm>
            <a:custGeom>
              <a:rect b="b" l="l" r="r" t="t"/>
              <a:pathLst>
                <a:path extrusionOk="0" h="123" w="143">
                  <a:moveTo>
                    <a:pt x="141" y="38"/>
                  </a:moveTo>
                  <a:cubicBezTo>
                    <a:pt x="139" y="26"/>
                    <a:pt x="133" y="18"/>
                    <a:pt x="129" y="14"/>
                  </a:cubicBezTo>
                  <a:cubicBezTo>
                    <a:pt x="129" y="14"/>
                    <a:pt x="129" y="14"/>
                    <a:pt x="129" y="14"/>
                  </a:cubicBezTo>
                  <a:cubicBezTo>
                    <a:pt x="116" y="0"/>
                    <a:pt x="94" y="0"/>
                    <a:pt x="81" y="14"/>
                  </a:cubicBezTo>
                  <a:cubicBezTo>
                    <a:pt x="71" y="24"/>
                    <a:pt x="71" y="24"/>
                    <a:pt x="71" y="24"/>
                  </a:cubicBezTo>
                  <a:cubicBezTo>
                    <a:pt x="62" y="14"/>
                    <a:pt x="62" y="14"/>
                    <a:pt x="62" y="14"/>
                  </a:cubicBezTo>
                  <a:cubicBezTo>
                    <a:pt x="49" y="0"/>
                    <a:pt x="27" y="0"/>
                    <a:pt x="14" y="14"/>
                  </a:cubicBezTo>
                  <a:cubicBezTo>
                    <a:pt x="14" y="14"/>
                    <a:pt x="14" y="14"/>
                    <a:pt x="14" y="14"/>
                  </a:cubicBezTo>
                  <a:cubicBezTo>
                    <a:pt x="10" y="18"/>
                    <a:pt x="4" y="26"/>
                    <a:pt x="2" y="38"/>
                  </a:cubicBezTo>
                  <a:cubicBezTo>
                    <a:pt x="0" y="60"/>
                    <a:pt x="11" y="89"/>
                    <a:pt x="71" y="123"/>
                  </a:cubicBezTo>
                  <a:cubicBezTo>
                    <a:pt x="71" y="123"/>
                    <a:pt x="71" y="123"/>
                    <a:pt x="71" y="123"/>
                  </a:cubicBezTo>
                  <a:cubicBezTo>
                    <a:pt x="71" y="123"/>
                    <a:pt x="71" y="123"/>
                    <a:pt x="71" y="123"/>
                  </a:cubicBezTo>
                  <a:cubicBezTo>
                    <a:pt x="71" y="123"/>
                    <a:pt x="71" y="123"/>
                    <a:pt x="71" y="123"/>
                  </a:cubicBezTo>
                  <a:cubicBezTo>
                    <a:pt x="71" y="123"/>
                    <a:pt x="71" y="123"/>
                    <a:pt x="71" y="123"/>
                  </a:cubicBezTo>
                  <a:cubicBezTo>
                    <a:pt x="131" y="89"/>
                    <a:pt x="143" y="60"/>
                    <a:pt x="141" y="38"/>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00" name="Google Shape;200;p1"/>
            <p:cNvSpPr/>
            <p:nvPr/>
          </p:nvSpPr>
          <p:spPr>
            <a:xfrm>
              <a:off x="2608717" y="3171902"/>
              <a:ext cx="60215" cy="47322"/>
            </a:xfrm>
            <a:custGeom>
              <a:rect b="b" l="l" r="r" t="t"/>
              <a:pathLst>
                <a:path extrusionOk="0" h="12" w="16">
                  <a:moveTo>
                    <a:pt x="0" y="12"/>
                  </a:moveTo>
                  <a:cubicBezTo>
                    <a:pt x="4" y="8"/>
                    <a:pt x="10" y="4"/>
                    <a:pt x="16"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01" name="Google Shape;201;p1"/>
            <p:cNvSpPr/>
            <p:nvPr/>
          </p:nvSpPr>
          <p:spPr>
            <a:xfrm>
              <a:off x="2616571" y="3242209"/>
              <a:ext cx="71996" cy="55434"/>
            </a:xfrm>
            <a:custGeom>
              <a:rect b="b" l="l" r="r" t="t"/>
              <a:pathLst>
                <a:path extrusionOk="0" h="14" w="19">
                  <a:moveTo>
                    <a:pt x="0" y="14"/>
                  </a:moveTo>
                  <a:cubicBezTo>
                    <a:pt x="6" y="9"/>
                    <a:pt x="13" y="5"/>
                    <a:pt x="19"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02" name="Google Shape;202;p1"/>
            <p:cNvSpPr/>
            <p:nvPr/>
          </p:nvSpPr>
          <p:spPr>
            <a:xfrm>
              <a:off x="2658460" y="3312516"/>
              <a:ext cx="64142" cy="51378"/>
            </a:xfrm>
            <a:custGeom>
              <a:rect b="b" l="l" r="r" t="t"/>
              <a:pathLst>
                <a:path extrusionOk="0" h="13" w="17">
                  <a:moveTo>
                    <a:pt x="0" y="13"/>
                  </a:moveTo>
                  <a:cubicBezTo>
                    <a:pt x="4" y="10"/>
                    <a:pt x="13" y="3"/>
                    <a:pt x="17"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03" name="Google Shape;203;p1"/>
            <p:cNvSpPr/>
            <p:nvPr/>
          </p:nvSpPr>
          <p:spPr>
            <a:xfrm>
              <a:off x="2699040" y="3372006"/>
              <a:ext cx="57597" cy="43266"/>
            </a:xfrm>
            <a:custGeom>
              <a:rect b="b" l="l" r="r" t="t"/>
              <a:pathLst>
                <a:path extrusionOk="0" h="11" w="15">
                  <a:moveTo>
                    <a:pt x="0" y="11"/>
                  </a:moveTo>
                  <a:cubicBezTo>
                    <a:pt x="3" y="8"/>
                    <a:pt x="12" y="2"/>
                    <a:pt x="15"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04" name="Google Shape;204;p1"/>
            <p:cNvSpPr/>
            <p:nvPr/>
          </p:nvSpPr>
          <p:spPr>
            <a:xfrm>
              <a:off x="2756637" y="3430145"/>
              <a:ext cx="49743" cy="35153"/>
            </a:xfrm>
            <a:custGeom>
              <a:rect b="b" l="l" r="r" t="t"/>
              <a:pathLst>
                <a:path extrusionOk="0" h="9" w="13">
                  <a:moveTo>
                    <a:pt x="0" y="9"/>
                  </a:moveTo>
                  <a:cubicBezTo>
                    <a:pt x="5" y="5"/>
                    <a:pt x="8" y="3"/>
                    <a:pt x="13"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05" name="Google Shape;205;p1"/>
            <p:cNvSpPr/>
            <p:nvPr/>
          </p:nvSpPr>
          <p:spPr>
            <a:xfrm>
              <a:off x="2828633" y="3485579"/>
              <a:ext cx="37961" cy="27041"/>
            </a:xfrm>
            <a:custGeom>
              <a:rect b="b" l="l" r="r" t="t"/>
              <a:pathLst>
                <a:path extrusionOk="0" h="7" w="10">
                  <a:moveTo>
                    <a:pt x="0" y="7"/>
                  </a:moveTo>
                  <a:cubicBezTo>
                    <a:pt x="4" y="4"/>
                    <a:pt x="6" y="3"/>
                    <a:pt x="1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06" name="Google Shape;206;p1"/>
            <p:cNvSpPr/>
            <p:nvPr/>
          </p:nvSpPr>
          <p:spPr>
            <a:xfrm>
              <a:off x="2954299" y="3116468"/>
              <a:ext cx="113884" cy="133853"/>
            </a:xfrm>
            <a:custGeom>
              <a:rect b="b" l="l" r="r" t="t"/>
              <a:pathLst>
                <a:path extrusionOk="0" h="34" w="30">
                  <a:moveTo>
                    <a:pt x="9" y="14"/>
                  </a:moveTo>
                  <a:cubicBezTo>
                    <a:pt x="13" y="16"/>
                    <a:pt x="16" y="20"/>
                    <a:pt x="17" y="24"/>
                  </a:cubicBezTo>
                  <a:cubicBezTo>
                    <a:pt x="18" y="26"/>
                    <a:pt x="19" y="29"/>
                    <a:pt x="20" y="31"/>
                  </a:cubicBezTo>
                  <a:cubicBezTo>
                    <a:pt x="21" y="32"/>
                    <a:pt x="23" y="34"/>
                    <a:pt x="25" y="33"/>
                  </a:cubicBezTo>
                  <a:cubicBezTo>
                    <a:pt x="29" y="33"/>
                    <a:pt x="30" y="29"/>
                    <a:pt x="30" y="26"/>
                  </a:cubicBezTo>
                  <a:cubicBezTo>
                    <a:pt x="30" y="20"/>
                    <a:pt x="28" y="14"/>
                    <a:pt x="24" y="9"/>
                  </a:cubicBezTo>
                  <a:cubicBezTo>
                    <a:pt x="21" y="6"/>
                    <a:pt x="13" y="0"/>
                    <a:pt x="8" y="1"/>
                  </a:cubicBezTo>
                  <a:cubicBezTo>
                    <a:pt x="0" y="4"/>
                    <a:pt x="5" y="11"/>
                    <a:pt x="9" y="14"/>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07" name="Google Shape;207;p1"/>
            <p:cNvSpPr/>
            <p:nvPr/>
          </p:nvSpPr>
          <p:spPr>
            <a:xfrm>
              <a:off x="3019750" y="3285475"/>
              <a:ext cx="44507" cy="51378"/>
            </a:xfrm>
            <a:custGeom>
              <a:rect b="b" l="l" r="r" t="t"/>
              <a:pathLst>
                <a:path extrusionOk="0" h="13" w="12">
                  <a:moveTo>
                    <a:pt x="4" y="1"/>
                  </a:moveTo>
                  <a:cubicBezTo>
                    <a:pt x="8" y="0"/>
                    <a:pt x="12" y="3"/>
                    <a:pt x="12" y="7"/>
                  </a:cubicBezTo>
                  <a:cubicBezTo>
                    <a:pt x="12" y="10"/>
                    <a:pt x="8" y="13"/>
                    <a:pt x="4" y="12"/>
                  </a:cubicBezTo>
                  <a:cubicBezTo>
                    <a:pt x="1" y="10"/>
                    <a:pt x="0" y="5"/>
                    <a:pt x="3" y="2"/>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08" name="Google Shape;208;p1"/>
            <p:cNvSpPr/>
            <p:nvPr/>
          </p:nvSpPr>
          <p:spPr>
            <a:xfrm>
              <a:off x="2668932" y="1484535"/>
              <a:ext cx="514445" cy="544879"/>
            </a:xfrm>
            <a:custGeom>
              <a:rect b="b" l="l" r="r" t="t"/>
              <a:pathLst>
                <a:path extrusionOk="0" h="139" w="135">
                  <a:moveTo>
                    <a:pt x="67" y="0"/>
                  </a:moveTo>
                  <a:cubicBezTo>
                    <a:pt x="30" y="0"/>
                    <a:pt x="0" y="28"/>
                    <a:pt x="0" y="62"/>
                  </a:cubicBezTo>
                  <a:cubicBezTo>
                    <a:pt x="0" y="78"/>
                    <a:pt x="6" y="92"/>
                    <a:pt x="17" y="103"/>
                  </a:cubicBezTo>
                  <a:cubicBezTo>
                    <a:pt x="22" y="108"/>
                    <a:pt x="25" y="115"/>
                    <a:pt x="25" y="122"/>
                  </a:cubicBezTo>
                  <a:cubicBezTo>
                    <a:pt x="25" y="139"/>
                    <a:pt x="25" y="139"/>
                    <a:pt x="25" y="139"/>
                  </a:cubicBezTo>
                  <a:cubicBezTo>
                    <a:pt x="44" y="126"/>
                    <a:pt x="44" y="126"/>
                    <a:pt x="44" y="126"/>
                  </a:cubicBezTo>
                  <a:cubicBezTo>
                    <a:pt x="47" y="123"/>
                    <a:pt x="52" y="122"/>
                    <a:pt x="56" y="123"/>
                  </a:cubicBezTo>
                  <a:cubicBezTo>
                    <a:pt x="60" y="124"/>
                    <a:pt x="64" y="124"/>
                    <a:pt x="67" y="124"/>
                  </a:cubicBezTo>
                  <a:cubicBezTo>
                    <a:pt x="105" y="124"/>
                    <a:pt x="135" y="96"/>
                    <a:pt x="135" y="62"/>
                  </a:cubicBezTo>
                  <a:cubicBezTo>
                    <a:pt x="135" y="28"/>
                    <a:pt x="105" y="0"/>
                    <a:pt x="67" y="0"/>
                  </a:cubicBezTo>
                  <a:close/>
                  <a:moveTo>
                    <a:pt x="71" y="75"/>
                  </a:moveTo>
                  <a:cubicBezTo>
                    <a:pt x="62" y="65"/>
                    <a:pt x="62" y="65"/>
                    <a:pt x="62" y="65"/>
                  </a:cubicBezTo>
                  <a:cubicBezTo>
                    <a:pt x="59" y="63"/>
                    <a:pt x="56" y="62"/>
                    <a:pt x="53" y="64"/>
                  </a:cubicBezTo>
                  <a:cubicBezTo>
                    <a:pt x="25" y="80"/>
                    <a:pt x="25" y="80"/>
                    <a:pt x="25" y="80"/>
                  </a:cubicBezTo>
                  <a:cubicBezTo>
                    <a:pt x="56" y="46"/>
                    <a:pt x="56" y="46"/>
                    <a:pt x="56" y="46"/>
                  </a:cubicBezTo>
                  <a:cubicBezTo>
                    <a:pt x="58" y="44"/>
                    <a:pt x="61" y="44"/>
                    <a:pt x="63" y="46"/>
                  </a:cubicBezTo>
                  <a:cubicBezTo>
                    <a:pt x="73" y="57"/>
                    <a:pt x="73" y="57"/>
                    <a:pt x="73" y="57"/>
                  </a:cubicBezTo>
                  <a:cubicBezTo>
                    <a:pt x="76" y="59"/>
                    <a:pt x="79" y="60"/>
                    <a:pt x="82" y="58"/>
                  </a:cubicBezTo>
                  <a:cubicBezTo>
                    <a:pt x="110" y="42"/>
                    <a:pt x="110" y="42"/>
                    <a:pt x="110" y="42"/>
                  </a:cubicBezTo>
                  <a:cubicBezTo>
                    <a:pt x="81" y="75"/>
                    <a:pt x="81" y="75"/>
                    <a:pt x="81" y="75"/>
                  </a:cubicBezTo>
                  <a:cubicBezTo>
                    <a:pt x="78" y="78"/>
                    <a:pt x="73" y="78"/>
                    <a:pt x="71" y="75"/>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09" name="Google Shape;209;p1"/>
            <p:cNvSpPr/>
            <p:nvPr/>
          </p:nvSpPr>
          <p:spPr>
            <a:xfrm>
              <a:off x="2501377" y="1327696"/>
              <a:ext cx="137447" cy="140614"/>
            </a:xfrm>
            <a:custGeom>
              <a:rect b="b" l="l" r="r" t="t"/>
              <a:pathLst>
                <a:path extrusionOk="0" h="36" w="36">
                  <a:moveTo>
                    <a:pt x="36" y="36"/>
                  </a:moveTo>
                  <a:cubicBezTo>
                    <a:pt x="23" y="25"/>
                    <a:pt x="11" y="13"/>
                    <a:pt x="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10" name="Google Shape;210;p1"/>
            <p:cNvSpPr/>
            <p:nvPr/>
          </p:nvSpPr>
          <p:spPr>
            <a:xfrm>
              <a:off x="2680714" y="1197899"/>
              <a:ext cx="117812" cy="175767"/>
            </a:xfrm>
            <a:custGeom>
              <a:rect b="b" l="l" r="r" t="t"/>
              <a:pathLst>
                <a:path extrusionOk="0" h="45" w="31">
                  <a:moveTo>
                    <a:pt x="31" y="45"/>
                  </a:moveTo>
                  <a:cubicBezTo>
                    <a:pt x="22" y="31"/>
                    <a:pt x="9" y="14"/>
                    <a:pt x="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11" name="Google Shape;211;p1"/>
            <p:cNvSpPr/>
            <p:nvPr/>
          </p:nvSpPr>
          <p:spPr>
            <a:xfrm>
              <a:off x="2942517" y="1123536"/>
              <a:ext cx="35343" cy="223089"/>
            </a:xfrm>
            <a:custGeom>
              <a:rect b="b" l="l" r="r" t="t"/>
              <a:pathLst>
                <a:path extrusionOk="0" h="57" w="9">
                  <a:moveTo>
                    <a:pt x="0" y="57"/>
                  </a:moveTo>
                  <a:cubicBezTo>
                    <a:pt x="3" y="38"/>
                    <a:pt x="6" y="19"/>
                    <a:pt x="9"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12" name="Google Shape;212;p1"/>
            <p:cNvSpPr/>
            <p:nvPr/>
          </p:nvSpPr>
          <p:spPr>
            <a:xfrm>
              <a:off x="3121853" y="1247925"/>
              <a:ext cx="117812" cy="154134"/>
            </a:xfrm>
            <a:custGeom>
              <a:rect b="b" l="l" r="r" t="t"/>
              <a:pathLst>
                <a:path extrusionOk="0" h="39" w="31">
                  <a:moveTo>
                    <a:pt x="0" y="39"/>
                  </a:moveTo>
                  <a:cubicBezTo>
                    <a:pt x="12" y="27"/>
                    <a:pt x="23" y="14"/>
                    <a:pt x="31"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13" name="Google Shape;213;p1"/>
            <p:cNvSpPr/>
            <p:nvPr/>
          </p:nvSpPr>
          <p:spPr>
            <a:xfrm>
              <a:off x="3227884" y="1449381"/>
              <a:ext cx="187190" cy="117629"/>
            </a:xfrm>
            <a:custGeom>
              <a:rect b="b" l="l" r="r" t="t"/>
              <a:pathLst>
                <a:path extrusionOk="0" h="30" w="49">
                  <a:moveTo>
                    <a:pt x="0" y="30"/>
                  </a:moveTo>
                  <a:cubicBezTo>
                    <a:pt x="15" y="18"/>
                    <a:pt x="32" y="8"/>
                    <a:pt x="49"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14" name="Google Shape;214;p1"/>
            <p:cNvSpPr/>
            <p:nvPr/>
          </p:nvSpPr>
          <p:spPr>
            <a:xfrm>
              <a:off x="1143923" y="3987192"/>
              <a:ext cx="722580" cy="440771"/>
            </a:xfrm>
            <a:custGeom>
              <a:rect b="b" l="l" r="r" t="t"/>
              <a:pathLst>
                <a:path extrusionOk="0" h="112" w="190">
                  <a:moveTo>
                    <a:pt x="179" y="80"/>
                  </a:moveTo>
                  <a:cubicBezTo>
                    <a:pt x="178" y="79"/>
                    <a:pt x="177" y="79"/>
                    <a:pt x="176" y="79"/>
                  </a:cubicBezTo>
                  <a:cubicBezTo>
                    <a:pt x="171" y="78"/>
                    <a:pt x="166" y="76"/>
                    <a:pt x="161" y="75"/>
                  </a:cubicBezTo>
                  <a:cubicBezTo>
                    <a:pt x="151" y="72"/>
                    <a:pt x="141" y="69"/>
                    <a:pt x="130" y="66"/>
                  </a:cubicBezTo>
                  <a:cubicBezTo>
                    <a:pt x="130" y="65"/>
                    <a:pt x="125" y="64"/>
                    <a:pt x="121" y="63"/>
                  </a:cubicBezTo>
                  <a:cubicBezTo>
                    <a:pt x="113" y="60"/>
                    <a:pt x="114" y="54"/>
                    <a:pt x="113" y="50"/>
                  </a:cubicBezTo>
                  <a:cubicBezTo>
                    <a:pt x="111" y="36"/>
                    <a:pt x="106" y="22"/>
                    <a:pt x="91" y="12"/>
                  </a:cubicBezTo>
                  <a:cubicBezTo>
                    <a:pt x="76" y="2"/>
                    <a:pt x="57" y="0"/>
                    <a:pt x="41" y="7"/>
                  </a:cubicBezTo>
                  <a:cubicBezTo>
                    <a:pt x="9" y="21"/>
                    <a:pt x="0" y="61"/>
                    <a:pt x="22" y="88"/>
                  </a:cubicBezTo>
                  <a:cubicBezTo>
                    <a:pt x="36" y="106"/>
                    <a:pt x="62" y="112"/>
                    <a:pt x="83" y="102"/>
                  </a:cubicBezTo>
                  <a:cubicBezTo>
                    <a:pt x="103" y="94"/>
                    <a:pt x="109" y="76"/>
                    <a:pt x="126" y="82"/>
                  </a:cubicBezTo>
                  <a:cubicBezTo>
                    <a:pt x="137" y="85"/>
                    <a:pt x="148" y="88"/>
                    <a:pt x="158" y="91"/>
                  </a:cubicBezTo>
                  <a:cubicBezTo>
                    <a:pt x="162" y="92"/>
                    <a:pt x="165" y="93"/>
                    <a:pt x="169" y="95"/>
                  </a:cubicBezTo>
                  <a:cubicBezTo>
                    <a:pt x="173" y="96"/>
                    <a:pt x="177" y="97"/>
                    <a:pt x="181" y="97"/>
                  </a:cubicBezTo>
                  <a:cubicBezTo>
                    <a:pt x="184" y="97"/>
                    <a:pt x="186" y="97"/>
                    <a:pt x="188" y="95"/>
                  </a:cubicBezTo>
                  <a:cubicBezTo>
                    <a:pt x="190" y="92"/>
                    <a:pt x="190" y="87"/>
                    <a:pt x="188" y="85"/>
                  </a:cubicBezTo>
                  <a:cubicBezTo>
                    <a:pt x="186" y="82"/>
                    <a:pt x="183" y="81"/>
                    <a:pt x="179" y="80"/>
                  </a:cubicBezTo>
                  <a:close/>
                  <a:moveTo>
                    <a:pt x="80" y="85"/>
                  </a:moveTo>
                  <a:cubicBezTo>
                    <a:pt x="63" y="95"/>
                    <a:pt x="42" y="89"/>
                    <a:pt x="32" y="73"/>
                  </a:cubicBezTo>
                  <a:cubicBezTo>
                    <a:pt x="22" y="56"/>
                    <a:pt x="27" y="35"/>
                    <a:pt x="44" y="25"/>
                  </a:cubicBezTo>
                  <a:cubicBezTo>
                    <a:pt x="60" y="15"/>
                    <a:pt x="82" y="20"/>
                    <a:pt x="92" y="37"/>
                  </a:cubicBezTo>
                  <a:cubicBezTo>
                    <a:pt x="102" y="53"/>
                    <a:pt x="96" y="75"/>
                    <a:pt x="80" y="85"/>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215" name="Google Shape;215;p1"/>
            <p:cNvSpPr/>
            <p:nvPr/>
          </p:nvSpPr>
          <p:spPr>
            <a:xfrm>
              <a:off x="1311477" y="4106174"/>
              <a:ext cx="147919" cy="85179"/>
            </a:xfrm>
            <a:custGeom>
              <a:rect b="b" l="l" r="r" t="t"/>
              <a:pathLst>
                <a:path extrusionOk="0" h="22" w="39">
                  <a:moveTo>
                    <a:pt x="3" y="8"/>
                  </a:moveTo>
                  <a:cubicBezTo>
                    <a:pt x="1" y="10"/>
                    <a:pt x="0" y="13"/>
                    <a:pt x="2" y="16"/>
                  </a:cubicBezTo>
                  <a:cubicBezTo>
                    <a:pt x="4" y="18"/>
                    <a:pt x="8" y="17"/>
                    <a:pt x="10" y="16"/>
                  </a:cubicBezTo>
                  <a:cubicBezTo>
                    <a:pt x="13" y="15"/>
                    <a:pt x="16" y="14"/>
                    <a:pt x="18" y="15"/>
                  </a:cubicBezTo>
                  <a:cubicBezTo>
                    <a:pt x="22" y="16"/>
                    <a:pt x="26" y="19"/>
                    <a:pt x="29" y="21"/>
                  </a:cubicBezTo>
                  <a:cubicBezTo>
                    <a:pt x="35" y="22"/>
                    <a:pt x="39" y="16"/>
                    <a:pt x="36" y="11"/>
                  </a:cubicBezTo>
                  <a:cubicBezTo>
                    <a:pt x="33" y="5"/>
                    <a:pt x="26" y="2"/>
                    <a:pt x="21" y="1"/>
                  </a:cubicBezTo>
                  <a:cubicBezTo>
                    <a:pt x="14" y="0"/>
                    <a:pt x="7" y="3"/>
                    <a:pt x="3" y="8"/>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grpSp>
      <p:pic>
        <p:nvPicPr>
          <p:cNvPr descr="C:\Users\Admin\Downloads\logo (2).png" id="216" name="Google Shape;216;p1"/>
          <p:cNvPicPr preferRelativeResize="0"/>
          <p:nvPr/>
        </p:nvPicPr>
        <p:blipFill rotWithShape="1">
          <a:blip r:embed="rId3">
            <a:alphaModFix/>
          </a:blip>
          <a:srcRect b="0" l="0" r="0" t="0"/>
          <a:stretch/>
        </p:blipFill>
        <p:spPr>
          <a:xfrm>
            <a:off x="10693400" y="184920"/>
            <a:ext cx="1314450" cy="838200"/>
          </a:xfrm>
          <a:prstGeom prst="rect">
            <a:avLst/>
          </a:prstGeom>
          <a:noFill/>
          <a:ln>
            <a:noFill/>
          </a:ln>
        </p:spPr>
      </p:pic>
      <p:sp>
        <p:nvSpPr>
          <p:cNvPr id="217" name="Google Shape;217;p1"/>
          <p:cNvSpPr txBox="1"/>
          <p:nvPr/>
        </p:nvSpPr>
        <p:spPr>
          <a:xfrm>
            <a:off x="5258090" y="4687226"/>
            <a:ext cx="6753149" cy="64629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800" u="none" cap="none" strike="noStrike">
                <a:solidFill>
                  <a:schemeClr val="lt1"/>
                </a:solidFill>
                <a:latin typeface="Quattrocento Sans"/>
                <a:ea typeface="Quattrocento Sans"/>
                <a:cs typeface="Quattrocento Sans"/>
                <a:sym typeface="Quattrocento Sans"/>
              </a:rPr>
              <a:t>Brainmine Tech Vision:</a:t>
            </a:r>
            <a:endParaRPr/>
          </a:p>
          <a:p>
            <a:pPr indent="0" lvl="0" marL="0" marR="0" rtl="0" algn="ctr">
              <a:lnSpc>
                <a:spcPct val="100000"/>
              </a:lnSpc>
              <a:spcBef>
                <a:spcPts val="0"/>
              </a:spcBef>
              <a:spcAft>
                <a:spcPts val="0"/>
              </a:spcAft>
              <a:buNone/>
            </a:pPr>
            <a:r>
              <a:rPr b="0" i="0" lang="en-US" sz="1800" u="none" cap="none" strike="noStrike">
                <a:solidFill>
                  <a:schemeClr val="lt1"/>
                </a:solidFill>
                <a:latin typeface="Quattrocento Sans"/>
                <a:ea typeface="Quattrocento Sans"/>
                <a:cs typeface="Quattrocento Sans"/>
                <a:sym typeface="Quattrocento Sans"/>
              </a:rPr>
              <a:t>Brainmine Tech expand your brand reach and maximum your ROI. </a:t>
            </a:r>
            <a:endParaRPr/>
          </a:p>
        </p:txBody>
      </p:sp>
      <p:pic>
        <p:nvPicPr>
          <p:cNvPr id="218" name="Google Shape;218;p1"/>
          <p:cNvPicPr preferRelativeResize="0"/>
          <p:nvPr/>
        </p:nvPicPr>
        <p:blipFill rotWithShape="1">
          <a:blip r:embed="rId4">
            <a:alphaModFix/>
          </a:blip>
          <a:srcRect b="0" l="0" r="0" t="0"/>
          <a:stretch/>
        </p:blipFill>
        <p:spPr>
          <a:xfrm>
            <a:off x="7858832" y="3291005"/>
            <a:ext cx="1128775" cy="933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3"/>
          <p:cNvSpPr/>
          <p:nvPr/>
        </p:nvSpPr>
        <p:spPr>
          <a:xfrm>
            <a:off x="1062050" y="266700"/>
            <a:ext cx="11130000" cy="5526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nvGrpSpPr>
          <p:cNvPr id="224" name="Google Shape;224;p13"/>
          <p:cNvGrpSpPr/>
          <p:nvPr/>
        </p:nvGrpSpPr>
        <p:grpSpPr>
          <a:xfrm>
            <a:off x="271463" y="171450"/>
            <a:ext cx="790575" cy="742950"/>
            <a:chOff x="11182350" y="171450"/>
            <a:chExt cx="790575" cy="742950"/>
          </a:xfrm>
        </p:grpSpPr>
        <p:sp>
          <p:nvSpPr>
            <p:cNvPr id="225" name="Google Shape;225;p13"/>
            <p:cNvSpPr/>
            <p:nvPr/>
          </p:nvSpPr>
          <p:spPr>
            <a:xfrm>
              <a:off x="11182350" y="171450"/>
              <a:ext cx="742950" cy="742950"/>
            </a:xfrm>
            <a:prstGeom prst="rect">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26" name="Google Shape;226;p13"/>
            <p:cNvSpPr/>
            <p:nvPr/>
          </p:nvSpPr>
          <p:spPr>
            <a:xfrm>
              <a:off x="11925300" y="171450"/>
              <a:ext cx="47625" cy="9525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27" name="Google Shape;227;p13"/>
            <p:cNvSpPr/>
            <p:nvPr/>
          </p:nvSpPr>
          <p:spPr>
            <a:xfrm flipH="1" rot="10800000">
              <a:off x="11925300" y="819150"/>
              <a:ext cx="47625" cy="9525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grpSp>
        <p:nvGrpSpPr>
          <p:cNvPr id="228" name="Google Shape;228;p13"/>
          <p:cNvGrpSpPr/>
          <p:nvPr/>
        </p:nvGrpSpPr>
        <p:grpSpPr>
          <a:xfrm>
            <a:off x="451715" y="377056"/>
            <a:ext cx="382447" cy="331736"/>
            <a:chOff x="304800" y="822325"/>
            <a:chExt cx="287338" cy="249238"/>
          </a:xfrm>
        </p:grpSpPr>
        <p:sp>
          <p:nvSpPr>
            <p:cNvPr id="229" name="Google Shape;229;p13"/>
            <p:cNvSpPr/>
            <p:nvPr/>
          </p:nvSpPr>
          <p:spPr>
            <a:xfrm>
              <a:off x="333375" y="957263"/>
              <a:ext cx="76200" cy="57150"/>
            </a:xfrm>
            <a:custGeom>
              <a:rect b="b" l="l" r="r" t="t"/>
              <a:pathLst>
                <a:path extrusionOk="0" h="181" w="241">
                  <a:moveTo>
                    <a:pt x="211" y="151"/>
                  </a:moveTo>
                  <a:lnTo>
                    <a:pt x="30" y="151"/>
                  </a:lnTo>
                  <a:lnTo>
                    <a:pt x="30" y="30"/>
                  </a:lnTo>
                  <a:lnTo>
                    <a:pt x="211" y="30"/>
                  </a:lnTo>
                  <a:lnTo>
                    <a:pt x="211" y="151"/>
                  </a:lnTo>
                  <a:close/>
                  <a:moveTo>
                    <a:pt x="226" y="0"/>
                  </a:moveTo>
                  <a:lnTo>
                    <a:pt x="15" y="0"/>
                  </a:lnTo>
                  <a:lnTo>
                    <a:pt x="12" y="0"/>
                  </a:lnTo>
                  <a:lnTo>
                    <a:pt x="9" y="1"/>
                  </a:lnTo>
                  <a:lnTo>
                    <a:pt x="7" y="2"/>
                  </a:lnTo>
                  <a:lnTo>
                    <a:pt x="4" y="4"/>
                  </a:lnTo>
                  <a:lnTo>
                    <a:pt x="2" y="6"/>
                  </a:lnTo>
                  <a:lnTo>
                    <a:pt x="1" y="8"/>
                  </a:lnTo>
                  <a:lnTo>
                    <a:pt x="0" y="12"/>
                  </a:lnTo>
                  <a:lnTo>
                    <a:pt x="0" y="15"/>
                  </a:lnTo>
                  <a:lnTo>
                    <a:pt x="0" y="166"/>
                  </a:lnTo>
                  <a:lnTo>
                    <a:pt x="0" y="169"/>
                  </a:lnTo>
                  <a:lnTo>
                    <a:pt x="1" y="171"/>
                  </a:lnTo>
                  <a:lnTo>
                    <a:pt x="2" y="175"/>
                  </a:lnTo>
                  <a:lnTo>
                    <a:pt x="4" y="177"/>
                  </a:lnTo>
                  <a:lnTo>
                    <a:pt x="7" y="179"/>
                  </a:lnTo>
                  <a:lnTo>
                    <a:pt x="9" y="180"/>
                  </a:lnTo>
                  <a:lnTo>
                    <a:pt x="12" y="181"/>
                  </a:lnTo>
                  <a:lnTo>
                    <a:pt x="15" y="181"/>
                  </a:lnTo>
                  <a:lnTo>
                    <a:pt x="226" y="181"/>
                  </a:lnTo>
                  <a:lnTo>
                    <a:pt x="230" y="181"/>
                  </a:lnTo>
                  <a:lnTo>
                    <a:pt x="233" y="180"/>
                  </a:lnTo>
                  <a:lnTo>
                    <a:pt x="235" y="178"/>
                  </a:lnTo>
                  <a:lnTo>
                    <a:pt x="237" y="177"/>
                  </a:lnTo>
                  <a:lnTo>
                    <a:pt x="239" y="175"/>
                  </a:lnTo>
                  <a:lnTo>
                    <a:pt x="240" y="171"/>
                  </a:lnTo>
                  <a:lnTo>
                    <a:pt x="241" y="169"/>
                  </a:lnTo>
                  <a:lnTo>
                    <a:pt x="241" y="166"/>
                  </a:lnTo>
                  <a:lnTo>
                    <a:pt x="241" y="15"/>
                  </a:lnTo>
                  <a:lnTo>
                    <a:pt x="241" y="12"/>
                  </a:lnTo>
                  <a:lnTo>
                    <a:pt x="240" y="8"/>
                  </a:lnTo>
                  <a:lnTo>
                    <a:pt x="239" y="6"/>
                  </a:lnTo>
                  <a:lnTo>
                    <a:pt x="237" y="4"/>
                  </a:lnTo>
                  <a:lnTo>
                    <a:pt x="235" y="2"/>
                  </a:lnTo>
                  <a:lnTo>
                    <a:pt x="233" y="1"/>
                  </a:lnTo>
                  <a:lnTo>
                    <a:pt x="230" y="0"/>
                  </a:lnTo>
                  <a:lnTo>
                    <a:pt x="2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30" name="Google Shape;230;p13"/>
            <p:cNvSpPr/>
            <p:nvPr/>
          </p:nvSpPr>
          <p:spPr>
            <a:xfrm>
              <a:off x="409575" y="841375"/>
              <a:ext cx="77788" cy="57150"/>
            </a:xfrm>
            <a:custGeom>
              <a:rect b="b" l="l" r="r" t="t"/>
              <a:pathLst>
                <a:path extrusionOk="0" h="182" w="243">
                  <a:moveTo>
                    <a:pt x="213" y="152"/>
                  </a:moveTo>
                  <a:lnTo>
                    <a:pt x="32" y="152"/>
                  </a:lnTo>
                  <a:lnTo>
                    <a:pt x="32" y="30"/>
                  </a:lnTo>
                  <a:lnTo>
                    <a:pt x="213" y="30"/>
                  </a:lnTo>
                  <a:lnTo>
                    <a:pt x="213" y="152"/>
                  </a:lnTo>
                  <a:close/>
                  <a:moveTo>
                    <a:pt x="228" y="0"/>
                  </a:moveTo>
                  <a:lnTo>
                    <a:pt x="15" y="0"/>
                  </a:lnTo>
                  <a:lnTo>
                    <a:pt x="13" y="0"/>
                  </a:lnTo>
                  <a:lnTo>
                    <a:pt x="10" y="1"/>
                  </a:lnTo>
                  <a:lnTo>
                    <a:pt x="8" y="3"/>
                  </a:lnTo>
                  <a:lnTo>
                    <a:pt x="6" y="5"/>
                  </a:lnTo>
                  <a:lnTo>
                    <a:pt x="4" y="7"/>
                  </a:lnTo>
                  <a:lnTo>
                    <a:pt x="2" y="10"/>
                  </a:lnTo>
                  <a:lnTo>
                    <a:pt x="2" y="12"/>
                  </a:lnTo>
                  <a:lnTo>
                    <a:pt x="0" y="15"/>
                  </a:lnTo>
                  <a:lnTo>
                    <a:pt x="0" y="167"/>
                  </a:lnTo>
                  <a:lnTo>
                    <a:pt x="2" y="170"/>
                  </a:lnTo>
                  <a:lnTo>
                    <a:pt x="2" y="173"/>
                  </a:lnTo>
                  <a:lnTo>
                    <a:pt x="4" y="175"/>
                  </a:lnTo>
                  <a:lnTo>
                    <a:pt x="6" y="177"/>
                  </a:lnTo>
                  <a:lnTo>
                    <a:pt x="8" y="179"/>
                  </a:lnTo>
                  <a:lnTo>
                    <a:pt x="10" y="180"/>
                  </a:lnTo>
                  <a:lnTo>
                    <a:pt x="13" y="182"/>
                  </a:lnTo>
                  <a:lnTo>
                    <a:pt x="15" y="182"/>
                  </a:lnTo>
                  <a:lnTo>
                    <a:pt x="228" y="182"/>
                  </a:lnTo>
                  <a:lnTo>
                    <a:pt x="231" y="182"/>
                  </a:lnTo>
                  <a:lnTo>
                    <a:pt x="233" y="180"/>
                  </a:lnTo>
                  <a:lnTo>
                    <a:pt x="236" y="179"/>
                  </a:lnTo>
                  <a:lnTo>
                    <a:pt x="239" y="177"/>
                  </a:lnTo>
                  <a:lnTo>
                    <a:pt x="241" y="175"/>
                  </a:lnTo>
                  <a:lnTo>
                    <a:pt x="242" y="173"/>
                  </a:lnTo>
                  <a:lnTo>
                    <a:pt x="243" y="170"/>
                  </a:lnTo>
                  <a:lnTo>
                    <a:pt x="243" y="167"/>
                  </a:lnTo>
                  <a:lnTo>
                    <a:pt x="243" y="15"/>
                  </a:lnTo>
                  <a:lnTo>
                    <a:pt x="243" y="12"/>
                  </a:lnTo>
                  <a:lnTo>
                    <a:pt x="242" y="10"/>
                  </a:lnTo>
                  <a:lnTo>
                    <a:pt x="241" y="7"/>
                  </a:lnTo>
                  <a:lnTo>
                    <a:pt x="239" y="5"/>
                  </a:lnTo>
                  <a:lnTo>
                    <a:pt x="236" y="4"/>
                  </a:lnTo>
                  <a:lnTo>
                    <a:pt x="233" y="1"/>
                  </a:lnTo>
                  <a:lnTo>
                    <a:pt x="231" y="0"/>
                  </a:lnTo>
                  <a:lnTo>
                    <a:pt x="228"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31" name="Google Shape;231;p13"/>
            <p:cNvSpPr/>
            <p:nvPr/>
          </p:nvSpPr>
          <p:spPr>
            <a:xfrm>
              <a:off x="304800" y="822325"/>
              <a:ext cx="287338" cy="249238"/>
            </a:xfrm>
            <a:custGeom>
              <a:rect b="b" l="l" r="r" t="t"/>
              <a:pathLst>
                <a:path extrusionOk="0" h="786" w="907">
                  <a:moveTo>
                    <a:pt x="877" y="756"/>
                  </a:moveTo>
                  <a:lnTo>
                    <a:pt x="515" y="756"/>
                  </a:lnTo>
                  <a:lnTo>
                    <a:pt x="515" y="696"/>
                  </a:lnTo>
                  <a:lnTo>
                    <a:pt x="515" y="690"/>
                  </a:lnTo>
                  <a:lnTo>
                    <a:pt x="517" y="684"/>
                  </a:lnTo>
                  <a:lnTo>
                    <a:pt x="520" y="679"/>
                  </a:lnTo>
                  <a:lnTo>
                    <a:pt x="523" y="675"/>
                  </a:lnTo>
                  <a:lnTo>
                    <a:pt x="528" y="670"/>
                  </a:lnTo>
                  <a:lnTo>
                    <a:pt x="533" y="668"/>
                  </a:lnTo>
                  <a:lnTo>
                    <a:pt x="538" y="666"/>
                  </a:lnTo>
                  <a:lnTo>
                    <a:pt x="545" y="665"/>
                  </a:lnTo>
                  <a:lnTo>
                    <a:pt x="847" y="665"/>
                  </a:lnTo>
                  <a:lnTo>
                    <a:pt x="854" y="666"/>
                  </a:lnTo>
                  <a:lnTo>
                    <a:pt x="859" y="668"/>
                  </a:lnTo>
                  <a:lnTo>
                    <a:pt x="864" y="670"/>
                  </a:lnTo>
                  <a:lnTo>
                    <a:pt x="869" y="675"/>
                  </a:lnTo>
                  <a:lnTo>
                    <a:pt x="872" y="679"/>
                  </a:lnTo>
                  <a:lnTo>
                    <a:pt x="875" y="684"/>
                  </a:lnTo>
                  <a:lnTo>
                    <a:pt x="877" y="690"/>
                  </a:lnTo>
                  <a:lnTo>
                    <a:pt x="877" y="696"/>
                  </a:lnTo>
                  <a:lnTo>
                    <a:pt x="877" y="756"/>
                  </a:lnTo>
                  <a:close/>
                  <a:moveTo>
                    <a:pt x="545" y="424"/>
                  </a:moveTo>
                  <a:lnTo>
                    <a:pt x="545" y="417"/>
                  </a:lnTo>
                  <a:lnTo>
                    <a:pt x="547" y="412"/>
                  </a:lnTo>
                  <a:lnTo>
                    <a:pt x="550" y="407"/>
                  </a:lnTo>
                  <a:lnTo>
                    <a:pt x="553" y="402"/>
                  </a:lnTo>
                  <a:lnTo>
                    <a:pt x="558" y="398"/>
                  </a:lnTo>
                  <a:lnTo>
                    <a:pt x="563" y="396"/>
                  </a:lnTo>
                  <a:lnTo>
                    <a:pt x="568" y="394"/>
                  </a:lnTo>
                  <a:lnTo>
                    <a:pt x="575" y="393"/>
                  </a:lnTo>
                  <a:lnTo>
                    <a:pt x="817" y="393"/>
                  </a:lnTo>
                  <a:lnTo>
                    <a:pt x="823" y="394"/>
                  </a:lnTo>
                  <a:lnTo>
                    <a:pt x="829" y="396"/>
                  </a:lnTo>
                  <a:lnTo>
                    <a:pt x="834" y="398"/>
                  </a:lnTo>
                  <a:lnTo>
                    <a:pt x="839" y="402"/>
                  </a:lnTo>
                  <a:lnTo>
                    <a:pt x="842" y="407"/>
                  </a:lnTo>
                  <a:lnTo>
                    <a:pt x="845" y="412"/>
                  </a:lnTo>
                  <a:lnTo>
                    <a:pt x="846" y="417"/>
                  </a:lnTo>
                  <a:lnTo>
                    <a:pt x="847" y="424"/>
                  </a:lnTo>
                  <a:lnTo>
                    <a:pt x="847" y="635"/>
                  </a:lnTo>
                  <a:lnTo>
                    <a:pt x="545" y="635"/>
                  </a:lnTo>
                  <a:lnTo>
                    <a:pt x="545" y="424"/>
                  </a:lnTo>
                  <a:close/>
                  <a:moveTo>
                    <a:pt x="385" y="393"/>
                  </a:moveTo>
                  <a:lnTo>
                    <a:pt x="381" y="386"/>
                  </a:lnTo>
                  <a:lnTo>
                    <a:pt x="375" y="381"/>
                  </a:lnTo>
                  <a:lnTo>
                    <a:pt x="370" y="376"/>
                  </a:lnTo>
                  <a:lnTo>
                    <a:pt x="364" y="371"/>
                  </a:lnTo>
                  <a:lnTo>
                    <a:pt x="356" y="368"/>
                  </a:lnTo>
                  <a:lnTo>
                    <a:pt x="349" y="365"/>
                  </a:lnTo>
                  <a:lnTo>
                    <a:pt x="341" y="364"/>
                  </a:lnTo>
                  <a:lnTo>
                    <a:pt x="332" y="363"/>
                  </a:lnTo>
                  <a:lnTo>
                    <a:pt x="272" y="363"/>
                  </a:lnTo>
                  <a:lnTo>
                    <a:pt x="272" y="333"/>
                  </a:lnTo>
                  <a:lnTo>
                    <a:pt x="273" y="326"/>
                  </a:lnTo>
                  <a:lnTo>
                    <a:pt x="275" y="321"/>
                  </a:lnTo>
                  <a:lnTo>
                    <a:pt x="278" y="316"/>
                  </a:lnTo>
                  <a:lnTo>
                    <a:pt x="281" y="311"/>
                  </a:lnTo>
                  <a:lnTo>
                    <a:pt x="285" y="308"/>
                  </a:lnTo>
                  <a:lnTo>
                    <a:pt x="291" y="305"/>
                  </a:lnTo>
                  <a:lnTo>
                    <a:pt x="296" y="303"/>
                  </a:lnTo>
                  <a:lnTo>
                    <a:pt x="302" y="303"/>
                  </a:lnTo>
                  <a:lnTo>
                    <a:pt x="605" y="303"/>
                  </a:lnTo>
                  <a:lnTo>
                    <a:pt x="611" y="303"/>
                  </a:lnTo>
                  <a:lnTo>
                    <a:pt x="617" y="305"/>
                  </a:lnTo>
                  <a:lnTo>
                    <a:pt x="622" y="308"/>
                  </a:lnTo>
                  <a:lnTo>
                    <a:pt x="626" y="311"/>
                  </a:lnTo>
                  <a:lnTo>
                    <a:pt x="631" y="316"/>
                  </a:lnTo>
                  <a:lnTo>
                    <a:pt x="633" y="321"/>
                  </a:lnTo>
                  <a:lnTo>
                    <a:pt x="635" y="326"/>
                  </a:lnTo>
                  <a:lnTo>
                    <a:pt x="636" y="333"/>
                  </a:lnTo>
                  <a:lnTo>
                    <a:pt x="636" y="363"/>
                  </a:lnTo>
                  <a:lnTo>
                    <a:pt x="575" y="363"/>
                  </a:lnTo>
                  <a:lnTo>
                    <a:pt x="566" y="364"/>
                  </a:lnTo>
                  <a:lnTo>
                    <a:pt x="559" y="365"/>
                  </a:lnTo>
                  <a:lnTo>
                    <a:pt x="551" y="368"/>
                  </a:lnTo>
                  <a:lnTo>
                    <a:pt x="545" y="371"/>
                  </a:lnTo>
                  <a:lnTo>
                    <a:pt x="538" y="376"/>
                  </a:lnTo>
                  <a:lnTo>
                    <a:pt x="532" y="381"/>
                  </a:lnTo>
                  <a:lnTo>
                    <a:pt x="528" y="386"/>
                  </a:lnTo>
                  <a:lnTo>
                    <a:pt x="523" y="393"/>
                  </a:lnTo>
                  <a:lnTo>
                    <a:pt x="385" y="393"/>
                  </a:lnTo>
                  <a:close/>
                  <a:moveTo>
                    <a:pt x="60" y="635"/>
                  </a:moveTo>
                  <a:lnTo>
                    <a:pt x="60" y="424"/>
                  </a:lnTo>
                  <a:lnTo>
                    <a:pt x="61" y="417"/>
                  </a:lnTo>
                  <a:lnTo>
                    <a:pt x="63" y="412"/>
                  </a:lnTo>
                  <a:lnTo>
                    <a:pt x="65" y="407"/>
                  </a:lnTo>
                  <a:lnTo>
                    <a:pt x="70" y="402"/>
                  </a:lnTo>
                  <a:lnTo>
                    <a:pt x="74" y="398"/>
                  </a:lnTo>
                  <a:lnTo>
                    <a:pt x="79" y="396"/>
                  </a:lnTo>
                  <a:lnTo>
                    <a:pt x="85" y="394"/>
                  </a:lnTo>
                  <a:lnTo>
                    <a:pt x="91" y="393"/>
                  </a:lnTo>
                  <a:lnTo>
                    <a:pt x="332" y="393"/>
                  </a:lnTo>
                  <a:lnTo>
                    <a:pt x="339" y="394"/>
                  </a:lnTo>
                  <a:lnTo>
                    <a:pt x="344" y="396"/>
                  </a:lnTo>
                  <a:lnTo>
                    <a:pt x="350" y="398"/>
                  </a:lnTo>
                  <a:lnTo>
                    <a:pt x="354" y="402"/>
                  </a:lnTo>
                  <a:lnTo>
                    <a:pt x="358" y="407"/>
                  </a:lnTo>
                  <a:lnTo>
                    <a:pt x="360" y="412"/>
                  </a:lnTo>
                  <a:lnTo>
                    <a:pt x="363" y="417"/>
                  </a:lnTo>
                  <a:lnTo>
                    <a:pt x="364" y="424"/>
                  </a:lnTo>
                  <a:lnTo>
                    <a:pt x="364" y="635"/>
                  </a:lnTo>
                  <a:lnTo>
                    <a:pt x="60" y="635"/>
                  </a:lnTo>
                  <a:close/>
                  <a:moveTo>
                    <a:pt x="394" y="756"/>
                  </a:moveTo>
                  <a:lnTo>
                    <a:pt x="30" y="756"/>
                  </a:lnTo>
                  <a:lnTo>
                    <a:pt x="30" y="696"/>
                  </a:lnTo>
                  <a:lnTo>
                    <a:pt x="31" y="690"/>
                  </a:lnTo>
                  <a:lnTo>
                    <a:pt x="32" y="684"/>
                  </a:lnTo>
                  <a:lnTo>
                    <a:pt x="35" y="679"/>
                  </a:lnTo>
                  <a:lnTo>
                    <a:pt x="40" y="675"/>
                  </a:lnTo>
                  <a:lnTo>
                    <a:pt x="44" y="670"/>
                  </a:lnTo>
                  <a:lnTo>
                    <a:pt x="48" y="668"/>
                  </a:lnTo>
                  <a:lnTo>
                    <a:pt x="55" y="666"/>
                  </a:lnTo>
                  <a:lnTo>
                    <a:pt x="60" y="665"/>
                  </a:lnTo>
                  <a:lnTo>
                    <a:pt x="364" y="665"/>
                  </a:lnTo>
                  <a:lnTo>
                    <a:pt x="369" y="666"/>
                  </a:lnTo>
                  <a:lnTo>
                    <a:pt x="375" y="668"/>
                  </a:lnTo>
                  <a:lnTo>
                    <a:pt x="380" y="670"/>
                  </a:lnTo>
                  <a:lnTo>
                    <a:pt x="385" y="675"/>
                  </a:lnTo>
                  <a:lnTo>
                    <a:pt x="388" y="679"/>
                  </a:lnTo>
                  <a:lnTo>
                    <a:pt x="391" y="684"/>
                  </a:lnTo>
                  <a:lnTo>
                    <a:pt x="393" y="690"/>
                  </a:lnTo>
                  <a:lnTo>
                    <a:pt x="394" y="696"/>
                  </a:lnTo>
                  <a:lnTo>
                    <a:pt x="394" y="756"/>
                  </a:lnTo>
                  <a:close/>
                  <a:moveTo>
                    <a:pt x="302" y="60"/>
                  </a:moveTo>
                  <a:lnTo>
                    <a:pt x="304" y="54"/>
                  </a:lnTo>
                  <a:lnTo>
                    <a:pt x="305" y="49"/>
                  </a:lnTo>
                  <a:lnTo>
                    <a:pt x="308" y="43"/>
                  </a:lnTo>
                  <a:lnTo>
                    <a:pt x="311" y="39"/>
                  </a:lnTo>
                  <a:lnTo>
                    <a:pt x="316" y="36"/>
                  </a:lnTo>
                  <a:lnTo>
                    <a:pt x="321" y="33"/>
                  </a:lnTo>
                  <a:lnTo>
                    <a:pt x="327" y="30"/>
                  </a:lnTo>
                  <a:lnTo>
                    <a:pt x="332" y="30"/>
                  </a:lnTo>
                  <a:lnTo>
                    <a:pt x="575" y="30"/>
                  </a:lnTo>
                  <a:lnTo>
                    <a:pt x="581" y="30"/>
                  </a:lnTo>
                  <a:lnTo>
                    <a:pt x="587" y="33"/>
                  </a:lnTo>
                  <a:lnTo>
                    <a:pt x="592" y="36"/>
                  </a:lnTo>
                  <a:lnTo>
                    <a:pt x="596" y="39"/>
                  </a:lnTo>
                  <a:lnTo>
                    <a:pt x="600" y="43"/>
                  </a:lnTo>
                  <a:lnTo>
                    <a:pt x="603" y="49"/>
                  </a:lnTo>
                  <a:lnTo>
                    <a:pt x="605" y="54"/>
                  </a:lnTo>
                  <a:lnTo>
                    <a:pt x="605" y="60"/>
                  </a:lnTo>
                  <a:lnTo>
                    <a:pt x="605" y="273"/>
                  </a:lnTo>
                  <a:lnTo>
                    <a:pt x="302" y="273"/>
                  </a:lnTo>
                  <a:lnTo>
                    <a:pt x="302" y="60"/>
                  </a:lnTo>
                  <a:close/>
                  <a:moveTo>
                    <a:pt x="877" y="644"/>
                  </a:moveTo>
                  <a:lnTo>
                    <a:pt x="877" y="424"/>
                  </a:lnTo>
                  <a:lnTo>
                    <a:pt x="877" y="417"/>
                  </a:lnTo>
                  <a:lnTo>
                    <a:pt x="876" y="411"/>
                  </a:lnTo>
                  <a:lnTo>
                    <a:pt x="875" y="406"/>
                  </a:lnTo>
                  <a:lnTo>
                    <a:pt x="873" y="400"/>
                  </a:lnTo>
                  <a:lnTo>
                    <a:pt x="870" y="395"/>
                  </a:lnTo>
                  <a:lnTo>
                    <a:pt x="868" y="389"/>
                  </a:lnTo>
                  <a:lnTo>
                    <a:pt x="863" y="385"/>
                  </a:lnTo>
                  <a:lnTo>
                    <a:pt x="860" y="381"/>
                  </a:lnTo>
                  <a:lnTo>
                    <a:pt x="856" y="377"/>
                  </a:lnTo>
                  <a:lnTo>
                    <a:pt x="850" y="373"/>
                  </a:lnTo>
                  <a:lnTo>
                    <a:pt x="846" y="370"/>
                  </a:lnTo>
                  <a:lnTo>
                    <a:pt x="841" y="368"/>
                  </a:lnTo>
                  <a:lnTo>
                    <a:pt x="835" y="366"/>
                  </a:lnTo>
                  <a:lnTo>
                    <a:pt x="829" y="364"/>
                  </a:lnTo>
                  <a:lnTo>
                    <a:pt x="824" y="364"/>
                  </a:lnTo>
                  <a:lnTo>
                    <a:pt x="817" y="363"/>
                  </a:lnTo>
                  <a:lnTo>
                    <a:pt x="666" y="363"/>
                  </a:lnTo>
                  <a:lnTo>
                    <a:pt x="666" y="333"/>
                  </a:lnTo>
                  <a:lnTo>
                    <a:pt x="665" y="324"/>
                  </a:lnTo>
                  <a:lnTo>
                    <a:pt x="664" y="317"/>
                  </a:lnTo>
                  <a:lnTo>
                    <a:pt x="661" y="309"/>
                  </a:lnTo>
                  <a:lnTo>
                    <a:pt x="657" y="303"/>
                  </a:lnTo>
                  <a:lnTo>
                    <a:pt x="653" y="296"/>
                  </a:lnTo>
                  <a:lnTo>
                    <a:pt x="648" y="290"/>
                  </a:lnTo>
                  <a:lnTo>
                    <a:pt x="642" y="284"/>
                  </a:lnTo>
                  <a:lnTo>
                    <a:pt x="636" y="280"/>
                  </a:lnTo>
                  <a:lnTo>
                    <a:pt x="636" y="60"/>
                  </a:lnTo>
                  <a:lnTo>
                    <a:pt x="635" y="54"/>
                  </a:lnTo>
                  <a:lnTo>
                    <a:pt x="634" y="49"/>
                  </a:lnTo>
                  <a:lnTo>
                    <a:pt x="633" y="42"/>
                  </a:lnTo>
                  <a:lnTo>
                    <a:pt x="631" y="37"/>
                  </a:lnTo>
                  <a:lnTo>
                    <a:pt x="628" y="31"/>
                  </a:lnTo>
                  <a:lnTo>
                    <a:pt x="625" y="27"/>
                  </a:lnTo>
                  <a:lnTo>
                    <a:pt x="622" y="22"/>
                  </a:lnTo>
                  <a:lnTo>
                    <a:pt x="618" y="18"/>
                  </a:lnTo>
                  <a:lnTo>
                    <a:pt x="613" y="14"/>
                  </a:lnTo>
                  <a:lnTo>
                    <a:pt x="609" y="10"/>
                  </a:lnTo>
                  <a:lnTo>
                    <a:pt x="604" y="7"/>
                  </a:lnTo>
                  <a:lnTo>
                    <a:pt x="598" y="5"/>
                  </a:lnTo>
                  <a:lnTo>
                    <a:pt x="593" y="3"/>
                  </a:lnTo>
                  <a:lnTo>
                    <a:pt x="587" y="1"/>
                  </a:lnTo>
                  <a:lnTo>
                    <a:pt x="581" y="0"/>
                  </a:lnTo>
                  <a:lnTo>
                    <a:pt x="575" y="0"/>
                  </a:lnTo>
                  <a:lnTo>
                    <a:pt x="332" y="0"/>
                  </a:lnTo>
                  <a:lnTo>
                    <a:pt x="327" y="0"/>
                  </a:lnTo>
                  <a:lnTo>
                    <a:pt x="321" y="1"/>
                  </a:lnTo>
                  <a:lnTo>
                    <a:pt x="315" y="3"/>
                  </a:lnTo>
                  <a:lnTo>
                    <a:pt x="309" y="5"/>
                  </a:lnTo>
                  <a:lnTo>
                    <a:pt x="304" y="7"/>
                  </a:lnTo>
                  <a:lnTo>
                    <a:pt x="299" y="10"/>
                  </a:lnTo>
                  <a:lnTo>
                    <a:pt x="294" y="14"/>
                  </a:lnTo>
                  <a:lnTo>
                    <a:pt x="290" y="18"/>
                  </a:lnTo>
                  <a:lnTo>
                    <a:pt x="286" y="22"/>
                  </a:lnTo>
                  <a:lnTo>
                    <a:pt x="283" y="27"/>
                  </a:lnTo>
                  <a:lnTo>
                    <a:pt x="280" y="31"/>
                  </a:lnTo>
                  <a:lnTo>
                    <a:pt x="277" y="37"/>
                  </a:lnTo>
                  <a:lnTo>
                    <a:pt x="275" y="42"/>
                  </a:lnTo>
                  <a:lnTo>
                    <a:pt x="273" y="49"/>
                  </a:lnTo>
                  <a:lnTo>
                    <a:pt x="272" y="54"/>
                  </a:lnTo>
                  <a:lnTo>
                    <a:pt x="272" y="60"/>
                  </a:lnTo>
                  <a:lnTo>
                    <a:pt x="272" y="280"/>
                  </a:lnTo>
                  <a:lnTo>
                    <a:pt x="266" y="284"/>
                  </a:lnTo>
                  <a:lnTo>
                    <a:pt x="260" y="290"/>
                  </a:lnTo>
                  <a:lnTo>
                    <a:pt x="255" y="296"/>
                  </a:lnTo>
                  <a:lnTo>
                    <a:pt x="251" y="303"/>
                  </a:lnTo>
                  <a:lnTo>
                    <a:pt x="247" y="309"/>
                  </a:lnTo>
                  <a:lnTo>
                    <a:pt x="245" y="317"/>
                  </a:lnTo>
                  <a:lnTo>
                    <a:pt x="242" y="324"/>
                  </a:lnTo>
                  <a:lnTo>
                    <a:pt x="242" y="333"/>
                  </a:lnTo>
                  <a:lnTo>
                    <a:pt x="242" y="363"/>
                  </a:lnTo>
                  <a:lnTo>
                    <a:pt x="91" y="363"/>
                  </a:lnTo>
                  <a:lnTo>
                    <a:pt x="85" y="364"/>
                  </a:lnTo>
                  <a:lnTo>
                    <a:pt x="78" y="364"/>
                  </a:lnTo>
                  <a:lnTo>
                    <a:pt x="73" y="366"/>
                  </a:lnTo>
                  <a:lnTo>
                    <a:pt x="68" y="368"/>
                  </a:lnTo>
                  <a:lnTo>
                    <a:pt x="62" y="370"/>
                  </a:lnTo>
                  <a:lnTo>
                    <a:pt x="57" y="373"/>
                  </a:lnTo>
                  <a:lnTo>
                    <a:pt x="53" y="377"/>
                  </a:lnTo>
                  <a:lnTo>
                    <a:pt x="48" y="381"/>
                  </a:lnTo>
                  <a:lnTo>
                    <a:pt x="44" y="385"/>
                  </a:lnTo>
                  <a:lnTo>
                    <a:pt x="41" y="389"/>
                  </a:lnTo>
                  <a:lnTo>
                    <a:pt x="38" y="395"/>
                  </a:lnTo>
                  <a:lnTo>
                    <a:pt x="35" y="400"/>
                  </a:lnTo>
                  <a:lnTo>
                    <a:pt x="33" y="406"/>
                  </a:lnTo>
                  <a:lnTo>
                    <a:pt x="31" y="411"/>
                  </a:lnTo>
                  <a:lnTo>
                    <a:pt x="31" y="417"/>
                  </a:lnTo>
                  <a:lnTo>
                    <a:pt x="30" y="424"/>
                  </a:lnTo>
                  <a:lnTo>
                    <a:pt x="30" y="644"/>
                  </a:lnTo>
                  <a:lnTo>
                    <a:pt x="24" y="648"/>
                  </a:lnTo>
                  <a:lnTo>
                    <a:pt x="18" y="653"/>
                  </a:lnTo>
                  <a:lnTo>
                    <a:pt x="13" y="659"/>
                  </a:lnTo>
                  <a:lnTo>
                    <a:pt x="9" y="665"/>
                  </a:lnTo>
                  <a:lnTo>
                    <a:pt x="4" y="672"/>
                  </a:lnTo>
                  <a:lnTo>
                    <a:pt x="2" y="680"/>
                  </a:lnTo>
                  <a:lnTo>
                    <a:pt x="1" y="688"/>
                  </a:lnTo>
                  <a:lnTo>
                    <a:pt x="0" y="696"/>
                  </a:lnTo>
                  <a:lnTo>
                    <a:pt x="0" y="771"/>
                  </a:lnTo>
                  <a:lnTo>
                    <a:pt x="0" y="774"/>
                  </a:lnTo>
                  <a:lnTo>
                    <a:pt x="1" y="778"/>
                  </a:lnTo>
                  <a:lnTo>
                    <a:pt x="2" y="780"/>
                  </a:lnTo>
                  <a:lnTo>
                    <a:pt x="4" y="782"/>
                  </a:lnTo>
                  <a:lnTo>
                    <a:pt x="6" y="784"/>
                  </a:lnTo>
                  <a:lnTo>
                    <a:pt x="10" y="785"/>
                  </a:lnTo>
                  <a:lnTo>
                    <a:pt x="12" y="786"/>
                  </a:lnTo>
                  <a:lnTo>
                    <a:pt x="15" y="786"/>
                  </a:lnTo>
                  <a:lnTo>
                    <a:pt x="409" y="786"/>
                  </a:lnTo>
                  <a:lnTo>
                    <a:pt x="412" y="786"/>
                  </a:lnTo>
                  <a:lnTo>
                    <a:pt x="414" y="785"/>
                  </a:lnTo>
                  <a:lnTo>
                    <a:pt x="417" y="784"/>
                  </a:lnTo>
                  <a:lnTo>
                    <a:pt x="419" y="782"/>
                  </a:lnTo>
                  <a:lnTo>
                    <a:pt x="421" y="780"/>
                  </a:lnTo>
                  <a:lnTo>
                    <a:pt x="423" y="778"/>
                  </a:lnTo>
                  <a:lnTo>
                    <a:pt x="424" y="774"/>
                  </a:lnTo>
                  <a:lnTo>
                    <a:pt x="424" y="771"/>
                  </a:lnTo>
                  <a:lnTo>
                    <a:pt x="424" y="696"/>
                  </a:lnTo>
                  <a:lnTo>
                    <a:pt x="423" y="688"/>
                  </a:lnTo>
                  <a:lnTo>
                    <a:pt x="421" y="680"/>
                  </a:lnTo>
                  <a:lnTo>
                    <a:pt x="419" y="672"/>
                  </a:lnTo>
                  <a:lnTo>
                    <a:pt x="415" y="665"/>
                  </a:lnTo>
                  <a:lnTo>
                    <a:pt x="411" y="659"/>
                  </a:lnTo>
                  <a:lnTo>
                    <a:pt x="405" y="653"/>
                  </a:lnTo>
                  <a:lnTo>
                    <a:pt x="400" y="648"/>
                  </a:lnTo>
                  <a:lnTo>
                    <a:pt x="394" y="644"/>
                  </a:lnTo>
                  <a:lnTo>
                    <a:pt x="394" y="424"/>
                  </a:lnTo>
                  <a:lnTo>
                    <a:pt x="515" y="424"/>
                  </a:lnTo>
                  <a:lnTo>
                    <a:pt x="515" y="644"/>
                  </a:lnTo>
                  <a:lnTo>
                    <a:pt x="508" y="648"/>
                  </a:lnTo>
                  <a:lnTo>
                    <a:pt x="502" y="653"/>
                  </a:lnTo>
                  <a:lnTo>
                    <a:pt x="497" y="659"/>
                  </a:lnTo>
                  <a:lnTo>
                    <a:pt x="492" y="665"/>
                  </a:lnTo>
                  <a:lnTo>
                    <a:pt x="489" y="672"/>
                  </a:lnTo>
                  <a:lnTo>
                    <a:pt x="486" y="680"/>
                  </a:lnTo>
                  <a:lnTo>
                    <a:pt x="485" y="688"/>
                  </a:lnTo>
                  <a:lnTo>
                    <a:pt x="484" y="696"/>
                  </a:lnTo>
                  <a:lnTo>
                    <a:pt x="484" y="771"/>
                  </a:lnTo>
                  <a:lnTo>
                    <a:pt x="485" y="774"/>
                  </a:lnTo>
                  <a:lnTo>
                    <a:pt x="486" y="778"/>
                  </a:lnTo>
                  <a:lnTo>
                    <a:pt x="487" y="780"/>
                  </a:lnTo>
                  <a:lnTo>
                    <a:pt x="489" y="782"/>
                  </a:lnTo>
                  <a:lnTo>
                    <a:pt x="491" y="784"/>
                  </a:lnTo>
                  <a:lnTo>
                    <a:pt x="493" y="785"/>
                  </a:lnTo>
                  <a:lnTo>
                    <a:pt x="497" y="786"/>
                  </a:lnTo>
                  <a:lnTo>
                    <a:pt x="500" y="786"/>
                  </a:lnTo>
                  <a:lnTo>
                    <a:pt x="892" y="786"/>
                  </a:lnTo>
                  <a:lnTo>
                    <a:pt x="896" y="786"/>
                  </a:lnTo>
                  <a:lnTo>
                    <a:pt x="899" y="785"/>
                  </a:lnTo>
                  <a:lnTo>
                    <a:pt x="901" y="784"/>
                  </a:lnTo>
                  <a:lnTo>
                    <a:pt x="903" y="782"/>
                  </a:lnTo>
                  <a:lnTo>
                    <a:pt x="905" y="780"/>
                  </a:lnTo>
                  <a:lnTo>
                    <a:pt x="906" y="778"/>
                  </a:lnTo>
                  <a:lnTo>
                    <a:pt x="907" y="774"/>
                  </a:lnTo>
                  <a:lnTo>
                    <a:pt x="907" y="771"/>
                  </a:lnTo>
                  <a:lnTo>
                    <a:pt x="907" y="696"/>
                  </a:lnTo>
                  <a:lnTo>
                    <a:pt x="907" y="688"/>
                  </a:lnTo>
                  <a:lnTo>
                    <a:pt x="905" y="680"/>
                  </a:lnTo>
                  <a:lnTo>
                    <a:pt x="903" y="672"/>
                  </a:lnTo>
                  <a:lnTo>
                    <a:pt x="900" y="665"/>
                  </a:lnTo>
                  <a:lnTo>
                    <a:pt x="896" y="659"/>
                  </a:lnTo>
                  <a:lnTo>
                    <a:pt x="890" y="653"/>
                  </a:lnTo>
                  <a:lnTo>
                    <a:pt x="884" y="648"/>
                  </a:lnTo>
                  <a:lnTo>
                    <a:pt x="877" y="64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32" name="Google Shape;232;p13"/>
            <p:cNvSpPr/>
            <p:nvPr/>
          </p:nvSpPr>
          <p:spPr>
            <a:xfrm>
              <a:off x="487363" y="957263"/>
              <a:ext cx="76200" cy="57150"/>
            </a:xfrm>
            <a:custGeom>
              <a:rect b="b" l="l" r="r" t="t"/>
              <a:pathLst>
                <a:path extrusionOk="0" h="181" w="242">
                  <a:moveTo>
                    <a:pt x="212" y="151"/>
                  </a:moveTo>
                  <a:lnTo>
                    <a:pt x="30" y="151"/>
                  </a:lnTo>
                  <a:lnTo>
                    <a:pt x="30" y="30"/>
                  </a:lnTo>
                  <a:lnTo>
                    <a:pt x="212" y="30"/>
                  </a:lnTo>
                  <a:lnTo>
                    <a:pt x="212" y="151"/>
                  </a:lnTo>
                  <a:close/>
                  <a:moveTo>
                    <a:pt x="227" y="0"/>
                  </a:moveTo>
                  <a:lnTo>
                    <a:pt x="15" y="0"/>
                  </a:lnTo>
                  <a:lnTo>
                    <a:pt x="12" y="0"/>
                  </a:lnTo>
                  <a:lnTo>
                    <a:pt x="10" y="1"/>
                  </a:lnTo>
                  <a:lnTo>
                    <a:pt x="6" y="2"/>
                  </a:lnTo>
                  <a:lnTo>
                    <a:pt x="4" y="4"/>
                  </a:lnTo>
                  <a:lnTo>
                    <a:pt x="3" y="6"/>
                  </a:lnTo>
                  <a:lnTo>
                    <a:pt x="1" y="8"/>
                  </a:lnTo>
                  <a:lnTo>
                    <a:pt x="0" y="12"/>
                  </a:lnTo>
                  <a:lnTo>
                    <a:pt x="0" y="15"/>
                  </a:lnTo>
                  <a:lnTo>
                    <a:pt x="0" y="166"/>
                  </a:lnTo>
                  <a:lnTo>
                    <a:pt x="0" y="169"/>
                  </a:lnTo>
                  <a:lnTo>
                    <a:pt x="1" y="171"/>
                  </a:lnTo>
                  <a:lnTo>
                    <a:pt x="3" y="175"/>
                  </a:lnTo>
                  <a:lnTo>
                    <a:pt x="4" y="177"/>
                  </a:lnTo>
                  <a:lnTo>
                    <a:pt x="6" y="179"/>
                  </a:lnTo>
                  <a:lnTo>
                    <a:pt x="10" y="180"/>
                  </a:lnTo>
                  <a:lnTo>
                    <a:pt x="12" y="181"/>
                  </a:lnTo>
                  <a:lnTo>
                    <a:pt x="15" y="181"/>
                  </a:lnTo>
                  <a:lnTo>
                    <a:pt x="227" y="181"/>
                  </a:lnTo>
                  <a:lnTo>
                    <a:pt x="230" y="181"/>
                  </a:lnTo>
                  <a:lnTo>
                    <a:pt x="233" y="180"/>
                  </a:lnTo>
                  <a:lnTo>
                    <a:pt x="236" y="178"/>
                  </a:lnTo>
                  <a:lnTo>
                    <a:pt x="238" y="177"/>
                  </a:lnTo>
                  <a:lnTo>
                    <a:pt x="239" y="175"/>
                  </a:lnTo>
                  <a:lnTo>
                    <a:pt x="241" y="171"/>
                  </a:lnTo>
                  <a:lnTo>
                    <a:pt x="242" y="169"/>
                  </a:lnTo>
                  <a:lnTo>
                    <a:pt x="242" y="166"/>
                  </a:lnTo>
                  <a:lnTo>
                    <a:pt x="242" y="15"/>
                  </a:lnTo>
                  <a:lnTo>
                    <a:pt x="242" y="12"/>
                  </a:lnTo>
                  <a:lnTo>
                    <a:pt x="241" y="8"/>
                  </a:lnTo>
                  <a:lnTo>
                    <a:pt x="239" y="6"/>
                  </a:lnTo>
                  <a:lnTo>
                    <a:pt x="238" y="4"/>
                  </a:lnTo>
                  <a:lnTo>
                    <a:pt x="236" y="2"/>
                  </a:lnTo>
                  <a:lnTo>
                    <a:pt x="233" y="1"/>
                  </a:lnTo>
                  <a:lnTo>
                    <a:pt x="230" y="0"/>
                  </a:lnTo>
                  <a:lnTo>
                    <a:pt x="227"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233" name="Google Shape;23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C:\Users\Admin\Downloads\logo (2).png" id="234" name="Google Shape;234;p13"/>
          <p:cNvPicPr preferRelativeResize="0"/>
          <p:nvPr/>
        </p:nvPicPr>
        <p:blipFill rotWithShape="1">
          <a:blip r:embed="rId3">
            <a:alphaModFix/>
          </a:blip>
          <a:srcRect b="0" l="0" r="0" t="0"/>
          <a:stretch/>
        </p:blipFill>
        <p:spPr>
          <a:xfrm>
            <a:off x="10737606" y="5569228"/>
            <a:ext cx="1314450" cy="838200"/>
          </a:xfrm>
          <a:prstGeom prst="rect">
            <a:avLst/>
          </a:prstGeom>
          <a:noFill/>
          <a:ln>
            <a:noFill/>
          </a:ln>
        </p:spPr>
      </p:pic>
      <p:sp>
        <p:nvSpPr>
          <p:cNvPr id="235" name="Google Shape;235;p13"/>
          <p:cNvSpPr txBox="1"/>
          <p:nvPr/>
        </p:nvSpPr>
        <p:spPr>
          <a:xfrm>
            <a:off x="3455176" y="2235569"/>
            <a:ext cx="8386500" cy="3694200"/>
          </a:xfrm>
          <a:prstGeom prst="rect">
            <a:avLst/>
          </a:prstGeom>
          <a:noFill/>
          <a:ln>
            <a:noFill/>
          </a:ln>
        </p:spPr>
        <p:txBody>
          <a:bodyPr anchorCtr="0" anchor="t" bIns="45700" lIns="91425" spcFirstLastPara="1" rIns="91425" wrap="square" tIns="45700">
            <a:spAutoFit/>
          </a:bodyPr>
          <a:lstStyle/>
          <a:p>
            <a:pPr indent="-342900" lvl="0" marL="342900" marR="0" rtl="0" algn="ctr">
              <a:lnSpc>
                <a:spcPct val="100000"/>
              </a:lnSpc>
              <a:spcBef>
                <a:spcPts val="0"/>
              </a:spcBef>
              <a:spcAft>
                <a:spcPts val="0"/>
              </a:spcAft>
              <a:buClr>
                <a:schemeClr val="lt1"/>
              </a:buClr>
              <a:buSzPts val="1800"/>
              <a:buFont typeface="Century Gothic"/>
              <a:buAutoNum type="arabicPeriod"/>
            </a:pPr>
            <a:r>
              <a:rPr b="0" i="0" lang="en-US" sz="1800" u="none" cap="none" strike="noStrike">
                <a:solidFill>
                  <a:schemeClr val="dk1"/>
                </a:solidFill>
                <a:latin typeface="Quattrocento Sans"/>
                <a:ea typeface="Quattrocento Sans"/>
                <a:cs typeface="Quattrocento Sans"/>
                <a:sym typeface="Quattrocento Sans"/>
              </a:rPr>
              <a:t>Swarnavihar </a:t>
            </a:r>
            <a:r>
              <a:rPr lang="en-US" sz="1800">
                <a:solidFill>
                  <a:schemeClr val="dk1"/>
                </a:solidFill>
                <a:latin typeface="Quattrocento Sans"/>
                <a:ea typeface="Quattrocento Sans"/>
                <a:cs typeface="Quattrocento Sans"/>
                <a:sym typeface="Quattrocento Sans"/>
              </a:rPr>
              <a:t>Old Age</a:t>
            </a:r>
            <a:r>
              <a:rPr b="0" i="0" lang="en-US" sz="1800" u="none" cap="none" strike="noStrike">
                <a:solidFill>
                  <a:schemeClr val="dk1"/>
                </a:solidFill>
                <a:latin typeface="Quattrocento Sans"/>
                <a:ea typeface="Quattrocento Sans"/>
                <a:cs typeface="Quattrocento Sans"/>
                <a:sym typeface="Quattrocento Sans"/>
              </a:rPr>
              <a:t> Homes - Search Engine Optimization</a:t>
            </a:r>
            <a:endParaRPr/>
          </a:p>
          <a:p>
            <a:pPr indent="-228600" lvl="0" marL="342900" marR="0" rtl="0" algn="ctr">
              <a:lnSpc>
                <a:spcPct val="100000"/>
              </a:lnSpc>
              <a:spcBef>
                <a:spcPts val="0"/>
              </a:spcBef>
              <a:spcAft>
                <a:spcPts val="0"/>
              </a:spcAft>
              <a:buClr>
                <a:schemeClr val="lt1"/>
              </a:buClr>
              <a:buSzPts val="1800"/>
              <a:buFont typeface="Century Gothic"/>
              <a:buNone/>
            </a:pPr>
            <a:r>
              <a:t/>
            </a:r>
            <a:endParaRPr b="0" i="0" sz="1800" u="none" cap="none" strike="noStrike">
              <a:solidFill>
                <a:schemeClr val="dk1"/>
              </a:solidFill>
              <a:latin typeface="Quattrocento Sans"/>
              <a:ea typeface="Quattrocento Sans"/>
              <a:cs typeface="Quattrocento Sans"/>
              <a:sym typeface="Quattrocento Sans"/>
            </a:endParaRPr>
          </a:p>
          <a:p>
            <a:pPr indent="-342900" lvl="0" marL="342900" marR="0" rtl="0" algn="ctr">
              <a:lnSpc>
                <a:spcPct val="100000"/>
              </a:lnSpc>
              <a:spcBef>
                <a:spcPts val="0"/>
              </a:spcBef>
              <a:spcAft>
                <a:spcPts val="0"/>
              </a:spcAft>
              <a:buClr>
                <a:schemeClr val="lt1"/>
              </a:buClr>
              <a:buSzPts val="1800"/>
              <a:buFont typeface="Century Gothic"/>
              <a:buAutoNum type="arabicPeriod"/>
            </a:pPr>
            <a:r>
              <a:rPr b="1" i="0" lang="en-US" sz="1800" u="none" cap="none" strike="noStrike">
                <a:solidFill>
                  <a:schemeClr val="dk1"/>
                </a:solidFill>
                <a:latin typeface="Quattrocento Sans"/>
                <a:ea typeface="Quattrocento Sans"/>
                <a:cs typeface="Quattrocento Sans"/>
                <a:sym typeface="Quattrocento Sans"/>
              </a:rPr>
              <a:t>Case Study</a:t>
            </a:r>
            <a:endParaRPr/>
          </a:p>
          <a:p>
            <a:pPr indent="-228600" lvl="0" marL="342900" marR="0" rtl="0" algn="ctr">
              <a:lnSpc>
                <a:spcPct val="100000"/>
              </a:lnSpc>
              <a:spcBef>
                <a:spcPts val="0"/>
              </a:spcBef>
              <a:spcAft>
                <a:spcPts val="0"/>
              </a:spcAft>
              <a:buClr>
                <a:schemeClr val="lt1"/>
              </a:buClr>
              <a:buSzPts val="1800"/>
              <a:buFont typeface="Century Gothic"/>
              <a:buNone/>
            </a:pPr>
            <a:r>
              <a:t/>
            </a:r>
            <a:endParaRPr b="0" i="0" sz="1800" u="none" cap="none" strike="noStrike">
              <a:solidFill>
                <a:schemeClr val="dk1"/>
              </a:solidFill>
              <a:latin typeface="Quattrocento Sans"/>
              <a:ea typeface="Quattrocento Sans"/>
              <a:cs typeface="Quattrocento Sans"/>
              <a:sym typeface="Quattrocento Sans"/>
            </a:endParaRPr>
          </a:p>
          <a:p>
            <a:pPr indent="-342900" lvl="0" marL="342900" marR="0" rtl="0" algn="ctr">
              <a:lnSpc>
                <a:spcPct val="100000"/>
              </a:lnSpc>
              <a:spcBef>
                <a:spcPts val="0"/>
              </a:spcBef>
              <a:spcAft>
                <a:spcPts val="0"/>
              </a:spcAft>
              <a:buClr>
                <a:schemeClr val="lt1"/>
              </a:buClr>
              <a:buSzPts val="1800"/>
              <a:buFont typeface="Century Gothic"/>
              <a:buAutoNum type="arabicPeriod"/>
            </a:pPr>
            <a:r>
              <a:rPr b="1" i="0" lang="en-US" sz="1800" u="none" cap="none" strike="noStrike">
                <a:solidFill>
                  <a:schemeClr val="dk1"/>
                </a:solidFill>
                <a:latin typeface="Quattrocento Sans"/>
                <a:ea typeface="Quattrocento Sans"/>
                <a:cs typeface="Quattrocento Sans"/>
                <a:sym typeface="Quattrocento Sans"/>
              </a:rPr>
              <a:t>About Our Client </a:t>
            </a:r>
            <a:endParaRPr/>
          </a:p>
          <a:p>
            <a:pPr indent="-228600" lvl="0" marL="342900" marR="0" rtl="0" algn="ctr">
              <a:lnSpc>
                <a:spcPct val="100000"/>
              </a:lnSpc>
              <a:spcBef>
                <a:spcPts val="0"/>
              </a:spcBef>
              <a:spcAft>
                <a:spcPts val="0"/>
              </a:spcAft>
              <a:buClr>
                <a:schemeClr val="lt1"/>
              </a:buClr>
              <a:buSzPts val="1800"/>
              <a:buFont typeface="Century Gothic"/>
              <a:buNone/>
            </a:pPr>
            <a:r>
              <a:t/>
            </a:r>
            <a:endParaRPr b="0" i="0" sz="1800" u="none" cap="none" strike="noStrike">
              <a:solidFill>
                <a:schemeClr val="dk1"/>
              </a:solidFill>
              <a:latin typeface="Quattrocento Sans"/>
              <a:ea typeface="Quattrocento Sans"/>
              <a:cs typeface="Quattrocento Sans"/>
              <a:sym typeface="Quattrocento Sans"/>
            </a:endParaRPr>
          </a:p>
          <a:p>
            <a:pPr indent="-342900" lvl="0" marL="342900" marR="0" rtl="0" algn="l">
              <a:lnSpc>
                <a:spcPct val="100000"/>
              </a:lnSpc>
              <a:spcBef>
                <a:spcPts val="0"/>
              </a:spcBef>
              <a:spcAft>
                <a:spcPts val="0"/>
              </a:spcAft>
              <a:buClr>
                <a:schemeClr val="lt1"/>
              </a:buClr>
              <a:buSzPts val="1800"/>
              <a:buFont typeface="Century Gothic"/>
              <a:buAutoNum type="arabicPeriod"/>
            </a:pPr>
            <a:r>
              <a:rPr lang="en-US" sz="1800">
                <a:solidFill>
                  <a:schemeClr val="dk1"/>
                </a:solidFill>
                <a:latin typeface="Quattrocento Sans"/>
                <a:ea typeface="Quattrocento Sans"/>
                <a:cs typeface="Quattrocento Sans"/>
                <a:sym typeface="Quattrocento Sans"/>
              </a:rPr>
              <a:t>Swarnavihar Old Age Homes, based in Pune, is an assisted living facility dedicated to supporting and caring for elderly individuals. Their mission revolves around providing compassionate, empathetic, and kind care to the elderly.</a:t>
            </a:r>
            <a:endParaRPr sz="1800">
              <a:solidFill>
                <a:schemeClr val="dk1"/>
              </a:solidFill>
              <a:latin typeface="Quattrocento Sans"/>
              <a:ea typeface="Quattrocento Sans"/>
              <a:cs typeface="Quattrocento Sans"/>
              <a:sym typeface="Quattrocento Sans"/>
            </a:endParaRPr>
          </a:p>
          <a:p>
            <a:pPr indent="0" lvl="0" marL="457200" marR="0" rtl="0" algn="l">
              <a:lnSpc>
                <a:spcPct val="100000"/>
              </a:lnSpc>
              <a:spcBef>
                <a:spcPts val="0"/>
              </a:spcBef>
              <a:spcAft>
                <a:spcPts val="0"/>
              </a:spcAft>
              <a:buNone/>
            </a:pPr>
            <a:r>
              <a:t/>
            </a:r>
            <a:endParaRPr sz="1800">
              <a:solidFill>
                <a:schemeClr val="dk1"/>
              </a:solidFill>
              <a:latin typeface="Quattrocento Sans"/>
              <a:ea typeface="Quattrocento Sans"/>
              <a:cs typeface="Quattrocento Sans"/>
              <a:sym typeface="Quattrocento Sans"/>
            </a:endParaRPr>
          </a:p>
          <a:p>
            <a:pPr indent="-228600" lvl="0" marL="342900" marR="0" rtl="0" algn="l">
              <a:lnSpc>
                <a:spcPct val="100000"/>
              </a:lnSpc>
              <a:spcBef>
                <a:spcPts val="0"/>
              </a:spcBef>
              <a:spcAft>
                <a:spcPts val="0"/>
              </a:spcAft>
              <a:buClr>
                <a:schemeClr val="dk1"/>
              </a:buClr>
              <a:buSzPts val="1800"/>
              <a:buFont typeface="Century Gothic"/>
              <a:buNone/>
            </a:pPr>
            <a:r>
              <a:t/>
            </a:r>
            <a:endParaRPr b="0" i="0" sz="1800" u="none" cap="none" strike="noStrike">
              <a:solidFill>
                <a:schemeClr val="dk1"/>
              </a:solidFill>
              <a:latin typeface="Quattrocento Sans"/>
              <a:ea typeface="Quattrocento Sans"/>
              <a:cs typeface="Quattrocento Sans"/>
              <a:sym typeface="Quattrocento Sans"/>
            </a:endParaRPr>
          </a:p>
          <a:p>
            <a:pPr indent="-228600" lvl="0" marL="342900" marR="0" rtl="0" algn="l">
              <a:lnSpc>
                <a:spcPct val="100000"/>
              </a:lnSpc>
              <a:spcBef>
                <a:spcPts val="0"/>
              </a:spcBef>
              <a:spcAft>
                <a:spcPts val="0"/>
              </a:spcAft>
              <a:buClr>
                <a:schemeClr val="dk1"/>
              </a:buClr>
              <a:buSzPts val="1800"/>
              <a:buFont typeface="Century Gothic"/>
              <a:buNone/>
            </a:pPr>
            <a:r>
              <a:t/>
            </a:r>
            <a:endParaRPr b="0" i="0" sz="1800" u="none" cap="none" strike="noStrike">
              <a:solidFill>
                <a:schemeClr val="dk1"/>
              </a:solidFill>
              <a:latin typeface="Quattrocento Sans"/>
              <a:ea typeface="Quattrocento Sans"/>
              <a:cs typeface="Quattrocento Sans"/>
              <a:sym typeface="Quattrocento Sans"/>
            </a:endParaRPr>
          </a:p>
        </p:txBody>
      </p:sp>
      <p:pic>
        <p:nvPicPr>
          <p:cNvPr id="236" name="Google Shape;236;p13"/>
          <p:cNvPicPr preferRelativeResize="0"/>
          <p:nvPr/>
        </p:nvPicPr>
        <p:blipFill rotWithShape="1">
          <a:blip r:embed="rId4">
            <a:alphaModFix/>
          </a:blip>
          <a:srcRect b="0" l="0" r="0" t="0"/>
          <a:stretch/>
        </p:blipFill>
        <p:spPr>
          <a:xfrm>
            <a:off x="7410912" y="1129898"/>
            <a:ext cx="1199688" cy="992093"/>
          </a:xfrm>
          <a:prstGeom prst="rect">
            <a:avLst/>
          </a:prstGeom>
          <a:noFill/>
          <a:ln>
            <a:noFill/>
          </a:ln>
        </p:spPr>
      </p:pic>
      <p:pic>
        <p:nvPicPr>
          <p:cNvPr id="237" name="Google Shape;237;p13"/>
          <p:cNvPicPr preferRelativeResize="0"/>
          <p:nvPr/>
        </p:nvPicPr>
        <p:blipFill rotWithShape="1">
          <a:blip r:embed="rId5">
            <a:alphaModFix/>
          </a:blip>
          <a:srcRect b="0" l="0" r="0" t="0"/>
          <a:stretch/>
        </p:blipFill>
        <p:spPr>
          <a:xfrm>
            <a:off x="0" y="981982"/>
            <a:ext cx="3455176" cy="5833488"/>
          </a:xfrm>
          <a:prstGeom prst="rect">
            <a:avLst/>
          </a:prstGeom>
          <a:noFill/>
          <a:ln>
            <a:noFill/>
          </a:ln>
        </p:spPr>
      </p:pic>
      <p:sp>
        <p:nvSpPr>
          <p:cNvPr id="238" name="Google Shape;238;p13"/>
          <p:cNvSpPr txBox="1"/>
          <p:nvPr/>
        </p:nvSpPr>
        <p:spPr>
          <a:xfrm>
            <a:off x="1128050" y="297975"/>
            <a:ext cx="6873600" cy="48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800">
                <a:solidFill>
                  <a:srgbClr val="FFFFFF"/>
                </a:solidFill>
                <a:latin typeface="Quattrocento Sans"/>
                <a:ea typeface="Quattrocento Sans"/>
                <a:cs typeface="Quattrocento Sans"/>
                <a:sym typeface="Quattrocento Sans"/>
              </a:rPr>
              <a:t>About Swarnavihar Old Age Home</a:t>
            </a:r>
            <a:endParaRPr sz="2800">
              <a:solidFill>
                <a:srgbClr val="FFFFFF"/>
              </a:solidFill>
              <a:latin typeface="Quattrocento Sans"/>
              <a:ea typeface="Quattrocento Sans"/>
              <a:cs typeface="Quattrocento Sans"/>
              <a:sym typeface="Quattrocen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
          <p:cNvSpPr/>
          <p:nvPr/>
        </p:nvSpPr>
        <p:spPr>
          <a:xfrm>
            <a:off x="0" y="266700"/>
            <a:ext cx="12192000" cy="552450"/>
          </a:xfrm>
          <a:prstGeom prst="rect">
            <a:avLst/>
          </a:prstGeom>
          <a:solidFill>
            <a:srgbClr val="3F3F3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nvGrpSpPr>
          <p:cNvPr id="244" name="Google Shape;244;p4"/>
          <p:cNvGrpSpPr/>
          <p:nvPr/>
        </p:nvGrpSpPr>
        <p:grpSpPr>
          <a:xfrm>
            <a:off x="271460" y="171446"/>
            <a:ext cx="790581" cy="742956"/>
            <a:chOff x="-2" y="-2"/>
            <a:chExt cx="790579" cy="742954"/>
          </a:xfrm>
        </p:grpSpPr>
        <p:sp>
          <p:nvSpPr>
            <p:cNvPr id="245" name="Google Shape;245;p4"/>
            <p:cNvSpPr/>
            <p:nvPr/>
          </p:nvSpPr>
          <p:spPr>
            <a:xfrm>
              <a:off x="-2" y="-1"/>
              <a:ext cx="742954" cy="742953"/>
            </a:xfrm>
            <a:prstGeom prst="rect">
              <a:avLst/>
            </a:pr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46" name="Google Shape;246;p4"/>
            <p:cNvSpPr/>
            <p:nvPr/>
          </p:nvSpPr>
          <p:spPr>
            <a:xfrm>
              <a:off x="742950" y="-2"/>
              <a:ext cx="47627" cy="95253"/>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47" name="Google Shape;247;p4"/>
            <p:cNvSpPr/>
            <p:nvPr/>
          </p:nvSpPr>
          <p:spPr>
            <a:xfrm flipH="1" rot="10800000">
              <a:off x="742950" y="647700"/>
              <a:ext cx="47627" cy="95252"/>
            </a:xfrm>
            <a:custGeom>
              <a:rect b="b" l="l" r="r" t="t"/>
              <a:pathLst>
                <a:path extrusionOk="0" h="21600" w="21600">
                  <a:moveTo>
                    <a:pt x="0" y="21600"/>
                  </a:moveTo>
                  <a:lnTo>
                    <a:pt x="21600" y="21600"/>
                  </a:lnTo>
                  <a:lnTo>
                    <a:pt x="0" y="0"/>
                  </a:lnTo>
                  <a:close/>
                </a:path>
              </a:pathLst>
            </a:custGeom>
            <a:solidFill>
              <a:srgbClr val="92D050"/>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248" name="Google Shape;248;p4"/>
          <p:cNvSpPr txBox="1"/>
          <p:nvPr/>
        </p:nvSpPr>
        <p:spPr>
          <a:xfrm>
            <a:off x="1285876" y="327131"/>
            <a:ext cx="10543800" cy="431801"/>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FFFFFF"/>
                </a:solidFill>
                <a:latin typeface="Century Gothic"/>
                <a:ea typeface="Century Gothic"/>
                <a:cs typeface="Century Gothic"/>
                <a:sym typeface="Century Gothic"/>
              </a:rPr>
              <a:t>Importance of the SEO for the Website </a:t>
            </a:r>
            <a:endParaRPr b="1" i="0" sz="1800" u="none" cap="none" strike="noStrike">
              <a:solidFill>
                <a:srgbClr val="92D050"/>
              </a:solidFill>
              <a:latin typeface="Quattrocento Sans"/>
              <a:ea typeface="Quattrocento Sans"/>
              <a:cs typeface="Quattrocento Sans"/>
              <a:sym typeface="Quattrocento Sans"/>
            </a:endParaRPr>
          </a:p>
        </p:txBody>
      </p:sp>
      <p:grpSp>
        <p:nvGrpSpPr>
          <p:cNvPr id="249" name="Google Shape;249;p4"/>
          <p:cNvGrpSpPr/>
          <p:nvPr/>
        </p:nvGrpSpPr>
        <p:grpSpPr>
          <a:xfrm>
            <a:off x="451715" y="377054"/>
            <a:ext cx="382451" cy="331739"/>
            <a:chOff x="0" y="-1"/>
            <a:chExt cx="382450" cy="331738"/>
          </a:xfrm>
        </p:grpSpPr>
        <p:sp>
          <p:nvSpPr>
            <p:cNvPr id="250" name="Google Shape;250;p4"/>
            <p:cNvSpPr/>
            <p:nvPr/>
          </p:nvSpPr>
          <p:spPr>
            <a:xfrm>
              <a:off x="38033" y="179602"/>
              <a:ext cx="101424" cy="76069"/>
            </a:xfrm>
            <a:custGeom>
              <a:rect b="b" l="l" r="r" t="t"/>
              <a:pathLst>
                <a:path extrusionOk="0" h="21600" w="21600">
                  <a:moveTo>
                    <a:pt x="18911" y="18020"/>
                  </a:moveTo>
                  <a:lnTo>
                    <a:pt x="2689" y="18020"/>
                  </a:lnTo>
                  <a:lnTo>
                    <a:pt x="2689" y="3580"/>
                  </a:lnTo>
                  <a:lnTo>
                    <a:pt x="18911" y="3580"/>
                  </a:lnTo>
                  <a:lnTo>
                    <a:pt x="18911" y="18020"/>
                  </a:lnTo>
                  <a:close/>
                  <a:moveTo>
                    <a:pt x="20256" y="0"/>
                  </a:moveTo>
                  <a:lnTo>
                    <a:pt x="1076" y="0"/>
                  </a:lnTo>
                  <a:lnTo>
                    <a:pt x="807" y="119"/>
                  </a:lnTo>
                  <a:lnTo>
                    <a:pt x="627" y="239"/>
                  </a:lnTo>
                  <a:lnTo>
                    <a:pt x="359" y="477"/>
                  </a:lnTo>
                  <a:lnTo>
                    <a:pt x="179" y="716"/>
                  </a:lnTo>
                  <a:lnTo>
                    <a:pt x="90" y="955"/>
                  </a:lnTo>
                  <a:lnTo>
                    <a:pt x="0" y="1432"/>
                  </a:lnTo>
                  <a:lnTo>
                    <a:pt x="0" y="20168"/>
                  </a:lnTo>
                  <a:lnTo>
                    <a:pt x="90" y="20407"/>
                  </a:lnTo>
                  <a:lnTo>
                    <a:pt x="179" y="20884"/>
                  </a:lnTo>
                  <a:lnTo>
                    <a:pt x="359" y="21123"/>
                  </a:lnTo>
                  <a:lnTo>
                    <a:pt x="627" y="21361"/>
                  </a:lnTo>
                  <a:lnTo>
                    <a:pt x="807" y="21481"/>
                  </a:lnTo>
                  <a:lnTo>
                    <a:pt x="1076" y="21600"/>
                  </a:lnTo>
                  <a:lnTo>
                    <a:pt x="20614" y="21600"/>
                  </a:lnTo>
                  <a:lnTo>
                    <a:pt x="20883" y="21481"/>
                  </a:lnTo>
                  <a:lnTo>
                    <a:pt x="21062" y="21242"/>
                  </a:lnTo>
                  <a:lnTo>
                    <a:pt x="21241" y="21123"/>
                  </a:lnTo>
                  <a:lnTo>
                    <a:pt x="21421" y="20884"/>
                  </a:lnTo>
                  <a:lnTo>
                    <a:pt x="21510" y="20407"/>
                  </a:lnTo>
                  <a:lnTo>
                    <a:pt x="21600" y="20168"/>
                  </a:lnTo>
                  <a:lnTo>
                    <a:pt x="21600" y="1432"/>
                  </a:lnTo>
                  <a:lnTo>
                    <a:pt x="21510" y="955"/>
                  </a:lnTo>
                  <a:lnTo>
                    <a:pt x="21421" y="716"/>
                  </a:lnTo>
                  <a:lnTo>
                    <a:pt x="21062" y="239"/>
                  </a:lnTo>
                  <a:lnTo>
                    <a:pt x="20883" y="119"/>
                  </a:lnTo>
                  <a:lnTo>
                    <a:pt x="20614" y="0"/>
                  </a:lnTo>
                  <a:lnTo>
                    <a:pt x="20256"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51" name="Google Shape;251;p4"/>
            <p:cNvSpPr/>
            <p:nvPr/>
          </p:nvSpPr>
          <p:spPr>
            <a:xfrm>
              <a:off x="139455" y="25355"/>
              <a:ext cx="103538" cy="76069"/>
            </a:xfrm>
            <a:custGeom>
              <a:rect b="b" l="l" r="r" t="t"/>
              <a:pathLst>
                <a:path extrusionOk="0" h="21600" w="21600">
                  <a:moveTo>
                    <a:pt x="18933" y="18040"/>
                  </a:moveTo>
                  <a:lnTo>
                    <a:pt x="2844" y="18040"/>
                  </a:lnTo>
                  <a:lnTo>
                    <a:pt x="2844" y="3560"/>
                  </a:lnTo>
                  <a:lnTo>
                    <a:pt x="18933" y="3560"/>
                  </a:lnTo>
                  <a:lnTo>
                    <a:pt x="18933" y="18040"/>
                  </a:lnTo>
                  <a:close/>
                  <a:moveTo>
                    <a:pt x="20267" y="0"/>
                  </a:moveTo>
                  <a:lnTo>
                    <a:pt x="1156" y="0"/>
                  </a:lnTo>
                  <a:lnTo>
                    <a:pt x="889" y="119"/>
                  </a:lnTo>
                  <a:lnTo>
                    <a:pt x="356" y="831"/>
                  </a:lnTo>
                  <a:lnTo>
                    <a:pt x="178" y="1187"/>
                  </a:lnTo>
                  <a:lnTo>
                    <a:pt x="178" y="1424"/>
                  </a:lnTo>
                  <a:lnTo>
                    <a:pt x="0" y="1780"/>
                  </a:lnTo>
                  <a:lnTo>
                    <a:pt x="0" y="19820"/>
                  </a:lnTo>
                  <a:lnTo>
                    <a:pt x="178" y="20176"/>
                  </a:lnTo>
                  <a:lnTo>
                    <a:pt x="178" y="20532"/>
                  </a:lnTo>
                  <a:lnTo>
                    <a:pt x="711" y="21244"/>
                  </a:lnTo>
                  <a:lnTo>
                    <a:pt x="889" y="21363"/>
                  </a:lnTo>
                  <a:lnTo>
                    <a:pt x="1156" y="21600"/>
                  </a:lnTo>
                  <a:lnTo>
                    <a:pt x="20533" y="21600"/>
                  </a:lnTo>
                  <a:lnTo>
                    <a:pt x="20711" y="21363"/>
                  </a:lnTo>
                  <a:lnTo>
                    <a:pt x="20978" y="21244"/>
                  </a:lnTo>
                  <a:lnTo>
                    <a:pt x="21244" y="21007"/>
                  </a:lnTo>
                  <a:lnTo>
                    <a:pt x="21422" y="20769"/>
                  </a:lnTo>
                  <a:lnTo>
                    <a:pt x="21511" y="20532"/>
                  </a:lnTo>
                  <a:lnTo>
                    <a:pt x="21600" y="20176"/>
                  </a:lnTo>
                  <a:lnTo>
                    <a:pt x="21600" y="1424"/>
                  </a:lnTo>
                  <a:lnTo>
                    <a:pt x="21511" y="1187"/>
                  </a:lnTo>
                  <a:lnTo>
                    <a:pt x="21422" y="831"/>
                  </a:lnTo>
                  <a:lnTo>
                    <a:pt x="21244" y="593"/>
                  </a:lnTo>
                  <a:lnTo>
                    <a:pt x="20978" y="475"/>
                  </a:lnTo>
                  <a:lnTo>
                    <a:pt x="20711" y="119"/>
                  </a:lnTo>
                  <a:lnTo>
                    <a:pt x="20533" y="0"/>
                  </a:lnTo>
                  <a:lnTo>
                    <a:pt x="20267"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52" name="Google Shape;252;p4"/>
            <p:cNvSpPr/>
            <p:nvPr/>
          </p:nvSpPr>
          <p:spPr>
            <a:xfrm>
              <a:off x="0" y="-1"/>
              <a:ext cx="382450" cy="331738"/>
            </a:xfrm>
            <a:custGeom>
              <a:rect b="b" l="l" r="r" t="t"/>
              <a:pathLst>
                <a:path extrusionOk="0" h="21600" w="21600">
                  <a:moveTo>
                    <a:pt x="20886" y="20776"/>
                  </a:moveTo>
                  <a:lnTo>
                    <a:pt x="12265" y="20776"/>
                  </a:lnTo>
                  <a:lnTo>
                    <a:pt x="12265" y="18962"/>
                  </a:lnTo>
                  <a:lnTo>
                    <a:pt x="12312" y="18797"/>
                  </a:lnTo>
                  <a:lnTo>
                    <a:pt x="12384" y="18660"/>
                  </a:lnTo>
                  <a:lnTo>
                    <a:pt x="12455" y="18550"/>
                  </a:lnTo>
                  <a:lnTo>
                    <a:pt x="12574" y="18412"/>
                  </a:lnTo>
                  <a:lnTo>
                    <a:pt x="12812" y="18302"/>
                  </a:lnTo>
                  <a:lnTo>
                    <a:pt x="12979" y="18275"/>
                  </a:lnTo>
                  <a:lnTo>
                    <a:pt x="20171" y="18275"/>
                  </a:lnTo>
                  <a:lnTo>
                    <a:pt x="20338" y="18302"/>
                  </a:lnTo>
                  <a:lnTo>
                    <a:pt x="20576" y="18412"/>
                  </a:lnTo>
                  <a:lnTo>
                    <a:pt x="20695" y="18550"/>
                  </a:lnTo>
                  <a:lnTo>
                    <a:pt x="20766" y="18660"/>
                  </a:lnTo>
                  <a:lnTo>
                    <a:pt x="20838" y="18797"/>
                  </a:lnTo>
                  <a:lnTo>
                    <a:pt x="20886" y="18962"/>
                  </a:lnTo>
                  <a:lnTo>
                    <a:pt x="20886" y="20776"/>
                  </a:lnTo>
                  <a:close/>
                  <a:moveTo>
                    <a:pt x="12979" y="11652"/>
                  </a:moveTo>
                  <a:lnTo>
                    <a:pt x="12979" y="11460"/>
                  </a:lnTo>
                  <a:lnTo>
                    <a:pt x="13027" y="11322"/>
                  </a:lnTo>
                  <a:lnTo>
                    <a:pt x="13170" y="11047"/>
                  </a:lnTo>
                  <a:lnTo>
                    <a:pt x="13289" y="10937"/>
                  </a:lnTo>
                  <a:lnTo>
                    <a:pt x="13527" y="10827"/>
                  </a:lnTo>
                  <a:lnTo>
                    <a:pt x="13693" y="10800"/>
                  </a:lnTo>
                  <a:lnTo>
                    <a:pt x="19457" y="10800"/>
                  </a:lnTo>
                  <a:lnTo>
                    <a:pt x="19600" y="10827"/>
                  </a:lnTo>
                  <a:lnTo>
                    <a:pt x="19742" y="10882"/>
                  </a:lnTo>
                  <a:lnTo>
                    <a:pt x="19862" y="10937"/>
                  </a:lnTo>
                  <a:lnTo>
                    <a:pt x="19981" y="11047"/>
                  </a:lnTo>
                  <a:lnTo>
                    <a:pt x="20123" y="11322"/>
                  </a:lnTo>
                  <a:lnTo>
                    <a:pt x="20147" y="11460"/>
                  </a:lnTo>
                  <a:lnTo>
                    <a:pt x="20171" y="11652"/>
                  </a:lnTo>
                  <a:lnTo>
                    <a:pt x="20171" y="17450"/>
                  </a:lnTo>
                  <a:lnTo>
                    <a:pt x="12979" y="17450"/>
                  </a:lnTo>
                  <a:lnTo>
                    <a:pt x="12979" y="11652"/>
                  </a:lnTo>
                  <a:close/>
                  <a:moveTo>
                    <a:pt x="9169" y="10800"/>
                  </a:moveTo>
                  <a:lnTo>
                    <a:pt x="9073" y="10608"/>
                  </a:lnTo>
                  <a:lnTo>
                    <a:pt x="8931" y="10470"/>
                  </a:lnTo>
                  <a:lnTo>
                    <a:pt x="8811" y="10333"/>
                  </a:lnTo>
                  <a:lnTo>
                    <a:pt x="8669" y="10195"/>
                  </a:lnTo>
                  <a:lnTo>
                    <a:pt x="8478" y="10113"/>
                  </a:lnTo>
                  <a:lnTo>
                    <a:pt x="8311" y="10031"/>
                  </a:lnTo>
                  <a:lnTo>
                    <a:pt x="8121" y="10003"/>
                  </a:lnTo>
                  <a:lnTo>
                    <a:pt x="7907" y="9976"/>
                  </a:lnTo>
                  <a:lnTo>
                    <a:pt x="6478" y="9976"/>
                  </a:lnTo>
                  <a:lnTo>
                    <a:pt x="6478" y="9151"/>
                  </a:lnTo>
                  <a:lnTo>
                    <a:pt x="6501" y="8959"/>
                  </a:lnTo>
                  <a:lnTo>
                    <a:pt x="6549" y="8821"/>
                  </a:lnTo>
                  <a:lnTo>
                    <a:pt x="6692" y="8547"/>
                  </a:lnTo>
                  <a:lnTo>
                    <a:pt x="6787" y="8464"/>
                  </a:lnTo>
                  <a:lnTo>
                    <a:pt x="6930" y="8382"/>
                  </a:lnTo>
                  <a:lnTo>
                    <a:pt x="7049" y="8327"/>
                  </a:lnTo>
                  <a:lnTo>
                    <a:pt x="14551" y="8327"/>
                  </a:lnTo>
                  <a:lnTo>
                    <a:pt x="14694" y="8382"/>
                  </a:lnTo>
                  <a:lnTo>
                    <a:pt x="14813" y="8464"/>
                  </a:lnTo>
                  <a:lnTo>
                    <a:pt x="14908" y="8547"/>
                  </a:lnTo>
                  <a:lnTo>
                    <a:pt x="15027" y="8684"/>
                  </a:lnTo>
                  <a:lnTo>
                    <a:pt x="15122" y="8959"/>
                  </a:lnTo>
                  <a:lnTo>
                    <a:pt x="15146" y="9151"/>
                  </a:lnTo>
                  <a:lnTo>
                    <a:pt x="15146" y="9976"/>
                  </a:lnTo>
                  <a:lnTo>
                    <a:pt x="13693" y="9976"/>
                  </a:lnTo>
                  <a:lnTo>
                    <a:pt x="13479" y="10003"/>
                  </a:lnTo>
                  <a:lnTo>
                    <a:pt x="13312" y="10031"/>
                  </a:lnTo>
                  <a:lnTo>
                    <a:pt x="13122" y="10113"/>
                  </a:lnTo>
                  <a:lnTo>
                    <a:pt x="12979" y="10195"/>
                  </a:lnTo>
                  <a:lnTo>
                    <a:pt x="12812" y="10333"/>
                  </a:lnTo>
                  <a:lnTo>
                    <a:pt x="12669" y="10470"/>
                  </a:lnTo>
                  <a:lnTo>
                    <a:pt x="12574" y="10608"/>
                  </a:lnTo>
                  <a:lnTo>
                    <a:pt x="12455" y="10800"/>
                  </a:lnTo>
                  <a:lnTo>
                    <a:pt x="9169" y="10800"/>
                  </a:lnTo>
                  <a:close/>
                  <a:moveTo>
                    <a:pt x="1429" y="17450"/>
                  </a:moveTo>
                  <a:lnTo>
                    <a:pt x="1429" y="11652"/>
                  </a:lnTo>
                  <a:lnTo>
                    <a:pt x="1453" y="11460"/>
                  </a:lnTo>
                  <a:lnTo>
                    <a:pt x="1548" y="11185"/>
                  </a:lnTo>
                  <a:lnTo>
                    <a:pt x="1762" y="10937"/>
                  </a:lnTo>
                  <a:lnTo>
                    <a:pt x="1881" y="10882"/>
                  </a:lnTo>
                  <a:lnTo>
                    <a:pt x="2024" y="10827"/>
                  </a:lnTo>
                  <a:lnTo>
                    <a:pt x="2167" y="10800"/>
                  </a:lnTo>
                  <a:lnTo>
                    <a:pt x="7907" y="10800"/>
                  </a:lnTo>
                  <a:lnTo>
                    <a:pt x="8073" y="10827"/>
                  </a:lnTo>
                  <a:lnTo>
                    <a:pt x="8192" y="10882"/>
                  </a:lnTo>
                  <a:lnTo>
                    <a:pt x="8335" y="10937"/>
                  </a:lnTo>
                  <a:lnTo>
                    <a:pt x="8430" y="11047"/>
                  </a:lnTo>
                  <a:lnTo>
                    <a:pt x="8526" y="11185"/>
                  </a:lnTo>
                  <a:lnTo>
                    <a:pt x="8573" y="11322"/>
                  </a:lnTo>
                  <a:lnTo>
                    <a:pt x="8645" y="11460"/>
                  </a:lnTo>
                  <a:lnTo>
                    <a:pt x="8669" y="11652"/>
                  </a:lnTo>
                  <a:lnTo>
                    <a:pt x="8669" y="17450"/>
                  </a:lnTo>
                  <a:lnTo>
                    <a:pt x="1429" y="17450"/>
                  </a:lnTo>
                  <a:close/>
                  <a:moveTo>
                    <a:pt x="9383" y="20776"/>
                  </a:moveTo>
                  <a:lnTo>
                    <a:pt x="714" y="20776"/>
                  </a:lnTo>
                  <a:lnTo>
                    <a:pt x="714" y="19127"/>
                  </a:lnTo>
                  <a:lnTo>
                    <a:pt x="762" y="18797"/>
                  </a:lnTo>
                  <a:lnTo>
                    <a:pt x="834" y="18660"/>
                  </a:lnTo>
                  <a:lnTo>
                    <a:pt x="953" y="18550"/>
                  </a:lnTo>
                  <a:lnTo>
                    <a:pt x="1048" y="18412"/>
                  </a:lnTo>
                  <a:lnTo>
                    <a:pt x="1143" y="18357"/>
                  </a:lnTo>
                  <a:lnTo>
                    <a:pt x="1310" y="18302"/>
                  </a:lnTo>
                  <a:lnTo>
                    <a:pt x="1429" y="18275"/>
                  </a:lnTo>
                  <a:lnTo>
                    <a:pt x="8669" y="18275"/>
                  </a:lnTo>
                  <a:lnTo>
                    <a:pt x="8788" y="18302"/>
                  </a:lnTo>
                  <a:lnTo>
                    <a:pt x="8931" y="18357"/>
                  </a:lnTo>
                  <a:lnTo>
                    <a:pt x="9050" y="18412"/>
                  </a:lnTo>
                  <a:lnTo>
                    <a:pt x="9169" y="18550"/>
                  </a:lnTo>
                  <a:lnTo>
                    <a:pt x="9240" y="18660"/>
                  </a:lnTo>
                  <a:lnTo>
                    <a:pt x="9312" y="18797"/>
                  </a:lnTo>
                  <a:lnTo>
                    <a:pt x="9359" y="18962"/>
                  </a:lnTo>
                  <a:lnTo>
                    <a:pt x="9383" y="19127"/>
                  </a:lnTo>
                  <a:lnTo>
                    <a:pt x="9383" y="20776"/>
                  </a:lnTo>
                  <a:close/>
                  <a:moveTo>
                    <a:pt x="7192" y="1649"/>
                  </a:moveTo>
                  <a:lnTo>
                    <a:pt x="7240" y="1484"/>
                  </a:lnTo>
                  <a:lnTo>
                    <a:pt x="7264" y="1347"/>
                  </a:lnTo>
                  <a:lnTo>
                    <a:pt x="7335" y="1182"/>
                  </a:lnTo>
                  <a:lnTo>
                    <a:pt x="7406" y="1072"/>
                  </a:lnTo>
                  <a:lnTo>
                    <a:pt x="7645" y="907"/>
                  </a:lnTo>
                  <a:lnTo>
                    <a:pt x="7787" y="824"/>
                  </a:lnTo>
                  <a:lnTo>
                    <a:pt x="13836" y="824"/>
                  </a:lnTo>
                  <a:lnTo>
                    <a:pt x="13979" y="907"/>
                  </a:lnTo>
                  <a:lnTo>
                    <a:pt x="14098" y="989"/>
                  </a:lnTo>
                  <a:lnTo>
                    <a:pt x="14194" y="1072"/>
                  </a:lnTo>
                  <a:lnTo>
                    <a:pt x="14289" y="1182"/>
                  </a:lnTo>
                  <a:lnTo>
                    <a:pt x="14360" y="1347"/>
                  </a:lnTo>
                  <a:lnTo>
                    <a:pt x="14408" y="1484"/>
                  </a:lnTo>
                  <a:lnTo>
                    <a:pt x="14408" y="7502"/>
                  </a:lnTo>
                  <a:lnTo>
                    <a:pt x="7192" y="7502"/>
                  </a:lnTo>
                  <a:lnTo>
                    <a:pt x="7192" y="1649"/>
                  </a:lnTo>
                  <a:close/>
                  <a:moveTo>
                    <a:pt x="20886" y="17698"/>
                  </a:moveTo>
                  <a:lnTo>
                    <a:pt x="20886" y="11460"/>
                  </a:lnTo>
                  <a:lnTo>
                    <a:pt x="20862" y="11295"/>
                  </a:lnTo>
                  <a:lnTo>
                    <a:pt x="20838" y="11157"/>
                  </a:lnTo>
                  <a:lnTo>
                    <a:pt x="20790" y="10992"/>
                  </a:lnTo>
                  <a:lnTo>
                    <a:pt x="20719" y="10855"/>
                  </a:lnTo>
                  <a:lnTo>
                    <a:pt x="20671" y="10690"/>
                  </a:lnTo>
                  <a:lnTo>
                    <a:pt x="20552" y="10580"/>
                  </a:lnTo>
                  <a:lnTo>
                    <a:pt x="20481" y="10470"/>
                  </a:lnTo>
                  <a:lnTo>
                    <a:pt x="20385" y="10360"/>
                  </a:lnTo>
                  <a:lnTo>
                    <a:pt x="20243" y="10250"/>
                  </a:lnTo>
                  <a:lnTo>
                    <a:pt x="20147" y="10168"/>
                  </a:lnTo>
                  <a:lnTo>
                    <a:pt x="20028" y="10113"/>
                  </a:lnTo>
                  <a:lnTo>
                    <a:pt x="19742" y="10003"/>
                  </a:lnTo>
                  <a:lnTo>
                    <a:pt x="19623" y="10003"/>
                  </a:lnTo>
                  <a:lnTo>
                    <a:pt x="19457" y="9976"/>
                  </a:lnTo>
                  <a:lnTo>
                    <a:pt x="15861" y="9976"/>
                  </a:lnTo>
                  <a:lnTo>
                    <a:pt x="15861" y="9151"/>
                  </a:lnTo>
                  <a:lnTo>
                    <a:pt x="15837" y="8904"/>
                  </a:lnTo>
                  <a:lnTo>
                    <a:pt x="15813" y="8711"/>
                  </a:lnTo>
                  <a:lnTo>
                    <a:pt x="15742" y="8492"/>
                  </a:lnTo>
                  <a:lnTo>
                    <a:pt x="15646" y="8327"/>
                  </a:lnTo>
                  <a:lnTo>
                    <a:pt x="15551" y="8134"/>
                  </a:lnTo>
                  <a:lnTo>
                    <a:pt x="15432" y="7969"/>
                  </a:lnTo>
                  <a:lnTo>
                    <a:pt x="15289" y="7805"/>
                  </a:lnTo>
                  <a:lnTo>
                    <a:pt x="15146" y="7695"/>
                  </a:lnTo>
                  <a:lnTo>
                    <a:pt x="15146" y="1649"/>
                  </a:lnTo>
                  <a:lnTo>
                    <a:pt x="15122" y="1484"/>
                  </a:lnTo>
                  <a:lnTo>
                    <a:pt x="15099" y="1347"/>
                  </a:lnTo>
                  <a:lnTo>
                    <a:pt x="15075" y="1154"/>
                  </a:lnTo>
                  <a:lnTo>
                    <a:pt x="15027" y="1017"/>
                  </a:lnTo>
                  <a:lnTo>
                    <a:pt x="14956" y="852"/>
                  </a:lnTo>
                  <a:lnTo>
                    <a:pt x="14884" y="742"/>
                  </a:lnTo>
                  <a:lnTo>
                    <a:pt x="14813" y="605"/>
                  </a:lnTo>
                  <a:lnTo>
                    <a:pt x="14718" y="495"/>
                  </a:lnTo>
                  <a:lnTo>
                    <a:pt x="14598" y="385"/>
                  </a:lnTo>
                  <a:lnTo>
                    <a:pt x="14503" y="275"/>
                  </a:lnTo>
                  <a:lnTo>
                    <a:pt x="14384" y="192"/>
                  </a:lnTo>
                  <a:lnTo>
                    <a:pt x="14241" y="137"/>
                  </a:lnTo>
                  <a:lnTo>
                    <a:pt x="14122" y="82"/>
                  </a:lnTo>
                  <a:lnTo>
                    <a:pt x="13979" y="27"/>
                  </a:lnTo>
                  <a:lnTo>
                    <a:pt x="13836" y="0"/>
                  </a:lnTo>
                  <a:lnTo>
                    <a:pt x="7787" y="0"/>
                  </a:lnTo>
                  <a:lnTo>
                    <a:pt x="7645" y="27"/>
                  </a:lnTo>
                  <a:lnTo>
                    <a:pt x="7359" y="137"/>
                  </a:lnTo>
                  <a:lnTo>
                    <a:pt x="7240" y="192"/>
                  </a:lnTo>
                  <a:lnTo>
                    <a:pt x="7121" y="275"/>
                  </a:lnTo>
                  <a:lnTo>
                    <a:pt x="7002" y="385"/>
                  </a:lnTo>
                  <a:lnTo>
                    <a:pt x="6811" y="605"/>
                  </a:lnTo>
                  <a:lnTo>
                    <a:pt x="6740" y="742"/>
                  </a:lnTo>
                  <a:lnTo>
                    <a:pt x="6668" y="852"/>
                  </a:lnTo>
                  <a:lnTo>
                    <a:pt x="6597" y="1017"/>
                  </a:lnTo>
                  <a:lnTo>
                    <a:pt x="6549" y="1154"/>
                  </a:lnTo>
                  <a:lnTo>
                    <a:pt x="6501" y="1347"/>
                  </a:lnTo>
                  <a:lnTo>
                    <a:pt x="6478" y="1484"/>
                  </a:lnTo>
                  <a:lnTo>
                    <a:pt x="6478" y="7695"/>
                  </a:lnTo>
                  <a:lnTo>
                    <a:pt x="6335" y="7805"/>
                  </a:lnTo>
                  <a:lnTo>
                    <a:pt x="6192" y="7969"/>
                  </a:lnTo>
                  <a:lnTo>
                    <a:pt x="6073" y="8134"/>
                  </a:lnTo>
                  <a:lnTo>
                    <a:pt x="5978" y="8327"/>
                  </a:lnTo>
                  <a:lnTo>
                    <a:pt x="5882" y="8492"/>
                  </a:lnTo>
                  <a:lnTo>
                    <a:pt x="5835" y="8711"/>
                  </a:lnTo>
                  <a:lnTo>
                    <a:pt x="5763" y="8904"/>
                  </a:lnTo>
                  <a:lnTo>
                    <a:pt x="5763" y="9976"/>
                  </a:lnTo>
                  <a:lnTo>
                    <a:pt x="2167" y="9976"/>
                  </a:lnTo>
                  <a:lnTo>
                    <a:pt x="2024" y="10003"/>
                  </a:lnTo>
                  <a:lnTo>
                    <a:pt x="1858" y="10003"/>
                  </a:lnTo>
                  <a:lnTo>
                    <a:pt x="1619" y="10113"/>
                  </a:lnTo>
                  <a:lnTo>
                    <a:pt x="1477" y="10168"/>
                  </a:lnTo>
                  <a:lnTo>
                    <a:pt x="1357" y="10250"/>
                  </a:lnTo>
                  <a:lnTo>
                    <a:pt x="1262" y="10360"/>
                  </a:lnTo>
                  <a:lnTo>
                    <a:pt x="1143" y="10470"/>
                  </a:lnTo>
                  <a:lnTo>
                    <a:pt x="1048" y="10580"/>
                  </a:lnTo>
                  <a:lnTo>
                    <a:pt x="976" y="10690"/>
                  </a:lnTo>
                  <a:lnTo>
                    <a:pt x="905" y="10855"/>
                  </a:lnTo>
                  <a:lnTo>
                    <a:pt x="834" y="10992"/>
                  </a:lnTo>
                  <a:lnTo>
                    <a:pt x="786" y="11157"/>
                  </a:lnTo>
                  <a:lnTo>
                    <a:pt x="738" y="11295"/>
                  </a:lnTo>
                  <a:lnTo>
                    <a:pt x="738" y="11460"/>
                  </a:lnTo>
                  <a:lnTo>
                    <a:pt x="714" y="11652"/>
                  </a:lnTo>
                  <a:lnTo>
                    <a:pt x="714" y="17698"/>
                  </a:lnTo>
                  <a:lnTo>
                    <a:pt x="572" y="17808"/>
                  </a:lnTo>
                  <a:lnTo>
                    <a:pt x="429" y="17945"/>
                  </a:lnTo>
                  <a:lnTo>
                    <a:pt x="310" y="18110"/>
                  </a:lnTo>
                  <a:lnTo>
                    <a:pt x="214" y="18275"/>
                  </a:lnTo>
                  <a:lnTo>
                    <a:pt x="95" y="18467"/>
                  </a:lnTo>
                  <a:lnTo>
                    <a:pt x="48" y="18687"/>
                  </a:lnTo>
                  <a:lnTo>
                    <a:pt x="0" y="19127"/>
                  </a:lnTo>
                  <a:lnTo>
                    <a:pt x="0" y="21270"/>
                  </a:lnTo>
                  <a:lnTo>
                    <a:pt x="24" y="21380"/>
                  </a:lnTo>
                  <a:lnTo>
                    <a:pt x="48" y="21435"/>
                  </a:lnTo>
                  <a:lnTo>
                    <a:pt x="143" y="21545"/>
                  </a:lnTo>
                  <a:lnTo>
                    <a:pt x="238" y="21573"/>
                  </a:lnTo>
                  <a:lnTo>
                    <a:pt x="286" y="21600"/>
                  </a:lnTo>
                  <a:lnTo>
                    <a:pt x="9812" y="21600"/>
                  </a:lnTo>
                  <a:lnTo>
                    <a:pt x="9859" y="21573"/>
                  </a:lnTo>
                  <a:lnTo>
                    <a:pt x="9931" y="21545"/>
                  </a:lnTo>
                  <a:lnTo>
                    <a:pt x="10074" y="21380"/>
                  </a:lnTo>
                  <a:lnTo>
                    <a:pt x="10097" y="21270"/>
                  </a:lnTo>
                  <a:lnTo>
                    <a:pt x="10097" y="19127"/>
                  </a:lnTo>
                  <a:lnTo>
                    <a:pt x="10074" y="18907"/>
                  </a:lnTo>
                  <a:lnTo>
                    <a:pt x="9978" y="18467"/>
                  </a:lnTo>
                  <a:lnTo>
                    <a:pt x="9883" y="18275"/>
                  </a:lnTo>
                  <a:lnTo>
                    <a:pt x="9788" y="18110"/>
                  </a:lnTo>
                  <a:lnTo>
                    <a:pt x="9526" y="17808"/>
                  </a:lnTo>
                  <a:lnTo>
                    <a:pt x="9383" y="17698"/>
                  </a:lnTo>
                  <a:lnTo>
                    <a:pt x="9383" y="11652"/>
                  </a:lnTo>
                  <a:lnTo>
                    <a:pt x="12265" y="11652"/>
                  </a:lnTo>
                  <a:lnTo>
                    <a:pt x="12265" y="17698"/>
                  </a:lnTo>
                  <a:lnTo>
                    <a:pt x="12098" y="17808"/>
                  </a:lnTo>
                  <a:lnTo>
                    <a:pt x="11955" y="17945"/>
                  </a:lnTo>
                  <a:lnTo>
                    <a:pt x="11717" y="18275"/>
                  </a:lnTo>
                  <a:lnTo>
                    <a:pt x="11645" y="18467"/>
                  </a:lnTo>
                  <a:lnTo>
                    <a:pt x="11574" y="18687"/>
                  </a:lnTo>
                  <a:lnTo>
                    <a:pt x="11526" y="19127"/>
                  </a:lnTo>
                  <a:lnTo>
                    <a:pt x="11526" y="21188"/>
                  </a:lnTo>
                  <a:lnTo>
                    <a:pt x="11550" y="21270"/>
                  </a:lnTo>
                  <a:lnTo>
                    <a:pt x="11574" y="21380"/>
                  </a:lnTo>
                  <a:lnTo>
                    <a:pt x="11598" y="21435"/>
                  </a:lnTo>
                  <a:lnTo>
                    <a:pt x="11693" y="21545"/>
                  </a:lnTo>
                  <a:lnTo>
                    <a:pt x="11741" y="21573"/>
                  </a:lnTo>
                  <a:lnTo>
                    <a:pt x="11836" y="21600"/>
                  </a:lnTo>
                  <a:lnTo>
                    <a:pt x="21338" y="21600"/>
                  </a:lnTo>
                  <a:lnTo>
                    <a:pt x="21409" y="21573"/>
                  </a:lnTo>
                  <a:lnTo>
                    <a:pt x="21457" y="21545"/>
                  </a:lnTo>
                  <a:lnTo>
                    <a:pt x="21552" y="21435"/>
                  </a:lnTo>
                  <a:lnTo>
                    <a:pt x="21576" y="21380"/>
                  </a:lnTo>
                  <a:lnTo>
                    <a:pt x="21600" y="21270"/>
                  </a:lnTo>
                  <a:lnTo>
                    <a:pt x="21600" y="18907"/>
                  </a:lnTo>
                  <a:lnTo>
                    <a:pt x="21505" y="18467"/>
                  </a:lnTo>
                  <a:lnTo>
                    <a:pt x="21433" y="18275"/>
                  </a:lnTo>
                  <a:lnTo>
                    <a:pt x="21338" y="18110"/>
                  </a:lnTo>
                  <a:lnTo>
                    <a:pt x="21195" y="17945"/>
                  </a:lnTo>
                  <a:lnTo>
                    <a:pt x="21052" y="17808"/>
                  </a:lnTo>
                  <a:lnTo>
                    <a:pt x="20886" y="17698"/>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53" name="Google Shape;253;p4"/>
            <p:cNvSpPr/>
            <p:nvPr/>
          </p:nvSpPr>
          <p:spPr>
            <a:xfrm>
              <a:off x="242991" y="179602"/>
              <a:ext cx="101424" cy="76069"/>
            </a:xfrm>
            <a:custGeom>
              <a:rect b="b" l="l" r="r" t="t"/>
              <a:pathLst>
                <a:path extrusionOk="0" h="21600" w="21600">
                  <a:moveTo>
                    <a:pt x="18922" y="18020"/>
                  </a:moveTo>
                  <a:lnTo>
                    <a:pt x="2678" y="18020"/>
                  </a:lnTo>
                  <a:lnTo>
                    <a:pt x="2678" y="3580"/>
                  </a:lnTo>
                  <a:lnTo>
                    <a:pt x="18922" y="3580"/>
                  </a:lnTo>
                  <a:lnTo>
                    <a:pt x="18922" y="18020"/>
                  </a:lnTo>
                  <a:close/>
                  <a:moveTo>
                    <a:pt x="20261" y="0"/>
                  </a:moveTo>
                  <a:lnTo>
                    <a:pt x="1071" y="0"/>
                  </a:lnTo>
                  <a:lnTo>
                    <a:pt x="893" y="119"/>
                  </a:lnTo>
                  <a:lnTo>
                    <a:pt x="536" y="239"/>
                  </a:lnTo>
                  <a:lnTo>
                    <a:pt x="357" y="477"/>
                  </a:lnTo>
                  <a:lnTo>
                    <a:pt x="268" y="716"/>
                  </a:lnTo>
                  <a:lnTo>
                    <a:pt x="89" y="955"/>
                  </a:lnTo>
                  <a:lnTo>
                    <a:pt x="0" y="1432"/>
                  </a:lnTo>
                  <a:lnTo>
                    <a:pt x="0" y="20168"/>
                  </a:lnTo>
                  <a:lnTo>
                    <a:pt x="357" y="21123"/>
                  </a:lnTo>
                  <a:lnTo>
                    <a:pt x="536" y="21361"/>
                  </a:lnTo>
                  <a:lnTo>
                    <a:pt x="893" y="21481"/>
                  </a:lnTo>
                  <a:lnTo>
                    <a:pt x="1071" y="21600"/>
                  </a:lnTo>
                  <a:lnTo>
                    <a:pt x="20529" y="21600"/>
                  </a:lnTo>
                  <a:lnTo>
                    <a:pt x="20797" y="21481"/>
                  </a:lnTo>
                  <a:lnTo>
                    <a:pt x="21064" y="21242"/>
                  </a:lnTo>
                  <a:lnTo>
                    <a:pt x="21243" y="21123"/>
                  </a:lnTo>
                  <a:lnTo>
                    <a:pt x="21600" y="20168"/>
                  </a:lnTo>
                  <a:lnTo>
                    <a:pt x="21600" y="1432"/>
                  </a:lnTo>
                  <a:lnTo>
                    <a:pt x="21511" y="955"/>
                  </a:lnTo>
                  <a:lnTo>
                    <a:pt x="21332" y="716"/>
                  </a:lnTo>
                  <a:lnTo>
                    <a:pt x="21243" y="477"/>
                  </a:lnTo>
                  <a:lnTo>
                    <a:pt x="21064" y="239"/>
                  </a:lnTo>
                  <a:lnTo>
                    <a:pt x="20529" y="0"/>
                  </a:lnTo>
                  <a:lnTo>
                    <a:pt x="20261" y="0"/>
                  </a:lnTo>
                  <a:close/>
                </a:path>
              </a:pathLst>
            </a:custGeom>
            <a:solidFill>
              <a:srgbClr val="FFFFFF"/>
            </a:solid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254" name="Google Shape;254;p4"/>
          <p:cNvSpPr txBox="1"/>
          <p:nvPr>
            <p:ph idx="4294967295" type="sldNum"/>
          </p:nvPr>
        </p:nvSpPr>
        <p:spPr>
          <a:xfrm>
            <a:off x="11164941" y="6404312"/>
            <a:ext cx="188857" cy="269199"/>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rgbClr val="888888"/>
                </a:solidFill>
                <a:latin typeface="Quattrocento Sans"/>
                <a:ea typeface="Quattrocento Sans"/>
                <a:cs typeface="Quattrocento Sans"/>
                <a:sym typeface="Quattrocento Sans"/>
              </a:rPr>
              <a:t>‹#›</a:t>
            </a:fld>
            <a:endParaRPr sz="1200">
              <a:solidFill>
                <a:srgbClr val="888888"/>
              </a:solidFill>
              <a:latin typeface="Quattrocento Sans"/>
              <a:ea typeface="Quattrocento Sans"/>
              <a:cs typeface="Quattrocento Sans"/>
              <a:sym typeface="Quattrocento Sans"/>
            </a:endParaRPr>
          </a:p>
        </p:txBody>
      </p:sp>
      <p:pic>
        <p:nvPicPr>
          <p:cNvPr descr="Google Shape;419;p3" id="255" name="Google Shape;255;p4"/>
          <p:cNvPicPr preferRelativeResize="0"/>
          <p:nvPr/>
        </p:nvPicPr>
        <p:blipFill rotWithShape="1">
          <a:blip r:embed="rId3">
            <a:alphaModFix/>
          </a:blip>
          <a:srcRect b="0" l="0" r="0" t="0"/>
          <a:stretch/>
        </p:blipFill>
        <p:spPr>
          <a:xfrm>
            <a:off x="10807655" y="5518153"/>
            <a:ext cx="1314452" cy="838202"/>
          </a:xfrm>
          <a:prstGeom prst="rect">
            <a:avLst/>
          </a:prstGeom>
          <a:noFill/>
          <a:ln>
            <a:noFill/>
          </a:ln>
        </p:spPr>
      </p:pic>
      <p:sp>
        <p:nvSpPr>
          <p:cNvPr id="256" name="Google Shape;256;p4"/>
          <p:cNvSpPr txBox="1"/>
          <p:nvPr/>
        </p:nvSpPr>
        <p:spPr>
          <a:xfrm>
            <a:off x="237224" y="3081326"/>
            <a:ext cx="11354452" cy="369289"/>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57" name="Google Shape;257;p4"/>
          <p:cNvSpPr txBox="1"/>
          <p:nvPr/>
        </p:nvSpPr>
        <p:spPr>
          <a:xfrm>
            <a:off x="1431141" y="1424763"/>
            <a:ext cx="9275845" cy="28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SEO stands for Search Engine Optimization. In the simplest of terms, good SEO optimizes your visibility online. This means that the more people see your website, the more your online traffic increases, and the better your chances to provide your product or service to a greater number of people.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SEO has everything to do with quantity and quality. The better your website is on both the back and front ends, the better traffic you will get, and the more search engines will increase your search rankings. Building SEO works by combining SEO elements using a data-driven approach.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These factors include:</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Keyword analysis</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Backlink building</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Content creation</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58" name="Google Shape;258;p4"/>
          <p:cNvPicPr preferRelativeResize="0"/>
          <p:nvPr/>
        </p:nvPicPr>
        <p:blipFill rotWithShape="1">
          <a:blip r:embed="rId4">
            <a:alphaModFix/>
          </a:blip>
          <a:srcRect b="0" l="0" r="0" t="0"/>
          <a:stretch/>
        </p:blipFill>
        <p:spPr>
          <a:xfrm>
            <a:off x="5127331" y="3348781"/>
            <a:ext cx="4176158" cy="350921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5"/>
          <p:cNvSpPr/>
          <p:nvPr/>
        </p:nvSpPr>
        <p:spPr>
          <a:xfrm>
            <a:off x="0" y="266700"/>
            <a:ext cx="12192000" cy="55245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64" name="Google Shape;264;p5"/>
          <p:cNvSpPr txBox="1"/>
          <p:nvPr/>
        </p:nvSpPr>
        <p:spPr>
          <a:xfrm>
            <a:off x="1285876" y="327481"/>
            <a:ext cx="9636000" cy="431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Century Gothic"/>
                <a:ea typeface="Century Gothic"/>
                <a:cs typeface="Century Gothic"/>
                <a:sym typeface="Century Gothic"/>
              </a:rPr>
              <a:t>What was Swarnavihar Oldage Homes Looking for?</a:t>
            </a:r>
            <a:endParaRPr b="1" i="0" sz="2800" u="none" cap="none" strike="noStrike">
              <a:solidFill>
                <a:schemeClr val="lt1"/>
              </a:solidFill>
              <a:latin typeface="Century Gothic"/>
              <a:ea typeface="Century Gothic"/>
              <a:cs typeface="Century Gothic"/>
              <a:sym typeface="Century Gothic"/>
            </a:endParaRPr>
          </a:p>
        </p:txBody>
      </p:sp>
      <p:sp>
        <p:nvSpPr>
          <p:cNvPr id="265" name="Google Shape;26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C:\Users\Admin\Downloads\logo (2).png" id="266" name="Google Shape;266;p5"/>
          <p:cNvPicPr preferRelativeResize="0"/>
          <p:nvPr/>
        </p:nvPicPr>
        <p:blipFill rotWithShape="1">
          <a:blip r:embed="rId3">
            <a:alphaModFix/>
          </a:blip>
          <a:srcRect b="0" l="0" r="0" t="0"/>
          <a:stretch/>
        </p:blipFill>
        <p:spPr>
          <a:xfrm>
            <a:off x="10737606" y="5569228"/>
            <a:ext cx="1314450" cy="838200"/>
          </a:xfrm>
          <a:prstGeom prst="rect">
            <a:avLst/>
          </a:prstGeom>
          <a:noFill/>
          <a:ln>
            <a:noFill/>
          </a:ln>
        </p:spPr>
      </p:pic>
      <p:pic>
        <p:nvPicPr>
          <p:cNvPr id="267" name="Google Shape;267;p5"/>
          <p:cNvPicPr preferRelativeResize="0"/>
          <p:nvPr/>
        </p:nvPicPr>
        <p:blipFill rotWithShape="1">
          <a:blip r:embed="rId4">
            <a:alphaModFix/>
          </a:blip>
          <a:srcRect b="0" l="0" r="0" t="0"/>
          <a:stretch/>
        </p:blipFill>
        <p:spPr>
          <a:xfrm>
            <a:off x="0" y="1308351"/>
            <a:ext cx="12192000" cy="3517417"/>
          </a:xfrm>
          <a:prstGeom prst="rect">
            <a:avLst/>
          </a:prstGeom>
          <a:noFill/>
          <a:ln>
            <a:noFill/>
          </a:ln>
        </p:spPr>
      </p:pic>
      <p:sp>
        <p:nvSpPr>
          <p:cNvPr id="268" name="Google Shape;268;p5"/>
          <p:cNvSpPr txBox="1"/>
          <p:nvPr/>
        </p:nvSpPr>
        <p:spPr>
          <a:xfrm>
            <a:off x="1839433" y="5569228"/>
            <a:ext cx="6358200" cy="7710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 </a:t>
            </a:r>
            <a:r>
              <a:rPr b="1" lang="en-US"/>
              <a:t>Increase organic traffic to the website.</a:t>
            </a:r>
            <a:endParaRPr b="1"/>
          </a:p>
          <a:p>
            <a:pPr indent="-298450" lvl="0" marL="457200" rtl="0" algn="l">
              <a:lnSpc>
                <a:spcPct val="115000"/>
              </a:lnSpc>
              <a:spcBef>
                <a:spcPts val="0"/>
              </a:spcBef>
              <a:spcAft>
                <a:spcPts val="0"/>
              </a:spcAft>
              <a:buClr>
                <a:schemeClr val="dk1"/>
              </a:buClr>
              <a:buSzPts val="1100"/>
              <a:buChar char="❑"/>
            </a:pPr>
            <a:r>
              <a:rPr b="1" lang="en-US"/>
              <a:t>Improve keyword rankings.</a:t>
            </a:r>
            <a:endParaRPr b="1"/>
          </a:p>
          <a:p>
            <a:pPr indent="-298450" lvl="0" marL="457200" rtl="0" algn="l">
              <a:lnSpc>
                <a:spcPct val="115000"/>
              </a:lnSpc>
              <a:spcBef>
                <a:spcPts val="0"/>
              </a:spcBef>
              <a:spcAft>
                <a:spcPts val="0"/>
              </a:spcAft>
              <a:buClr>
                <a:schemeClr val="dk1"/>
              </a:buClr>
              <a:buSzPts val="1100"/>
              <a:buChar char="❑"/>
            </a:pPr>
            <a:r>
              <a:rPr b="1" lang="en-US"/>
              <a:t>Generate more organic leads.</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31af8622fb0_0_0"/>
          <p:cNvSpPr/>
          <p:nvPr/>
        </p:nvSpPr>
        <p:spPr>
          <a:xfrm>
            <a:off x="0" y="266700"/>
            <a:ext cx="12192000" cy="5526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74" name="Google Shape;274;g31af8622fb0_0_0"/>
          <p:cNvSpPr txBox="1"/>
          <p:nvPr/>
        </p:nvSpPr>
        <p:spPr>
          <a:xfrm>
            <a:off x="1285876" y="327481"/>
            <a:ext cx="9636000" cy="431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lang="en-US" sz="2800">
                <a:solidFill>
                  <a:schemeClr val="lt1"/>
                </a:solidFill>
                <a:latin typeface="Century Gothic"/>
                <a:ea typeface="Century Gothic"/>
                <a:cs typeface="Century Gothic"/>
                <a:sym typeface="Century Gothic"/>
              </a:rPr>
              <a:t>Problem Statement</a:t>
            </a:r>
            <a:endParaRPr sz="2800">
              <a:solidFill>
                <a:schemeClr val="lt1"/>
              </a:solidFill>
              <a:latin typeface="Century Gothic"/>
              <a:ea typeface="Century Gothic"/>
              <a:cs typeface="Century Gothic"/>
              <a:sym typeface="Century Gothic"/>
            </a:endParaRPr>
          </a:p>
        </p:txBody>
      </p:sp>
      <p:sp>
        <p:nvSpPr>
          <p:cNvPr id="275" name="Google Shape;275;g31af8622fb0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C:\Users\Admin\Downloads\logo (2).png" id="276" name="Google Shape;276;g31af8622fb0_0_0"/>
          <p:cNvPicPr preferRelativeResize="0"/>
          <p:nvPr/>
        </p:nvPicPr>
        <p:blipFill rotWithShape="1">
          <a:blip r:embed="rId3">
            <a:alphaModFix/>
          </a:blip>
          <a:srcRect b="0" l="0" r="0" t="0"/>
          <a:stretch/>
        </p:blipFill>
        <p:spPr>
          <a:xfrm>
            <a:off x="10737606" y="5569228"/>
            <a:ext cx="1314450" cy="838200"/>
          </a:xfrm>
          <a:prstGeom prst="rect">
            <a:avLst/>
          </a:prstGeom>
          <a:noFill/>
          <a:ln>
            <a:noFill/>
          </a:ln>
        </p:spPr>
      </p:pic>
      <p:pic>
        <p:nvPicPr>
          <p:cNvPr id="277" name="Google Shape;277;g31af8622fb0_0_0"/>
          <p:cNvPicPr preferRelativeResize="0"/>
          <p:nvPr/>
        </p:nvPicPr>
        <p:blipFill>
          <a:blip r:embed="rId4">
            <a:alphaModFix/>
          </a:blip>
          <a:stretch>
            <a:fillRect/>
          </a:stretch>
        </p:blipFill>
        <p:spPr>
          <a:xfrm>
            <a:off x="152400" y="971700"/>
            <a:ext cx="5797611" cy="5733901"/>
          </a:xfrm>
          <a:prstGeom prst="rect">
            <a:avLst/>
          </a:prstGeom>
          <a:noFill/>
          <a:ln>
            <a:noFill/>
          </a:ln>
        </p:spPr>
      </p:pic>
      <p:pic>
        <p:nvPicPr>
          <p:cNvPr id="278" name="Google Shape;278;g31af8622fb0_0_0"/>
          <p:cNvPicPr preferRelativeResize="0"/>
          <p:nvPr/>
        </p:nvPicPr>
        <p:blipFill>
          <a:blip r:embed="rId5">
            <a:alphaModFix/>
          </a:blip>
          <a:stretch>
            <a:fillRect/>
          </a:stretch>
        </p:blipFill>
        <p:spPr>
          <a:xfrm>
            <a:off x="420404" y="1318325"/>
            <a:ext cx="1190250" cy="1190250"/>
          </a:xfrm>
          <a:prstGeom prst="rect">
            <a:avLst/>
          </a:prstGeom>
          <a:noFill/>
          <a:ln>
            <a:noFill/>
          </a:ln>
        </p:spPr>
      </p:pic>
      <p:sp>
        <p:nvSpPr>
          <p:cNvPr id="279" name="Google Shape;279;g31af8622fb0_0_0"/>
          <p:cNvSpPr txBox="1"/>
          <p:nvPr/>
        </p:nvSpPr>
        <p:spPr>
          <a:xfrm>
            <a:off x="737696" y="2932475"/>
            <a:ext cx="4933200" cy="15477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b="1" lang="en-US" sz="1900">
                <a:solidFill>
                  <a:schemeClr val="dk1"/>
                </a:solidFill>
              </a:rPr>
              <a:t>Out of 19 targeted keywords, only 4 ranked on the first page, with limited progress over four months</a:t>
            </a:r>
            <a:endParaRPr b="1" sz="1900">
              <a:solidFill>
                <a:schemeClr val="dk1"/>
              </a:solidFill>
            </a:endParaRPr>
          </a:p>
          <a:p>
            <a:pPr indent="0" lvl="0" marL="0" marR="0" rtl="0" algn="l">
              <a:lnSpc>
                <a:spcPct val="100000"/>
              </a:lnSpc>
              <a:spcBef>
                <a:spcPts val="1200"/>
              </a:spcBef>
              <a:spcAft>
                <a:spcPts val="0"/>
              </a:spcAft>
              <a:buNone/>
            </a:pPr>
            <a:r>
              <a:t/>
            </a:r>
            <a:endParaRPr sz="1900"/>
          </a:p>
        </p:txBody>
      </p:sp>
      <p:pic>
        <p:nvPicPr>
          <p:cNvPr id="280" name="Google Shape;280;g31af8622fb0_0_0"/>
          <p:cNvPicPr preferRelativeResize="0"/>
          <p:nvPr/>
        </p:nvPicPr>
        <p:blipFill>
          <a:blip r:embed="rId4">
            <a:alphaModFix/>
          </a:blip>
          <a:stretch>
            <a:fillRect/>
          </a:stretch>
        </p:blipFill>
        <p:spPr>
          <a:xfrm>
            <a:off x="6023925" y="971700"/>
            <a:ext cx="5797601" cy="5733901"/>
          </a:xfrm>
          <a:prstGeom prst="rect">
            <a:avLst/>
          </a:prstGeom>
          <a:noFill/>
          <a:ln>
            <a:noFill/>
          </a:ln>
        </p:spPr>
      </p:pic>
      <p:pic>
        <p:nvPicPr>
          <p:cNvPr id="281" name="Google Shape;281;g31af8622fb0_0_0"/>
          <p:cNvPicPr preferRelativeResize="0"/>
          <p:nvPr/>
        </p:nvPicPr>
        <p:blipFill>
          <a:blip r:embed="rId6">
            <a:alphaModFix/>
          </a:blip>
          <a:stretch>
            <a:fillRect/>
          </a:stretch>
        </p:blipFill>
        <p:spPr>
          <a:xfrm>
            <a:off x="6233850" y="1318324"/>
            <a:ext cx="1190250" cy="1196249"/>
          </a:xfrm>
          <a:prstGeom prst="rect">
            <a:avLst/>
          </a:prstGeom>
          <a:noFill/>
          <a:ln>
            <a:noFill/>
          </a:ln>
        </p:spPr>
      </p:pic>
      <p:sp>
        <p:nvSpPr>
          <p:cNvPr id="282" name="Google Shape;282;g31af8622fb0_0_0"/>
          <p:cNvSpPr txBox="1"/>
          <p:nvPr/>
        </p:nvSpPr>
        <p:spPr>
          <a:xfrm>
            <a:off x="6456121" y="3061175"/>
            <a:ext cx="4933200" cy="1262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1900">
                <a:solidFill>
                  <a:schemeClr val="dk1"/>
                </a:solidFill>
              </a:rPr>
              <a:t>Technical and content issues were causing poor indexing and crawlability of service pages.</a:t>
            </a:r>
            <a:endParaRPr b="1" sz="1900">
              <a:solidFill>
                <a:schemeClr val="dk1"/>
              </a:solidFill>
            </a:endParaRPr>
          </a:p>
          <a:p>
            <a:pPr indent="0" lvl="0" marL="0" marR="0" rtl="0" algn="l">
              <a:lnSpc>
                <a:spcPct val="100000"/>
              </a:lnSpc>
              <a:spcBef>
                <a:spcPts val="0"/>
              </a:spcBef>
              <a:spcAft>
                <a:spcPts val="0"/>
              </a:spcAft>
              <a:buNone/>
            </a:pPr>
            <a:r>
              <a:t/>
            </a:r>
            <a:endParaRPr b="1" sz="19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6"/>
          <p:cNvSpPr/>
          <p:nvPr/>
        </p:nvSpPr>
        <p:spPr>
          <a:xfrm>
            <a:off x="0" y="266700"/>
            <a:ext cx="12192000" cy="55245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nvGrpSpPr>
          <p:cNvPr id="288" name="Google Shape;288;p6"/>
          <p:cNvGrpSpPr/>
          <p:nvPr/>
        </p:nvGrpSpPr>
        <p:grpSpPr>
          <a:xfrm>
            <a:off x="271463" y="171450"/>
            <a:ext cx="790575" cy="742950"/>
            <a:chOff x="11182350" y="171450"/>
            <a:chExt cx="790575" cy="742950"/>
          </a:xfrm>
        </p:grpSpPr>
        <p:sp>
          <p:nvSpPr>
            <p:cNvPr id="289" name="Google Shape;289;p6"/>
            <p:cNvSpPr/>
            <p:nvPr/>
          </p:nvSpPr>
          <p:spPr>
            <a:xfrm>
              <a:off x="11182350" y="171450"/>
              <a:ext cx="742950" cy="742950"/>
            </a:xfrm>
            <a:prstGeom prst="rect">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90" name="Google Shape;290;p6"/>
            <p:cNvSpPr/>
            <p:nvPr/>
          </p:nvSpPr>
          <p:spPr>
            <a:xfrm>
              <a:off x="11925300" y="171450"/>
              <a:ext cx="47625" cy="9525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91" name="Google Shape;291;p6"/>
            <p:cNvSpPr/>
            <p:nvPr/>
          </p:nvSpPr>
          <p:spPr>
            <a:xfrm flipH="1" rot="10800000">
              <a:off x="11925300" y="819150"/>
              <a:ext cx="47625" cy="9525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sp>
        <p:nvSpPr>
          <p:cNvPr id="292" name="Google Shape;292;p6"/>
          <p:cNvSpPr txBox="1"/>
          <p:nvPr/>
        </p:nvSpPr>
        <p:spPr>
          <a:xfrm>
            <a:off x="1285876" y="327481"/>
            <a:ext cx="9636000" cy="431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Century Gothic"/>
                <a:ea typeface="Century Gothic"/>
                <a:cs typeface="Century Gothic"/>
                <a:sym typeface="Century Gothic"/>
              </a:rPr>
              <a:t>What Brainmine Provide Swarnavihar Oldage Homes </a:t>
            </a:r>
            <a:endParaRPr b="0" i="0" sz="2800" u="none" cap="none" strike="noStrike">
              <a:solidFill>
                <a:schemeClr val="lt1"/>
              </a:solidFill>
              <a:latin typeface="Century Gothic"/>
              <a:ea typeface="Century Gothic"/>
              <a:cs typeface="Century Gothic"/>
              <a:sym typeface="Century Gothic"/>
            </a:endParaRPr>
          </a:p>
        </p:txBody>
      </p:sp>
      <p:grpSp>
        <p:nvGrpSpPr>
          <p:cNvPr id="293" name="Google Shape;293;p6"/>
          <p:cNvGrpSpPr/>
          <p:nvPr/>
        </p:nvGrpSpPr>
        <p:grpSpPr>
          <a:xfrm>
            <a:off x="451715" y="377056"/>
            <a:ext cx="382447" cy="331736"/>
            <a:chOff x="304800" y="822325"/>
            <a:chExt cx="287338" cy="249238"/>
          </a:xfrm>
        </p:grpSpPr>
        <p:sp>
          <p:nvSpPr>
            <p:cNvPr id="294" name="Google Shape;294;p6"/>
            <p:cNvSpPr/>
            <p:nvPr/>
          </p:nvSpPr>
          <p:spPr>
            <a:xfrm>
              <a:off x="333375" y="957263"/>
              <a:ext cx="76200" cy="57150"/>
            </a:xfrm>
            <a:custGeom>
              <a:rect b="b" l="l" r="r" t="t"/>
              <a:pathLst>
                <a:path extrusionOk="0" h="181" w="241">
                  <a:moveTo>
                    <a:pt x="211" y="151"/>
                  </a:moveTo>
                  <a:lnTo>
                    <a:pt x="30" y="151"/>
                  </a:lnTo>
                  <a:lnTo>
                    <a:pt x="30" y="30"/>
                  </a:lnTo>
                  <a:lnTo>
                    <a:pt x="211" y="30"/>
                  </a:lnTo>
                  <a:lnTo>
                    <a:pt x="211" y="151"/>
                  </a:lnTo>
                  <a:close/>
                  <a:moveTo>
                    <a:pt x="226" y="0"/>
                  </a:moveTo>
                  <a:lnTo>
                    <a:pt x="15" y="0"/>
                  </a:lnTo>
                  <a:lnTo>
                    <a:pt x="12" y="0"/>
                  </a:lnTo>
                  <a:lnTo>
                    <a:pt x="9" y="1"/>
                  </a:lnTo>
                  <a:lnTo>
                    <a:pt x="7" y="2"/>
                  </a:lnTo>
                  <a:lnTo>
                    <a:pt x="4" y="4"/>
                  </a:lnTo>
                  <a:lnTo>
                    <a:pt x="2" y="6"/>
                  </a:lnTo>
                  <a:lnTo>
                    <a:pt x="1" y="8"/>
                  </a:lnTo>
                  <a:lnTo>
                    <a:pt x="0" y="12"/>
                  </a:lnTo>
                  <a:lnTo>
                    <a:pt x="0" y="15"/>
                  </a:lnTo>
                  <a:lnTo>
                    <a:pt x="0" y="166"/>
                  </a:lnTo>
                  <a:lnTo>
                    <a:pt x="0" y="169"/>
                  </a:lnTo>
                  <a:lnTo>
                    <a:pt x="1" y="171"/>
                  </a:lnTo>
                  <a:lnTo>
                    <a:pt x="2" y="175"/>
                  </a:lnTo>
                  <a:lnTo>
                    <a:pt x="4" y="177"/>
                  </a:lnTo>
                  <a:lnTo>
                    <a:pt x="7" y="179"/>
                  </a:lnTo>
                  <a:lnTo>
                    <a:pt x="9" y="180"/>
                  </a:lnTo>
                  <a:lnTo>
                    <a:pt x="12" y="181"/>
                  </a:lnTo>
                  <a:lnTo>
                    <a:pt x="15" y="181"/>
                  </a:lnTo>
                  <a:lnTo>
                    <a:pt x="226" y="181"/>
                  </a:lnTo>
                  <a:lnTo>
                    <a:pt x="230" y="181"/>
                  </a:lnTo>
                  <a:lnTo>
                    <a:pt x="233" y="180"/>
                  </a:lnTo>
                  <a:lnTo>
                    <a:pt x="235" y="178"/>
                  </a:lnTo>
                  <a:lnTo>
                    <a:pt x="237" y="177"/>
                  </a:lnTo>
                  <a:lnTo>
                    <a:pt x="239" y="175"/>
                  </a:lnTo>
                  <a:lnTo>
                    <a:pt x="240" y="171"/>
                  </a:lnTo>
                  <a:lnTo>
                    <a:pt x="241" y="169"/>
                  </a:lnTo>
                  <a:lnTo>
                    <a:pt x="241" y="166"/>
                  </a:lnTo>
                  <a:lnTo>
                    <a:pt x="241" y="15"/>
                  </a:lnTo>
                  <a:lnTo>
                    <a:pt x="241" y="12"/>
                  </a:lnTo>
                  <a:lnTo>
                    <a:pt x="240" y="8"/>
                  </a:lnTo>
                  <a:lnTo>
                    <a:pt x="239" y="6"/>
                  </a:lnTo>
                  <a:lnTo>
                    <a:pt x="237" y="4"/>
                  </a:lnTo>
                  <a:lnTo>
                    <a:pt x="235" y="2"/>
                  </a:lnTo>
                  <a:lnTo>
                    <a:pt x="233" y="1"/>
                  </a:lnTo>
                  <a:lnTo>
                    <a:pt x="230" y="0"/>
                  </a:lnTo>
                  <a:lnTo>
                    <a:pt x="2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95" name="Google Shape;295;p6"/>
            <p:cNvSpPr/>
            <p:nvPr/>
          </p:nvSpPr>
          <p:spPr>
            <a:xfrm>
              <a:off x="409575" y="841375"/>
              <a:ext cx="77788" cy="57150"/>
            </a:xfrm>
            <a:custGeom>
              <a:rect b="b" l="l" r="r" t="t"/>
              <a:pathLst>
                <a:path extrusionOk="0" h="182" w="243">
                  <a:moveTo>
                    <a:pt x="213" y="152"/>
                  </a:moveTo>
                  <a:lnTo>
                    <a:pt x="32" y="152"/>
                  </a:lnTo>
                  <a:lnTo>
                    <a:pt x="32" y="30"/>
                  </a:lnTo>
                  <a:lnTo>
                    <a:pt x="213" y="30"/>
                  </a:lnTo>
                  <a:lnTo>
                    <a:pt x="213" y="152"/>
                  </a:lnTo>
                  <a:close/>
                  <a:moveTo>
                    <a:pt x="228" y="0"/>
                  </a:moveTo>
                  <a:lnTo>
                    <a:pt x="15" y="0"/>
                  </a:lnTo>
                  <a:lnTo>
                    <a:pt x="13" y="0"/>
                  </a:lnTo>
                  <a:lnTo>
                    <a:pt x="10" y="1"/>
                  </a:lnTo>
                  <a:lnTo>
                    <a:pt x="8" y="3"/>
                  </a:lnTo>
                  <a:lnTo>
                    <a:pt x="6" y="5"/>
                  </a:lnTo>
                  <a:lnTo>
                    <a:pt x="4" y="7"/>
                  </a:lnTo>
                  <a:lnTo>
                    <a:pt x="2" y="10"/>
                  </a:lnTo>
                  <a:lnTo>
                    <a:pt x="2" y="12"/>
                  </a:lnTo>
                  <a:lnTo>
                    <a:pt x="0" y="15"/>
                  </a:lnTo>
                  <a:lnTo>
                    <a:pt x="0" y="167"/>
                  </a:lnTo>
                  <a:lnTo>
                    <a:pt x="2" y="170"/>
                  </a:lnTo>
                  <a:lnTo>
                    <a:pt x="2" y="173"/>
                  </a:lnTo>
                  <a:lnTo>
                    <a:pt x="4" y="175"/>
                  </a:lnTo>
                  <a:lnTo>
                    <a:pt x="6" y="177"/>
                  </a:lnTo>
                  <a:lnTo>
                    <a:pt x="8" y="179"/>
                  </a:lnTo>
                  <a:lnTo>
                    <a:pt x="10" y="180"/>
                  </a:lnTo>
                  <a:lnTo>
                    <a:pt x="13" y="182"/>
                  </a:lnTo>
                  <a:lnTo>
                    <a:pt x="15" y="182"/>
                  </a:lnTo>
                  <a:lnTo>
                    <a:pt x="228" y="182"/>
                  </a:lnTo>
                  <a:lnTo>
                    <a:pt x="231" y="182"/>
                  </a:lnTo>
                  <a:lnTo>
                    <a:pt x="233" y="180"/>
                  </a:lnTo>
                  <a:lnTo>
                    <a:pt x="236" y="179"/>
                  </a:lnTo>
                  <a:lnTo>
                    <a:pt x="239" y="177"/>
                  </a:lnTo>
                  <a:lnTo>
                    <a:pt x="241" y="175"/>
                  </a:lnTo>
                  <a:lnTo>
                    <a:pt x="242" y="173"/>
                  </a:lnTo>
                  <a:lnTo>
                    <a:pt x="243" y="170"/>
                  </a:lnTo>
                  <a:lnTo>
                    <a:pt x="243" y="167"/>
                  </a:lnTo>
                  <a:lnTo>
                    <a:pt x="243" y="15"/>
                  </a:lnTo>
                  <a:lnTo>
                    <a:pt x="243" y="12"/>
                  </a:lnTo>
                  <a:lnTo>
                    <a:pt x="242" y="10"/>
                  </a:lnTo>
                  <a:lnTo>
                    <a:pt x="241" y="7"/>
                  </a:lnTo>
                  <a:lnTo>
                    <a:pt x="239" y="5"/>
                  </a:lnTo>
                  <a:lnTo>
                    <a:pt x="236" y="4"/>
                  </a:lnTo>
                  <a:lnTo>
                    <a:pt x="233" y="1"/>
                  </a:lnTo>
                  <a:lnTo>
                    <a:pt x="231" y="0"/>
                  </a:lnTo>
                  <a:lnTo>
                    <a:pt x="228"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96" name="Google Shape;296;p6"/>
            <p:cNvSpPr/>
            <p:nvPr/>
          </p:nvSpPr>
          <p:spPr>
            <a:xfrm>
              <a:off x="304800" y="822325"/>
              <a:ext cx="287338" cy="249238"/>
            </a:xfrm>
            <a:custGeom>
              <a:rect b="b" l="l" r="r" t="t"/>
              <a:pathLst>
                <a:path extrusionOk="0" h="786" w="907">
                  <a:moveTo>
                    <a:pt x="877" y="756"/>
                  </a:moveTo>
                  <a:lnTo>
                    <a:pt x="515" y="756"/>
                  </a:lnTo>
                  <a:lnTo>
                    <a:pt x="515" y="696"/>
                  </a:lnTo>
                  <a:lnTo>
                    <a:pt x="515" y="690"/>
                  </a:lnTo>
                  <a:lnTo>
                    <a:pt x="517" y="684"/>
                  </a:lnTo>
                  <a:lnTo>
                    <a:pt x="520" y="679"/>
                  </a:lnTo>
                  <a:lnTo>
                    <a:pt x="523" y="675"/>
                  </a:lnTo>
                  <a:lnTo>
                    <a:pt x="528" y="670"/>
                  </a:lnTo>
                  <a:lnTo>
                    <a:pt x="533" y="668"/>
                  </a:lnTo>
                  <a:lnTo>
                    <a:pt x="538" y="666"/>
                  </a:lnTo>
                  <a:lnTo>
                    <a:pt x="545" y="665"/>
                  </a:lnTo>
                  <a:lnTo>
                    <a:pt x="847" y="665"/>
                  </a:lnTo>
                  <a:lnTo>
                    <a:pt x="854" y="666"/>
                  </a:lnTo>
                  <a:lnTo>
                    <a:pt x="859" y="668"/>
                  </a:lnTo>
                  <a:lnTo>
                    <a:pt x="864" y="670"/>
                  </a:lnTo>
                  <a:lnTo>
                    <a:pt x="869" y="675"/>
                  </a:lnTo>
                  <a:lnTo>
                    <a:pt x="872" y="679"/>
                  </a:lnTo>
                  <a:lnTo>
                    <a:pt x="875" y="684"/>
                  </a:lnTo>
                  <a:lnTo>
                    <a:pt x="877" y="690"/>
                  </a:lnTo>
                  <a:lnTo>
                    <a:pt x="877" y="696"/>
                  </a:lnTo>
                  <a:lnTo>
                    <a:pt x="877" y="756"/>
                  </a:lnTo>
                  <a:close/>
                  <a:moveTo>
                    <a:pt x="545" y="424"/>
                  </a:moveTo>
                  <a:lnTo>
                    <a:pt x="545" y="417"/>
                  </a:lnTo>
                  <a:lnTo>
                    <a:pt x="547" y="412"/>
                  </a:lnTo>
                  <a:lnTo>
                    <a:pt x="550" y="407"/>
                  </a:lnTo>
                  <a:lnTo>
                    <a:pt x="553" y="402"/>
                  </a:lnTo>
                  <a:lnTo>
                    <a:pt x="558" y="398"/>
                  </a:lnTo>
                  <a:lnTo>
                    <a:pt x="563" y="396"/>
                  </a:lnTo>
                  <a:lnTo>
                    <a:pt x="568" y="394"/>
                  </a:lnTo>
                  <a:lnTo>
                    <a:pt x="575" y="393"/>
                  </a:lnTo>
                  <a:lnTo>
                    <a:pt x="817" y="393"/>
                  </a:lnTo>
                  <a:lnTo>
                    <a:pt x="823" y="394"/>
                  </a:lnTo>
                  <a:lnTo>
                    <a:pt x="829" y="396"/>
                  </a:lnTo>
                  <a:lnTo>
                    <a:pt x="834" y="398"/>
                  </a:lnTo>
                  <a:lnTo>
                    <a:pt x="839" y="402"/>
                  </a:lnTo>
                  <a:lnTo>
                    <a:pt x="842" y="407"/>
                  </a:lnTo>
                  <a:lnTo>
                    <a:pt x="845" y="412"/>
                  </a:lnTo>
                  <a:lnTo>
                    <a:pt x="846" y="417"/>
                  </a:lnTo>
                  <a:lnTo>
                    <a:pt x="847" y="424"/>
                  </a:lnTo>
                  <a:lnTo>
                    <a:pt x="847" y="635"/>
                  </a:lnTo>
                  <a:lnTo>
                    <a:pt x="545" y="635"/>
                  </a:lnTo>
                  <a:lnTo>
                    <a:pt x="545" y="424"/>
                  </a:lnTo>
                  <a:close/>
                  <a:moveTo>
                    <a:pt x="385" y="393"/>
                  </a:moveTo>
                  <a:lnTo>
                    <a:pt x="381" y="386"/>
                  </a:lnTo>
                  <a:lnTo>
                    <a:pt x="375" y="381"/>
                  </a:lnTo>
                  <a:lnTo>
                    <a:pt x="370" y="376"/>
                  </a:lnTo>
                  <a:lnTo>
                    <a:pt x="364" y="371"/>
                  </a:lnTo>
                  <a:lnTo>
                    <a:pt x="356" y="368"/>
                  </a:lnTo>
                  <a:lnTo>
                    <a:pt x="349" y="365"/>
                  </a:lnTo>
                  <a:lnTo>
                    <a:pt x="341" y="364"/>
                  </a:lnTo>
                  <a:lnTo>
                    <a:pt x="332" y="363"/>
                  </a:lnTo>
                  <a:lnTo>
                    <a:pt x="272" y="363"/>
                  </a:lnTo>
                  <a:lnTo>
                    <a:pt x="272" y="333"/>
                  </a:lnTo>
                  <a:lnTo>
                    <a:pt x="273" y="326"/>
                  </a:lnTo>
                  <a:lnTo>
                    <a:pt x="275" y="321"/>
                  </a:lnTo>
                  <a:lnTo>
                    <a:pt x="278" y="316"/>
                  </a:lnTo>
                  <a:lnTo>
                    <a:pt x="281" y="311"/>
                  </a:lnTo>
                  <a:lnTo>
                    <a:pt x="285" y="308"/>
                  </a:lnTo>
                  <a:lnTo>
                    <a:pt x="291" y="305"/>
                  </a:lnTo>
                  <a:lnTo>
                    <a:pt x="296" y="303"/>
                  </a:lnTo>
                  <a:lnTo>
                    <a:pt x="302" y="303"/>
                  </a:lnTo>
                  <a:lnTo>
                    <a:pt x="605" y="303"/>
                  </a:lnTo>
                  <a:lnTo>
                    <a:pt x="611" y="303"/>
                  </a:lnTo>
                  <a:lnTo>
                    <a:pt x="617" y="305"/>
                  </a:lnTo>
                  <a:lnTo>
                    <a:pt x="622" y="308"/>
                  </a:lnTo>
                  <a:lnTo>
                    <a:pt x="626" y="311"/>
                  </a:lnTo>
                  <a:lnTo>
                    <a:pt x="631" y="316"/>
                  </a:lnTo>
                  <a:lnTo>
                    <a:pt x="633" y="321"/>
                  </a:lnTo>
                  <a:lnTo>
                    <a:pt x="635" y="326"/>
                  </a:lnTo>
                  <a:lnTo>
                    <a:pt x="636" y="333"/>
                  </a:lnTo>
                  <a:lnTo>
                    <a:pt x="636" y="363"/>
                  </a:lnTo>
                  <a:lnTo>
                    <a:pt x="575" y="363"/>
                  </a:lnTo>
                  <a:lnTo>
                    <a:pt x="566" y="364"/>
                  </a:lnTo>
                  <a:lnTo>
                    <a:pt x="559" y="365"/>
                  </a:lnTo>
                  <a:lnTo>
                    <a:pt x="551" y="368"/>
                  </a:lnTo>
                  <a:lnTo>
                    <a:pt x="545" y="371"/>
                  </a:lnTo>
                  <a:lnTo>
                    <a:pt x="538" y="376"/>
                  </a:lnTo>
                  <a:lnTo>
                    <a:pt x="532" y="381"/>
                  </a:lnTo>
                  <a:lnTo>
                    <a:pt x="528" y="386"/>
                  </a:lnTo>
                  <a:lnTo>
                    <a:pt x="523" y="393"/>
                  </a:lnTo>
                  <a:lnTo>
                    <a:pt x="385" y="393"/>
                  </a:lnTo>
                  <a:close/>
                  <a:moveTo>
                    <a:pt x="60" y="635"/>
                  </a:moveTo>
                  <a:lnTo>
                    <a:pt x="60" y="424"/>
                  </a:lnTo>
                  <a:lnTo>
                    <a:pt x="61" y="417"/>
                  </a:lnTo>
                  <a:lnTo>
                    <a:pt x="63" y="412"/>
                  </a:lnTo>
                  <a:lnTo>
                    <a:pt x="65" y="407"/>
                  </a:lnTo>
                  <a:lnTo>
                    <a:pt x="70" y="402"/>
                  </a:lnTo>
                  <a:lnTo>
                    <a:pt x="74" y="398"/>
                  </a:lnTo>
                  <a:lnTo>
                    <a:pt x="79" y="396"/>
                  </a:lnTo>
                  <a:lnTo>
                    <a:pt x="85" y="394"/>
                  </a:lnTo>
                  <a:lnTo>
                    <a:pt x="91" y="393"/>
                  </a:lnTo>
                  <a:lnTo>
                    <a:pt x="332" y="393"/>
                  </a:lnTo>
                  <a:lnTo>
                    <a:pt x="339" y="394"/>
                  </a:lnTo>
                  <a:lnTo>
                    <a:pt x="344" y="396"/>
                  </a:lnTo>
                  <a:lnTo>
                    <a:pt x="350" y="398"/>
                  </a:lnTo>
                  <a:lnTo>
                    <a:pt x="354" y="402"/>
                  </a:lnTo>
                  <a:lnTo>
                    <a:pt x="358" y="407"/>
                  </a:lnTo>
                  <a:lnTo>
                    <a:pt x="360" y="412"/>
                  </a:lnTo>
                  <a:lnTo>
                    <a:pt x="363" y="417"/>
                  </a:lnTo>
                  <a:lnTo>
                    <a:pt x="364" y="424"/>
                  </a:lnTo>
                  <a:lnTo>
                    <a:pt x="364" y="635"/>
                  </a:lnTo>
                  <a:lnTo>
                    <a:pt x="60" y="635"/>
                  </a:lnTo>
                  <a:close/>
                  <a:moveTo>
                    <a:pt x="394" y="756"/>
                  </a:moveTo>
                  <a:lnTo>
                    <a:pt x="30" y="756"/>
                  </a:lnTo>
                  <a:lnTo>
                    <a:pt x="30" y="696"/>
                  </a:lnTo>
                  <a:lnTo>
                    <a:pt x="31" y="690"/>
                  </a:lnTo>
                  <a:lnTo>
                    <a:pt x="32" y="684"/>
                  </a:lnTo>
                  <a:lnTo>
                    <a:pt x="35" y="679"/>
                  </a:lnTo>
                  <a:lnTo>
                    <a:pt x="40" y="675"/>
                  </a:lnTo>
                  <a:lnTo>
                    <a:pt x="44" y="670"/>
                  </a:lnTo>
                  <a:lnTo>
                    <a:pt x="48" y="668"/>
                  </a:lnTo>
                  <a:lnTo>
                    <a:pt x="55" y="666"/>
                  </a:lnTo>
                  <a:lnTo>
                    <a:pt x="60" y="665"/>
                  </a:lnTo>
                  <a:lnTo>
                    <a:pt x="364" y="665"/>
                  </a:lnTo>
                  <a:lnTo>
                    <a:pt x="369" y="666"/>
                  </a:lnTo>
                  <a:lnTo>
                    <a:pt x="375" y="668"/>
                  </a:lnTo>
                  <a:lnTo>
                    <a:pt x="380" y="670"/>
                  </a:lnTo>
                  <a:lnTo>
                    <a:pt x="385" y="675"/>
                  </a:lnTo>
                  <a:lnTo>
                    <a:pt x="388" y="679"/>
                  </a:lnTo>
                  <a:lnTo>
                    <a:pt x="391" y="684"/>
                  </a:lnTo>
                  <a:lnTo>
                    <a:pt x="393" y="690"/>
                  </a:lnTo>
                  <a:lnTo>
                    <a:pt x="394" y="696"/>
                  </a:lnTo>
                  <a:lnTo>
                    <a:pt x="394" y="756"/>
                  </a:lnTo>
                  <a:close/>
                  <a:moveTo>
                    <a:pt x="302" y="60"/>
                  </a:moveTo>
                  <a:lnTo>
                    <a:pt x="304" y="54"/>
                  </a:lnTo>
                  <a:lnTo>
                    <a:pt x="305" y="49"/>
                  </a:lnTo>
                  <a:lnTo>
                    <a:pt x="308" y="43"/>
                  </a:lnTo>
                  <a:lnTo>
                    <a:pt x="311" y="39"/>
                  </a:lnTo>
                  <a:lnTo>
                    <a:pt x="316" y="36"/>
                  </a:lnTo>
                  <a:lnTo>
                    <a:pt x="321" y="33"/>
                  </a:lnTo>
                  <a:lnTo>
                    <a:pt x="327" y="30"/>
                  </a:lnTo>
                  <a:lnTo>
                    <a:pt x="332" y="30"/>
                  </a:lnTo>
                  <a:lnTo>
                    <a:pt x="575" y="30"/>
                  </a:lnTo>
                  <a:lnTo>
                    <a:pt x="581" y="30"/>
                  </a:lnTo>
                  <a:lnTo>
                    <a:pt x="587" y="33"/>
                  </a:lnTo>
                  <a:lnTo>
                    <a:pt x="592" y="36"/>
                  </a:lnTo>
                  <a:lnTo>
                    <a:pt x="596" y="39"/>
                  </a:lnTo>
                  <a:lnTo>
                    <a:pt x="600" y="43"/>
                  </a:lnTo>
                  <a:lnTo>
                    <a:pt x="603" y="49"/>
                  </a:lnTo>
                  <a:lnTo>
                    <a:pt x="605" y="54"/>
                  </a:lnTo>
                  <a:lnTo>
                    <a:pt x="605" y="60"/>
                  </a:lnTo>
                  <a:lnTo>
                    <a:pt x="605" y="273"/>
                  </a:lnTo>
                  <a:lnTo>
                    <a:pt x="302" y="273"/>
                  </a:lnTo>
                  <a:lnTo>
                    <a:pt x="302" y="60"/>
                  </a:lnTo>
                  <a:close/>
                  <a:moveTo>
                    <a:pt x="877" y="644"/>
                  </a:moveTo>
                  <a:lnTo>
                    <a:pt x="877" y="424"/>
                  </a:lnTo>
                  <a:lnTo>
                    <a:pt x="877" y="417"/>
                  </a:lnTo>
                  <a:lnTo>
                    <a:pt x="876" y="411"/>
                  </a:lnTo>
                  <a:lnTo>
                    <a:pt x="875" y="406"/>
                  </a:lnTo>
                  <a:lnTo>
                    <a:pt x="873" y="400"/>
                  </a:lnTo>
                  <a:lnTo>
                    <a:pt x="870" y="395"/>
                  </a:lnTo>
                  <a:lnTo>
                    <a:pt x="868" y="389"/>
                  </a:lnTo>
                  <a:lnTo>
                    <a:pt x="863" y="385"/>
                  </a:lnTo>
                  <a:lnTo>
                    <a:pt x="860" y="381"/>
                  </a:lnTo>
                  <a:lnTo>
                    <a:pt x="856" y="377"/>
                  </a:lnTo>
                  <a:lnTo>
                    <a:pt x="850" y="373"/>
                  </a:lnTo>
                  <a:lnTo>
                    <a:pt x="846" y="370"/>
                  </a:lnTo>
                  <a:lnTo>
                    <a:pt x="841" y="368"/>
                  </a:lnTo>
                  <a:lnTo>
                    <a:pt x="835" y="366"/>
                  </a:lnTo>
                  <a:lnTo>
                    <a:pt x="829" y="364"/>
                  </a:lnTo>
                  <a:lnTo>
                    <a:pt x="824" y="364"/>
                  </a:lnTo>
                  <a:lnTo>
                    <a:pt x="817" y="363"/>
                  </a:lnTo>
                  <a:lnTo>
                    <a:pt x="666" y="363"/>
                  </a:lnTo>
                  <a:lnTo>
                    <a:pt x="666" y="333"/>
                  </a:lnTo>
                  <a:lnTo>
                    <a:pt x="665" y="324"/>
                  </a:lnTo>
                  <a:lnTo>
                    <a:pt x="664" y="317"/>
                  </a:lnTo>
                  <a:lnTo>
                    <a:pt x="661" y="309"/>
                  </a:lnTo>
                  <a:lnTo>
                    <a:pt x="657" y="303"/>
                  </a:lnTo>
                  <a:lnTo>
                    <a:pt x="653" y="296"/>
                  </a:lnTo>
                  <a:lnTo>
                    <a:pt x="648" y="290"/>
                  </a:lnTo>
                  <a:lnTo>
                    <a:pt x="642" y="284"/>
                  </a:lnTo>
                  <a:lnTo>
                    <a:pt x="636" y="280"/>
                  </a:lnTo>
                  <a:lnTo>
                    <a:pt x="636" y="60"/>
                  </a:lnTo>
                  <a:lnTo>
                    <a:pt x="635" y="54"/>
                  </a:lnTo>
                  <a:lnTo>
                    <a:pt x="634" y="49"/>
                  </a:lnTo>
                  <a:lnTo>
                    <a:pt x="633" y="42"/>
                  </a:lnTo>
                  <a:lnTo>
                    <a:pt x="631" y="37"/>
                  </a:lnTo>
                  <a:lnTo>
                    <a:pt x="628" y="31"/>
                  </a:lnTo>
                  <a:lnTo>
                    <a:pt x="625" y="27"/>
                  </a:lnTo>
                  <a:lnTo>
                    <a:pt x="622" y="22"/>
                  </a:lnTo>
                  <a:lnTo>
                    <a:pt x="618" y="18"/>
                  </a:lnTo>
                  <a:lnTo>
                    <a:pt x="613" y="14"/>
                  </a:lnTo>
                  <a:lnTo>
                    <a:pt x="609" y="10"/>
                  </a:lnTo>
                  <a:lnTo>
                    <a:pt x="604" y="7"/>
                  </a:lnTo>
                  <a:lnTo>
                    <a:pt x="598" y="5"/>
                  </a:lnTo>
                  <a:lnTo>
                    <a:pt x="593" y="3"/>
                  </a:lnTo>
                  <a:lnTo>
                    <a:pt x="587" y="1"/>
                  </a:lnTo>
                  <a:lnTo>
                    <a:pt x="581" y="0"/>
                  </a:lnTo>
                  <a:lnTo>
                    <a:pt x="575" y="0"/>
                  </a:lnTo>
                  <a:lnTo>
                    <a:pt x="332" y="0"/>
                  </a:lnTo>
                  <a:lnTo>
                    <a:pt x="327" y="0"/>
                  </a:lnTo>
                  <a:lnTo>
                    <a:pt x="321" y="1"/>
                  </a:lnTo>
                  <a:lnTo>
                    <a:pt x="315" y="3"/>
                  </a:lnTo>
                  <a:lnTo>
                    <a:pt x="309" y="5"/>
                  </a:lnTo>
                  <a:lnTo>
                    <a:pt x="304" y="7"/>
                  </a:lnTo>
                  <a:lnTo>
                    <a:pt x="299" y="10"/>
                  </a:lnTo>
                  <a:lnTo>
                    <a:pt x="294" y="14"/>
                  </a:lnTo>
                  <a:lnTo>
                    <a:pt x="290" y="18"/>
                  </a:lnTo>
                  <a:lnTo>
                    <a:pt x="286" y="22"/>
                  </a:lnTo>
                  <a:lnTo>
                    <a:pt x="283" y="27"/>
                  </a:lnTo>
                  <a:lnTo>
                    <a:pt x="280" y="31"/>
                  </a:lnTo>
                  <a:lnTo>
                    <a:pt x="277" y="37"/>
                  </a:lnTo>
                  <a:lnTo>
                    <a:pt x="275" y="42"/>
                  </a:lnTo>
                  <a:lnTo>
                    <a:pt x="273" y="49"/>
                  </a:lnTo>
                  <a:lnTo>
                    <a:pt x="272" y="54"/>
                  </a:lnTo>
                  <a:lnTo>
                    <a:pt x="272" y="60"/>
                  </a:lnTo>
                  <a:lnTo>
                    <a:pt x="272" y="280"/>
                  </a:lnTo>
                  <a:lnTo>
                    <a:pt x="266" y="284"/>
                  </a:lnTo>
                  <a:lnTo>
                    <a:pt x="260" y="290"/>
                  </a:lnTo>
                  <a:lnTo>
                    <a:pt x="255" y="296"/>
                  </a:lnTo>
                  <a:lnTo>
                    <a:pt x="251" y="303"/>
                  </a:lnTo>
                  <a:lnTo>
                    <a:pt x="247" y="309"/>
                  </a:lnTo>
                  <a:lnTo>
                    <a:pt x="245" y="317"/>
                  </a:lnTo>
                  <a:lnTo>
                    <a:pt x="242" y="324"/>
                  </a:lnTo>
                  <a:lnTo>
                    <a:pt x="242" y="333"/>
                  </a:lnTo>
                  <a:lnTo>
                    <a:pt x="242" y="363"/>
                  </a:lnTo>
                  <a:lnTo>
                    <a:pt x="91" y="363"/>
                  </a:lnTo>
                  <a:lnTo>
                    <a:pt x="85" y="364"/>
                  </a:lnTo>
                  <a:lnTo>
                    <a:pt x="78" y="364"/>
                  </a:lnTo>
                  <a:lnTo>
                    <a:pt x="73" y="366"/>
                  </a:lnTo>
                  <a:lnTo>
                    <a:pt x="68" y="368"/>
                  </a:lnTo>
                  <a:lnTo>
                    <a:pt x="62" y="370"/>
                  </a:lnTo>
                  <a:lnTo>
                    <a:pt x="57" y="373"/>
                  </a:lnTo>
                  <a:lnTo>
                    <a:pt x="53" y="377"/>
                  </a:lnTo>
                  <a:lnTo>
                    <a:pt x="48" y="381"/>
                  </a:lnTo>
                  <a:lnTo>
                    <a:pt x="44" y="385"/>
                  </a:lnTo>
                  <a:lnTo>
                    <a:pt x="41" y="389"/>
                  </a:lnTo>
                  <a:lnTo>
                    <a:pt x="38" y="395"/>
                  </a:lnTo>
                  <a:lnTo>
                    <a:pt x="35" y="400"/>
                  </a:lnTo>
                  <a:lnTo>
                    <a:pt x="33" y="406"/>
                  </a:lnTo>
                  <a:lnTo>
                    <a:pt x="31" y="411"/>
                  </a:lnTo>
                  <a:lnTo>
                    <a:pt x="31" y="417"/>
                  </a:lnTo>
                  <a:lnTo>
                    <a:pt x="30" y="424"/>
                  </a:lnTo>
                  <a:lnTo>
                    <a:pt x="30" y="644"/>
                  </a:lnTo>
                  <a:lnTo>
                    <a:pt x="24" y="648"/>
                  </a:lnTo>
                  <a:lnTo>
                    <a:pt x="18" y="653"/>
                  </a:lnTo>
                  <a:lnTo>
                    <a:pt x="13" y="659"/>
                  </a:lnTo>
                  <a:lnTo>
                    <a:pt x="9" y="665"/>
                  </a:lnTo>
                  <a:lnTo>
                    <a:pt x="4" y="672"/>
                  </a:lnTo>
                  <a:lnTo>
                    <a:pt x="2" y="680"/>
                  </a:lnTo>
                  <a:lnTo>
                    <a:pt x="1" y="688"/>
                  </a:lnTo>
                  <a:lnTo>
                    <a:pt x="0" y="696"/>
                  </a:lnTo>
                  <a:lnTo>
                    <a:pt x="0" y="771"/>
                  </a:lnTo>
                  <a:lnTo>
                    <a:pt x="0" y="774"/>
                  </a:lnTo>
                  <a:lnTo>
                    <a:pt x="1" y="778"/>
                  </a:lnTo>
                  <a:lnTo>
                    <a:pt x="2" y="780"/>
                  </a:lnTo>
                  <a:lnTo>
                    <a:pt x="4" y="782"/>
                  </a:lnTo>
                  <a:lnTo>
                    <a:pt x="6" y="784"/>
                  </a:lnTo>
                  <a:lnTo>
                    <a:pt x="10" y="785"/>
                  </a:lnTo>
                  <a:lnTo>
                    <a:pt x="12" y="786"/>
                  </a:lnTo>
                  <a:lnTo>
                    <a:pt x="15" y="786"/>
                  </a:lnTo>
                  <a:lnTo>
                    <a:pt x="409" y="786"/>
                  </a:lnTo>
                  <a:lnTo>
                    <a:pt x="412" y="786"/>
                  </a:lnTo>
                  <a:lnTo>
                    <a:pt x="414" y="785"/>
                  </a:lnTo>
                  <a:lnTo>
                    <a:pt x="417" y="784"/>
                  </a:lnTo>
                  <a:lnTo>
                    <a:pt x="419" y="782"/>
                  </a:lnTo>
                  <a:lnTo>
                    <a:pt x="421" y="780"/>
                  </a:lnTo>
                  <a:lnTo>
                    <a:pt x="423" y="778"/>
                  </a:lnTo>
                  <a:lnTo>
                    <a:pt x="424" y="774"/>
                  </a:lnTo>
                  <a:lnTo>
                    <a:pt x="424" y="771"/>
                  </a:lnTo>
                  <a:lnTo>
                    <a:pt x="424" y="696"/>
                  </a:lnTo>
                  <a:lnTo>
                    <a:pt x="423" y="688"/>
                  </a:lnTo>
                  <a:lnTo>
                    <a:pt x="421" y="680"/>
                  </a:lnTo>
                  <a:lnTo>
                    <a:pt x="419" y="672"/>
                  </a:lnTo>
                  <a:lnTo>
                    <a:pt x="415" y="665"/>
                  </a:lnTo>
                  <a:lnTo>
                    <a:pt x="411" y="659"/>
                  </a:lnTo>
                  <a:lnTo>
                    <a:pt x="405" y="653"/>
                  </a:lnTo>
                  <a:lnTo>
                    <a:pt x="400" y="648"/>
                  </a:lnTo>
                  <a:lnTo>
                    <a:pt x="394" y="644"/>
                  </a:lnTo>
                  <a:lnTo>
                    <a:pt x="394" y="424"/>
                  </a:lnTo>
                  <a:lnTo>
                    <a:pt x="515" y="424"/>
                  </a:lnTo>
                  <a:lnTo>
                    <a:pt x="515" y="644"/>
                  </a:lnTo>
                  <a:lnTo>
                    <a:pt x="508" y="648"/>
                  </a:lnTo>
                  <a:lnTo>
                    <a:pt x="502" y="653"/>
                  </a:lnTo>
                  <a:lnTo>
                    <a:pt x="497" y="659"/>
                  </a:lnTo>
                  <a:lnTo>
                    <a:pt x="492" y="665"/>
                  </a:lnTo>
                  <a:lnTo>
                    <a:pt x="489" y="672"/>
                  </a:lnTo>
                  <a:lnTo>
                    <a:pt x="486" y="680"/>
                  </a:lnTo>
                  <a:lnTo>
                    <a:pt x="485" y="688"/>
                  </a:lnTo>
                  <a:lnTo>
                    <a:pt x="484" y="696"/>
                  </a:lnTo>
                  <a:lnTo>
                    <a:pt x="484" y="771"/>
                  </a:lnTo>
                  <a:lnTo>
                    <a:pt x="485" y="774"/>
                  </a:lnTo>
                  <a:lnTo>
                    <a:pt x="486" y="778"/>
                  </a:lnTo>
                  <a:lnTo>
                    <a:pt x="487" y="780"/>
                  </a:lnTo>
                  <a:lnTo>
                    <a:pt x="489" y="782"/>
                  </a:lnTo>
                  <a:lnTo>
                    <a:pt x="491" y="784"/>
                  </a:lnTo>
                  <a:lnTo>
                    <a:pt x="493" y="785"/>
                  </a:lnTo>
                  <a:lnTo>
                    <a:pt x="497" y="786"/>
                  </a:lnTo>
                  <a:lnTo>
                    <a:pt x="500" y="786"/>
                  </a:lnTo>
                  <a:lnTo>
                    <a:pt x="892" y="786"/>
                  </a:lnTo>
                  <a:lnTo>
                    <a:pt x="896" y="786"/>
                  </a:lnTo>
                  <a:lnTo>
                    <a:pt x="899" y="785"/>
                  </a:lnTo>
                  <a:lnTo>
                    <a:pt x="901" y="784"/>
                  </a:lnTo>
                  <a:lnTo>
                    <a:pt x="903" y="782"/>
                  </a:lnTo>
                  <a:lnTo>
                    <a:pt x="905" y="780"/>
                  </a:lnTo>
                  <a:lnTo>
                    <a:pt x="906" y="778"/>
                  </a:lnTo>
                  <a:lnTo>
                    <a:pt x="907" y="774"/>
                  </a:lnTo>
                  <a:lnTo>
                    <a:pt x="907" y="771"/>
                  </a:lnTo>
                  <a:lnTo>
                    <a:pt x="907" y="696"/>
                  </a:lnTo>
                  <a:lnTo>
                    <a:pt x="907" y="688"/>
                  </a:lnTo>
                  <a:lnTo>
                    <a:pt x="905" y="680"/>
                  </a:lnTo>
                  <a:lnTo>
                    <a:pt x="903" y="672"/>
                  </a:lnTo>
                  <a:lnTo>
                    <a:pt x="900" y="665"/>
                  </a:lnTo>
                  <a:lnTo>
                    <a:pt x="896" y="659"/>
                  </a:lnTo>
                  <a:lnTo>
                    <a:pt x="890" y="653"/>
                  </a:lnTo>
                  <a:lnTo>
                    <a:pt x="884" y="648"/>
                  </a:lnTo>
                  <a:lnTo>
                    <a:pt x="877" y="64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297" name="Google Shape;297;p6"/>
            <p:cNvSpPr/>
            <p:nvPr/>
          </p:nvSpPr>
          <p:spPr>
            <a:xfrm>
              <a:off x="487363" y="957263"/>
              <a:ext cx="76200" cy="57150"/>
            </a:xfrm>
            <a:custGeom>
              <a:rect b="b" l="l" r="r" t="t"/>
              <a:pathLst>
                <a:path extrusionOk="0" h="181" w="242">
                  <a:moveTo>
                    <a:pt x="212" y="151"/>
                  </a:moveTo>
                  <a:lnTo>
                    <a:pt x="30" y="151"/>
                  </a:lnTo>
                  <a:lnTo>
                    <a:pt x="30" y="30"/>
                  </a:lnTo>
                  <a:lnTo>
                    <a:pt x="212" y="30"/>
                  </a:lnTo>
                  <a:lnTo>
                    <a:pt x="212" y="151"/>
                  </a:lnTo>
                  <a:close/>
                  <a:moveTo>
                    <a:pt x="227" y="0"/>
                  </a:moveTo>
                  <a:lnTo>
                    <a:pt x="15" y="0"/>
                  </a:lnTo>
                  <a:lnTo>
                    <a:pt x="12" y="0"/>
                  </a:lnTo>
                  <a:lnTo>
                    <a:pt x="10" y="1"/>
                  </a:lnTo>
                  <a:lnTo>
                    <a:pt x="6" y="2"/>
                  </a:lnTo>
                  <a:lnTo>
                    <a:pt x="4" y="4"/>
                  </a:lnTo>
                  <a:lnTo>
                    <a:pt x="3" y="6"/>
                  </a:lnTo>
                  <a:lnTo>
                    <a:pt x="1" y="8"/>
                  </a:lnTo>
                  <a:lnTo>
                    <a:pt x="0" y="12"/>
                  </a:lnTo>
                  <a:lnTo>
                    <a:pt x="0" y="15"/>
                  </a:lnTo>
                  <a:lnTo>
                    <a:pt x="0" y="166"/>
                  </a:lnTo>
                  <a:lnTo>
                    <a:pt x="0" y="169"/>
                  </a:lnTo>
                  <a:lnTo>
                    <a:pt x="1" y="171"/>
                  </a:lnTo>
                  <a:lnTo>
                    <a:pt x="3" y="175"/>
                  </a:lnTo>
                  <a:lnTo>
                    <a:pt x="4" y="177"/>
                  </a:lnTo>
                  <a:lnTo>
                    <a:pt x="6" y="179"/>
                  </a:lnTo>
                  <a:lnTo>
                    <a:pt x="10" y="180"/>
                  </a:lnTo>
                  <a:lnTo>
                    <a:pt x="12" y="181"/>
                  </a:lnTo>
                  <a:lnTo>
                    <a:pt x="15" y="181"/>
                  </a:lnTo>
                  <a:lnTo>
                    <a:pt x="227" y="181"/>
                  </a:lnTo>
                  <a:lnTo>
                    <a:pt x="230" y="181"/>
                  </a:lnTo>
                  <a:lnTo>
                    <a:pt x="233" y="180"/>
                  </a:lnTo>
                  <a:lnTo>
                    <a:pt x="236" y="178"/>
                  </a:lnTo>
                  <a:lnTo>
                    <a:pt x="238" y="177"/>
                  </a:lnTo>
                  <a:lnTo>
                    <a:pt x="239" y="175"/>
                  </a:lnTo>
                  <a:lnTo>
                    <a:pt x="241" y="171"/>
                  </a:lnTo>
                  <a:lnTo>
                    <a:pt x="242" y="169"/>
                  </a:lnTo>
                  <a:lnTo>
                    <a:pt x="242" y="166"/>
                  </a:lnTo>
                  <a:lnTo>
                    <a:pt x="242" y="15"/>
                  </a:lnTo>
                  <a:lnTo>
                    <a:pt x="242" y="12"/>
                  </a:lnTo>
                  <a:lnTo>
                    <a:pt x="241" y="8"/>
                  </a:lnTo>
                  <a:lnTo>
                    <a:pt x="239" y="6"/>
                  </a:lnTo>
                  <a:lnTo>
                    <a:pt x="238" y="4"/>
                  </a:lnTo>
                  <a:lnTo>
                    <a:pt x="236" y="2"/>
                  </a:lnTo>
                  <a:lnTo>
                    <a:pt x="233" y="1"/>
                  </a:lnTo>
                  <a:lnTo>
                    <a:pt x="230" y="0"/>
                  </a:lnTo>
                  <a:lnTo>
                    <a:pt x="227"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298" name="Google Shape;29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C:\Users\Admin\Downloads\logo (2).png" id="299" name="Google Shape;299;p6"/>
          <p:cNvPicPr preferRelativeResize="0"/>
          <p:nvPr/>
        </p:nvPicPr>
        <p:blipFill rotWithShape="1">
          <a:blip r:embed="rId3">
            <a:alphaModFix/>
          </a:blip>
          <a:srcRect b="0" l="0" r="0" t="0"/>
          <a:stretch/>
        </p:blipFill>
        <p:spPr>
          <a:xfrm>
            <a:off x="10737606" y="5569228"/>
            <a:ext cx="1314450" cy="838200"/>
          </a:xfrm>
          <a:prstGeom prst="rect">
            <a:avLst/>
          </a:prstGeom>
          <a:noFill/>
          <a:ln>
            <a:noFill/>
          </a:ln>
        </p:spPr>
      </p:pic>
      <p:sp>
        <p:nvSpPr>
          <p:cNvPr id="300" name="Google Shape;300;p6"/>
          <p:cNvSpPr/>
          <p:nvPr/>
        </p:nvSpPr>
        <p:spPr>
          <a:xfrm>
            <a:off x="1285876" y="1079503"/>
            <a:ext cx="609600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FF9900"/>
                </a:solidFill>
                <a:latin typeface="Roboto"/>
                <a:ea typeface="Roboto"/>
                <a:cs typeface="Roboto"/>
                <a:sym typeface="Roboto"/>
              </a:rPr>
              <a:t>Key Challenges</a:t>
            </a:r>
            <a:r>
              <a:rPr b="1" i="0" lang="en-US" sz="1400" u="none" cap="none" strike="noStrike">
                <a:solidFill>
                  <a:srgbClr val="FF9900"/>
                </a:solidFill>
                <a:latin typeface="Roboto"/>
                <a:ea typeface="Roboto"/>
                <a:cs typeface="Roboto"/>
                <a:sym typeface="Roboto"/>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
        <p:nvSpPr>
          <p:cNvPr id="301" name="Google Shape;301;p6"/>
          <p:cNvSpPr/>
          <p:nvPr/>
        </p:nvSpPr>
        <p:spPr>
          <a:xfrm>
            <a:off x="1285876" y="1756611"/>
            <a:ext cx="239039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Sustainability and Growth</a:t>
            </a:r>
            <a:endParaRPr/>
          </a:p>
        </p:txBody>
      </p:sp>
      <p:sp>
        <p:nvSpPr>
          <p:cNvPr id="302" name="Google Shape;302;p6"/>
          <p:cNvSpPr/>
          <p:nvPr/>
        </p:nvSpPr>
        <p:spPr>
          <a:xfrm>
            <a:off x="1285876" y="2362967"/>
            <a:ext cx="7900654" cy="95410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To Rank the website with high competition</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Gaining leads in competition with traffic website</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Working in niches that requires vast amounts of knowledge about highly technical topics</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Finding RELEVANT BACKLINKS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9"/>
          <p:cNvSpPr/>
          <p:nvPr/>
        </p:nvSpPr>
        <p:spPr>
          <a:xfrm>
            <a:off x="0" y="266700"/>
            <a:ext cx="12192000" cy="55245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nvGrpSpPr>
          <p:cNvPr id="308" name="Google Shape;308;p39"/>
          <p:cNvGrpSpPr/>
          <p:nvPr/>
        </p:nvGrpSpPr>
        <p:grpSpPr>
          <a:xfrm>
            <a:off x="271463" y="171450"/>
            <a:ext cx="790575" cy="742950"/>
            <a:chOff x="11182350" y="171450"/>
            <a:chExt cx="790575" cy="742950"/>
          </a:xfrm>
        </p:grpSpPr>
        <p:sp>
          <p:nvSpPr>
            <p:cNvPr id="309" name="Google Shape;309;p39"/>
            <p:cNvSpPr/>
            <p:nvPr/>
          </p:nvSpPr>
          <p:spPr>
            <a:xfrm>
              <a:off x="11182350" y="171450"/>
              <a:ext cx="742950" cy="742950"/>
            </a:xfrm>
            <a:prstGeom prst="rect">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310" name="Google Shape;310;p39"/>
            <p:cNvSpPr/>
            <p:nvPr/>
          </p:nvSpPr>
          <p:spPr>
            <a:xfrm>
              <a:off x="11925300" y="171450"/>
              <a:ext cx="47625" cy="9525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311" name="Google Shape;311;p39"/>
            <p:cNvSpPr/>
            <p:nvPr/>
          </p:nvSpPr>
          <p:spPr>
            <a:xfrm flipH="1" rot="10800000">
              <a:off x="11925300" y="819150"/>
              <a:ext cx="47625" cy="9525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grpSp>
        <p:nvGrpSpPr>
          <p:cNvPr id="312" name="Google Shape;312;p39"/>
          <p:cNvGrpSpPr/>
          <p:nvPr/>
        </p:nvGrpSpPr>
        <p:grpSpPr>
          <a:xfrm>
            <a:off x="451715" y="377056"/>
            <a:ext cx="382447" cy="331736"/>
            <a:chOff x="304800" y="822325"/>
            <a:chExt cx="287338" cy="249238"/>
          </a:xfrm>
        </p:grpSpPr>
        <p:sp>
          <p:nvSpPr>
            <p:cNvPr id="313" name="Google Shape;313;p39"/>
            <p:cNvSpPr/>
            <p:nvPr/>
          </p:nvSpPr>
          <p:spPr>
            <a:xfrm>
              <a:off x="333375" y="957263"/>
              <a:ext cx="76200" cy="57150"/>
            </a:xfrm>
            <a:custGeom>
              <a:rect b="b" l="l" r="r" t="t"/>
              <a:pathLst>
                <a:path extrusionOk="0" h="181" w="241">
                  <a:moveTo>
                    <a:pt x="211" y="151"/>
                  </a:moveTo>
                  <a:lnTo>
                    <a:pt x="30" y="151"/>
                  </a:lnTo>
                  <a:lnTo>
                    <a:pt x="30" y="30"/>
                  </a:lnTo>
                  <a:lnTo>
                    <a:pt x="211" y="30"/>
                  </a:lnTo>
                  <a:lnTo>
                    <a:pt x="211" y="151"/>
                  </a:lnTo>
                  <a:close/>
                  <a:moveTo>
                    <a:pt x="226" y="0"/>
                  </a:moveTo>
                  <a:lnTo>
                    <a:pt x="15" y="0"/>
                  </a:lnTo>
                  <a:lnTo>
                    <a:pt x="12" y="0"/>
                  </a:lnTo>
                  <a:lnTo>
                    <a:pt x="9" y="1"/>
                  </a:lnTo>
                  <a:lnTo>
                    <a:pt x="7" y="2"/>
                  </a:lnTo>
                  <a:lnTo>
                    <a:pt x="4" y="4"/>
                  </a:lnTo>
                  <a:lnTo>
                    <a:pt x="2" y="6"/>
                  </a:lnTo>
                  <a:lnTo>
                    <a:pt x="1" y="8"/>
                  </a:lnTo>
                  <a:lnTo>
                    <a:pt x="0" y="12"/>
                  </a:lnTo>
                  <a:lnTo>
                    <a:pt x="0" y="15"/>
                  </a:lnTo>
                  <a:lnTo>
                    <a:pt x="0" y="166"/>
                  </a:lnTo>
                  <a:lnTo>
                    <a:pt x="0" y="169"/>
                  </a:lnTo>
                  <a:lnTo>
                    <a:pt x="1" y="171"/>
                  </a:lnTo>
                  <a:lnTo>
                    <a:pt x="2" y="175"/>
                  </a:lnTo>
                  <a:lnTo>
                    <a:pt x="4" y="177"/>
                  </a:lnTo>
                  <a:lnTo>
                    <a:pt x="7" y="179"/>
                  </a:lnTo>
                  <a:lnTo>
                    <a:pt x="9" y="180"/>
                  </a:lnTo>
                  <a:lnTo>
                    <a:pt x="12" y="181"/>
                  </a:lnTo>
                  <a:lnTo>
                    <a:pt x="15" y="181"/>
                  </a:lnTo>
                  <a:lnTo>
                    <a:pt x="226" y="181"/>
                  </a:lnTo>
                  <a:lnTo>
                    <a:pt x="230" y="181"/>
                  </a:lnTo>
                  <a:lnTo>
                    <a:pt x="233" y="180"/>
                  </a:lnTo>
                  <a:lnTo>
                    <a:pt x="235" y="178"/>
                  </a:lnTo>
                  <a:lnTo>
                    <a:pt x="237" y="177"/>
                  </a:lnTo>
                  <a:lnTo>
                    <a:pt x="239" y="175"/>
                  </a:lnTo>
                  <a:lnTo>
                    <a:pt x="240" y="171"/>
                  </a:lnTo>
                  <a:lnTo>
                    <a:pt x="241" y="169"/>
                  </a:lnTo>
                  <a:lnTo>
                    <a:pt x="241" y="166"/>
                  </a:lnTo>
                  <a:lnTo>
                    <a:pt x="241" y="15"/>
                  </a:lnTo>
                  <a:lnTo>
                    <a:pt x="241" y="12"/>
                  </a:lnTo>
                  <a:lnTo>
                    <a:pt x="240" y="8"/>
                  </a:lnTo>
                  <a:lnTo>
                    <a:pt x="239" y="6"/>
                  </a:lnTo>
                  <a:lnTo>
                    <a:pt x="237" y="4"/>
                  </a:lnTo>
                  <a:lnTo>
                    <a:pt x="235" y="2"/>
                  </a:lnTo>
                  <a:lnTo>
                    <a:pt x="233" y="1"/>
                  </a:lnTo>
                  <a:lnTo>
                    <a:pt x="230" y="0"/>
                  </a:lnTo>
                  <a:lnTo>
                    <a:pt x="2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14" name="Google Shape;314;p39"/>
            <p:cNvSpPr/>
            <p:nvPr/>
          </p:nvSpPr>
          <p:spPr>
            <a:xfrm>
              <a:off x="409575" y="841375"/>
              <a:ext cx="77788" cy="57150"/>
            </a:xfrm>
            <a:custGeom>
              <a:rect b="b" l="l" r="r" t="t"/>
              <a:pathLst>
                <a:path extrusionOk="0" h="182" w="243">
                  <a:moveTo>
                    <a:pt x="213" y="152"/>
                  </a:moveTo>
                  <a:lnTo>
                    <a:pt x="32" y="152"/>
                  </a:lnTo>
                  <a:lnTo>
                    <a:pt x="32" y="30"/>
                  </a:lnTo>
                  <a:lnTo>
                    <a:pt x="213" y="30"/>
                  </a:lnTo>
                  <a:lnTo>
                    <a:pt x="213" y="152"/>
                  </a:lnTo>
                  <a:close/>
                  <a:moveTo>
                    <a:pt x="228" y="0"/>
                  </a:moveTo>
                  <a:lnTo>
                    <a:pt x="15" y="0"/>
                  </a:lnTo>
                  <a:lnTo>
                    <a:pt x="13" y="0"/>
                  </a:lnTo>
                  <a:lnTo>
                    <a:pt x="10" y="1"/>
                  </a:lnTo>
                  <a:lnTo>
                    <a:pt x="8" y="3"/>
                  </a:lnTo>
                  <a:lnTo>
                    <a:pt x="6" y="5"/>
                  </a:lnTo>
                  <a:lnTo>
                    <a:pt x="4" y="7"/>
                  </a:lnTo>
                  <a:lnTo>
                    <a:pt x="2" y="10"/>
                  </a:lnTo>
                  <a:lnTo>
                    <a:pt x="2" y="12"/>
                  </a:lnTo>
                  <a:lnTo>
                    <a:pt x="0" y="15"/>
                  </a:lnTo>
                  <a:lnTo>
                    <a:pt x="0" y="167"/>
                  </a:lnTo>
                  <a:lnTo>
                    <a:pt x="2" y="170"/>
                  </a:lnTo>
                  <a:lnTo>
                    <a:pt x="2" y="173"/>
                  </a:lnTo>
                  <a:lnTo>
                    <a:pt x="4" y="175"/>
                  </a:lnTo>
                  <a:lnTo>
                    <a:pt x="6" y="177"/>
                  </a:lnTo>
                  <a:lnTo>
                    <a:pt x="8" y="179"/>
                  </a:lnTo>
                  <a:lnTo>
                    <a:pt x="10" y="180"/>
                  </a:lnTo>
                  <a:lnTo>
                    <a:pt x="13" y="182"/>
                  </a:lnTo>
                  <a:lnTo>
                    <a:pt x="15" y="182"/>
                  </a:lnTo>
                  <a:lnTo>
                    <a:pt x="228" y="182"/>
                  </a:lnTo>
                  <a:lnTo>
                    <a:pt x="231" y="182"/>
                  </a:lnTo>
                  <a:lnTo>
                    <a:pt x="233" y="180"/>
                  </a:lnTo>
                  <a:lnTo>
                    <a:pt x="236" y="179"/>
                  </a:lnTo>
                  <a:lnTo>
                    <a:pt x="239" y="177"/>
                  </a:lnTo>
                  <a:lnTo>
                    <a:pt x="241" y="175"/>
                  </a:lnTo>
                  <a:lnTo>
                    <a:pt x="242" y="173"/>
                  </a:lnTo>
                  <a:lnTo>
                    <a:pt x="243" y="170"/>
                  </a:lnTo>
                  <a:lnTo>
                    <a:pt x="243" y="167"/>
                  </a:lnTo>
                  <a:lnTo>
                    <a:pt x="243" y="15"/>
                  </a:lnTo>
                  <a:lnTo>
                    <a:pt x="243" y="12"/>
                  </a:lnTo>
                  <a:lnTo>
                    <a:pt x="242" y="10"/>
                  </a:lnTo>
                  <a:lnTo>
                    <a:pt x="241" y="7"/>
                  </a:lnTo>
                  <a:lnTo>
                    <a:pt x="239" y="5"/>
                  </a:lnTo>
                  <a:lnTo>
                    <a:pt x="236" y="4"/>
                  </a:lnTo>
                  <a:lnTo>
                    <a:pt x="233" y="1"/>
                  </a:lnTo>
                  <a:lnTo>
                    <a:pt x="231" y="0"/>
                  </a:lnTo>
                  <a:lnTo>
                    <a:pt x="228"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15" name="Google Shape;315;p39"/>
            <p:cNvSpPr/>
            <p:nvPr/>
          </p:nvSpPr>
          <p:spPr>
            <a:xfrm>
              <a:off x="304800" y="822325"/>
              <a:ext cx="287338" cy="249238"/>
            </a:xfrm>
            <a:custGeom>
              <a:rect b="b" l="l" r="r" t="t"/>
              <a:pathLst>
                <a:path extrusionOk="0" h="786" w="907">
                  <a:moveTo>
                    <a:pt x="877" y="756"/>
                  </a:moveTo>
                  <a:lnTo>
                    <a:pt x="515" y="756"/>
                  </a:lnTo>
                  <a:lnTo>
                    <a:pt x="515" y="696"/>
                  </a:lnTo>
                  <a:lnTo>
                    <a:pt x="515" y="690"/>
                  </a:lnTo>
                  <a:lnTo>
                    <a:pt x="517" y="684"/>
                  </a:lnTo>
                  <a:lnTo>
                    <a:pt x="520" y="679"/>
                  </a:lnTo>
                  <a:lnTo>
                    <a:pt x="523" y="675"/>
                  </a:lnTo>
                  <a:lnTo>
                    <a:pt x="528" y="670"/>
                  </a:lnTo>
                  <a:lnTo>
                    <a:pt x="533" y="668"/>
                  </a:lnTo>
                  <a:lnTo>
                    <a:pt x="538" y="666"/>
                  </a:lnTo>
                  <a:lnTo>
                    <a:pt x="545" y="665"/>
                  </a:lnTo>
                  <a:lnTo>
                    <a:pt x="847" y="665"/>
                  </a:lnTo>
                  <a:lnTo>
                    <a:pt x="854" y="666"/>
                  </a:lnTo>
                  <a:lnTo>
                    <a:pt x="859" y="668"/>
                  </a:lnTo>
                  <a:lnTo>
                    <a:pt x="864" y="670"/>
                  </a:lnTo>
                  <a:lnTo>
                    <a:pt x="869" y="675"/>
                  </a:lnTo>
                  <a:lnTo>
                    <a:pt x="872" y="679"/>
                  </a:lnTo>
                  <a:lnTo>
                    <a:pt x="875" y="684"/>
                  </a:lnTo>
                  <a:lnTo>
                    <a:pt x="877" y="690"/>
                  </a:lnTo>
                  <a:lnTo>
                    <a:pt x="877" y="696"/>
                  </a:lnTo>
                  <a:lnTo>
                    <a:pt x="877" y="756"/>
                  </a:lnTo>
                  <a:close/>
                  <a:moveTo>
                    <a:pt x="545" y="424"/>
                  </a:moveTo>
                  <a:lnTo>
                    <a:pt x="545" y="417"/>
                  </a:lnTo>
                  <a:lnTo>
                    <a:pt x="547" y="412"/>
                  </a:lnTo>
                  <a:lnTo>
                    <a:pt x="550" y="407"/>
                  </a:lnTo>
                  <a:lnTo>
                    <a:pt x="553" y="402"/>
                  </a:lnTo>
                  <a:lnTo>
                    <a:pt x="558" y="398"/>
                  </a:lnTo>
                  <a:lnTo>
                    <a:pt x="563" y="396"/>
                  </a:lnTo>
                  <a:lnTo>
                    <a:pt x="568" y="394"/>
                  </a:lnTo>
                  <a:lnTo>
                    <a:pt x="575" y="393"/>
                  </a:lnTo>
                  <a:lnTo>
                    <a:pt x="817" y="393"/>
                  </a:lnTo>
                  <a:lnTo>
                    <a:pt x="823" y="394"/>
                  </a:lnTo>
                  <a:lnTo>
                    <a:pt x="829" y="396"/>
                  </a:lnTo>
                  <a:lnTo>
                    <a:pt x="834" y="398"/>
                  </a:lnTo>
                  <a:lnTo>
                    <a:pt x="839" y="402"/>
                  </a:lnTo>
                  <a:lnTo>
                    <a:pt x="842" y="407"/>
                  </a:lnTo>
                  <a:lnTo>
                    <a:pt x="845" y="412"/>
                  </a:lnTo>
                  <a:lnTo>
                    <a:pt x="846" y="417"/>
                  </a:lnTo>
                  <a:lnTo>
                    <a:pt x="847" y="424"/>
                  </a:lnTo>
                  <a:lnTo>
                    <a:pt x="847" y="635"/>
                  </a:lnTo>
                  <a:lnTo>
                    <a:pt x="545" y="635"/>
                  </a:lnTo>
                  <a:lnTo>
                    <a:pt x="545" y="424"/>
                  </a:lnTo>
                  <a:close/>
                  <a:moveTo>
                    <a:pt x="385" y="393"/>
                  </a:moveTo>
                  <a:lnTo>
                    <a:pt x="381" y="386"/>
                  </a:lnTo>
                  <a:lnTo>
                    <a:pt x="375" y="381"/>
                  </a:lnTo>
                  <a:lnTo>
                    <a:pt x="370" y="376"/>
                  </a:lnTo>
                  <a:lnTo>
                    <a:pt x="364" y="371"/>
                  </a:lnTo>
                  <a:lnTo>
                    <a:pt x="356" y="368"/>
                  </a:lnTo>
                  <a:lnTo>
                    <a:pt x="349" y="365"/>
                  </a:lnTo>
                  <a:lnTo>
                    <a:pt x="341" y="364"/>
                  </a:lnTo>
                  <a:lnTo>
                    <a:pt x="332" y="363"/>
                  </a:lnTo>
                  <a:lnTo>
                    <a:pt x="272" y="363"/>
                  </a:lnTo>
                  <a:lnTo>
                    <a:pt x="272" y="333"/>
                  </a:lnTo>
                  <a:lnTo>
                    <a:pt x="273" y="326"/>
                  </a:lnTo>
                  <a:lnTo>
                    <a:pt x="275" y="321"/>
                  </a:lnTo>
                  <a:lnTo>
                    <a:pt x="278" y="316"/>
                  </a:lnTo>
                  <a:lnTo>
                    <a:pt x="281" y="311"/>
                  </a:lnTo>
                  <a:lnTo>
                    <a:pt x="285" y="308"/>
                  </a:lnTo>
                  <a:lnTo>
                    <a:pt x="291" y="305"/>
                  </a:lnTo>
                  <a:lnTo>
                    <a:pt x="296" y="303"/>
                  </a:lnTo>
                  <a:lnTo>
                    <a:pt x="302" y="303"/>
                  </a:lnTo>
                  <a:lnTo>
                    <a:pt x="605" y="303"/>
                  </a:lnTo>
                  <a:lnTo>
                    <a:pt x="611" y="303"/>
                  </a:lnTo>
                  <a:lnTo>
                    <a:pt x="617" y="305"/>
                  </a:lnTo>
                  <a:lnTo>
                    <a:pt x="622" y="308"/>
                  </a:lnTo>
                  <a:lnTo>
                    <a:pt x="626" y="311"/>
                  </a:lnTo>
                  <a:lnTo>
                    <a:pt x="631" y="316"/>
                  </a:lnTo>
                  <a:lnTo>
                    <a:pt x="633" y="321"/>
                  </a:lnTo>
                  <a:lnTo>
                    <a:pt x="635" y="326"/>
                  </a:lnTo>
                  <a:lnTo>
                    <a:pt x="636" y="333"/>
                  </a:lnTo>
                  <a:lnTo>
                    <a:pt x="636" y="363"/>
                  </a:lnTo>
                  <a:lnTo>
                    <a:pt x="575" y="363"/>
                  </a:lnTo>
                  <a:lnTo>
                    <a:pt x="566" y="364"/>
                  </a:lnTo>
                  <a:lnTo>
                    <a:pt x="559" y="365"/>
                  </a:lnTo>
                  <a:lnTo>
                    <a:pt x="551" y="368"/>
                  </a:lnTo>
                  <a:lnTo>
                    <a:pt x="545" y="371"/>
                  </a:lnTo>
                  <a:lnTo>
                    <a:pt x="538" y="376"/>
                  </a:lnTo>
                  <a:lnTo>
                    <a:pt x="532" y="381"/>
                  </a:lnTo>
                  <a:lnTo>
                    <a:pt x="528" y="386"/>
                  </a:lnTo>
                  <a:lnTo>
                    <a:pt x="523" y="393"/>
                  </a:lnTo>
                  <a:lnTo>
                    <a:pt x="385" y="393"/>
                  </a:lnTo>
                  <a:close/>
                  <a:moveTo>
                    <a:pt x="60" y="635"/>
                  </a:moveTo>
                  <a:lnTo>
                    <a:pt x="60" y="424"/>
                  </a:lnTo>
                  <a:lnTo>
                    <a:pt x="61" y="417"/>
                  </a:lnTo>
                  <a:lnTo>
                    <a:pt x="63" y="412"/>
                  </a:lnTo>
                  <a:lnTo>
                    <a:pt x="65" y="407"/>
                  </a:lnTo>
                  <a:lnTo>
                    <a:pt x="70" y="402"/>
                  </a:lnTo>
                  <a:lnTo>
                    <a:pt x="74" y="398"/>
                  </a:lnTo>
                  <a:lnTo>
                    <a:pt x="79" y="396"/>
                  </a:lnTo>
                  <a:lnTo>
                    <a:pt x="85" y="394"/>
                  </a:lnTo>
                  <a:lnTo>
                    <a:pt x="91" y="393"/>
                  </a:lnTo>
                  <a:lnTo>
                    <a:pt x="332" y="393"/>
                  </a:lnTo>
                  <a:lnTo>
                    <a:pt x="339" y="394"/>
                  </a:lnTo>
                  <a:lnTo>
                    <a:pt x="344" y="396"/>
                  </a:lnTo>
                  <a:lnTo>
                    <a:pt x="350" y="398"/>
                  </a:lnTo>
                  <a:lnTo>
                    <a:pt x="354" y="402"/>
                  </a:lnTo>
                  <a:lnTo>
                    <a:pt x="358" y="407"/>
                  </a:lnTo>
                  <a:lnTo>
                    <a:pt x="360" y="412"/>
                  </a:lnTo>
                  <a:lnTo>
                    <a:pt x="363" y="417"/>
                  </a:lnTo>
                  <a:lnTo>
                    <a:pt x="364" y="424"/>
                  </a:lnTo>
                  <a:lnTo>
                    <a:pt x="364" y="635"/>
                  </a:lnTo>
                  <a:lnTo>
                    <a:pt x="60" y="635"/>
                  </a:lnTo>
                  <a:close/>
                  <a:moveTo>
                    <a:pt x="394" y="756"/>
                  </a:moveTo>
                  <a:lnTo>
                    <a:pt x="30" y="756"/>
                  </a:lnTo>
                  <a:lnTo>
                    <a:pt x="30" y="696"/>
                  </a:lnTo>
                  <a:lnTo>
                    <a:pt x="31" y="690"/>
                  </a:lnTo>
                  <a:lnTo>
                    <a:pt x="32" y="684"/>
                  </a:lnTo>
                  <a:lnTo>
                    <a:pt x="35" y="679"/>
                  </a:lnTo>
                  <a:lnTo>
                    <a:pt x="40" y="675"/>
                  </a:lnTo>
                  <a:lnTo>
                    <a:pt x="44" y="670"/>
                  </a:lnTo>
                  <a:lnTo>
                    <a:pt x="48" y="668"/>
                  </a:lnTo>
                  <a:lnTo>
                    <a:pt x="55" y="666"/>
                  </a:lnTo>
                  <a:lnTo>
                    <a:pt x="60" y="665"/>
                  </a:lnTo>
                  <a:lnTo>
                    <a:pt x="364" y="665"/>
                  </a:lnTo>
                  <a:lnTo>
                    <a:pt x="369" y="666"/>
                  </a:lnTo>
                  <a:lnTo>
                    <a:pt x="375" y="668"/>
                  </a:lnTo>
                  <a:lnTo>
                    <a:pt x="380" y="670"/>
                  </a:lnTo>
                  <a:lnTo>
                    <a:pt x="385" y="675"/>
                  </a:lnTo>
                  <a:lnTo>
                    <a:pt x="388" y="679"/>
                  </a:lnTo>
                  <a:lnTo>
                    <a:pt x="391" y="684"/>
                  </a:lnTo>
                  <a:lnTo>
                    <a:pt x="393" y="690"/>
                  </a:lnTo>
                  <a:lnTo>
                    <a:pt x="394" y="696"/>
                  </a:lnTo>
                  <a:lnTo>
                    <a:pt x="394" y="756"/>
                  </a:lnTo>
                  <a:close/>
                  <a:moveTo>
                    <a:pt x="302" y="60"/>
                  </a:moveTo>
                  <a:lnTo>
                    <a:pt x="304" y="54"/>
                  </a:lnTo>
                  <a:lnTo>
                    <a:pt x="305" y="49"/>
                  </a:lnTo>
                  <a:lnTo>
                    <a:pt x="308" y="43"/>
                  </a:lnTo>
                  <a:lnTo>
                    <a:pt x="311" y="39"/>
                  </a:lnTo>
                  <a:lnTo>
                    <a:pt x="316" y="36"/>
                  </a:lnTo>
                  <a:lnTo>
                    <a:pt x="321" y="33"/>
                  </a:lnTo>
                  <a:lnTo>
                    <a:pt x="327" y="30"/>
                  </a:lnTo>
                  <a:lnTo>
                    <a:pt x="332" y="30"/>
                  </a:lnTo>
                  <a:lnTo>
                    <a:pt x="575" y="30"/>
                  </a:lnTo>
                  <a:lnTo>
                    <a:pt x="581" y="30"/>
                  </a:lnTo>
                  <a:lnTo>
                    <a:pt x="587" y="33"/>
                  </a:lnTo>
                  <a:lnTo>
                    <a:pt x="592" y="36"/>
                  </a:lnTo>
                  <a:lnTo>
                    <a:pt x="596" y="39"/>
                  </a:lnTo>
                  <a:lnTo>
                    <a:pt x="600" y="43"/>
                  </a:lnTo>
                  <a:lnTo>
                    <a:pt x="603" y="49"/>
                  </a:lnTo>
                  <a:lnTo>
                    <a:pt x="605" y="54"/>
                  </a:lnTo>
                  <a:lnTo>
                    <a:pt x="605" y="60"/>
                  </a:lnTo>
                  <a:lnTo>
                    <a:pt x="605" y="273"/>
                  </a:lnTo>
                  <a:lnTo>
                    <a:pt x="302" y="273"/>
                  </a:lnTo>
                  <a:lnTo>
                    <a:pt x="302" y="60"/>
                  </a:lnTo>
                  <a:close/>
                  <a:moveTo>
                    <a:pt x="877" y="644"/>
                  </a:moveTo>
                  <a:lnTo>
                    <a:pt x="877" y="424"/>
                  </a:lnTo>
                  <a:lnTo>
                    <a:pt x="877" y="417"/>
                  </a:lnTo>
                  <a:lnTo>
                    <a:pt x="876" y="411"/>
                  </a:lnTo>
                  <a:lnTo>
                    <a:pt x="875" y="406"/>
                  </a:lnTo>
                  <a:lnTo>
                    <a:pt x="873" y="400"/>
                  </a:lnTo>
                  <a:lnTo>
                    <a:pt x="870" y="395"/>
                  </a:lnTo>
                  <a:lnTo>
                    <a:pt x="868" y="389"/>
                  </a:lnTo>
                  <a:lnTo>
                    <a:pt x="863" y="385"/>
                  </a:lnTo>
                  <a:lnTo>
                    <a:pt x="860" y="381"/>
                  </a:lnTo>
                  <a:lnTo>
                    <a:pt x="856" y="377"/>
                  </a:lnTo>
                  <a:lnTo>
                    <a:pt x="850" y="373"/>
                  </a:lnTo>
                  <a:lnTo>
                    <a:pt x="846" y="370"/>
                  </a:lnTo>
                  <a:lnTo>
                    <a:pt x="841" y="368"/>
                  </a:lnTo>
                  <a:lnTo>
                    <a:pt x="835" y="366"/>
                  </a:lnTo>
                  <a:lnTo>
                    <a:pt x="829" y="364"/>
                  </a:lnTo>
                  <a:lnTo>
                    <a:pt x="824" y="364"/>
                  </a:lnTo>
                  <a:lnTo>
                    <a:pt x="817" y="363"/>
                  </a:lnTo>
                  <a:lnTo>
                    <a:pt x="666" y="363"/>
                  </a:lnTo>
                  <a:lnTo>
                    <a:pt x="666" y="333"/>
                  </a:lnTo>
                  <a:lnTo>
                    <a:pt x="665" y="324"/>
                  </a:lnTo>
                  <a:lnTo>
                    <a:pt x="664" y="317"/>
                  </a:lnTo>
                  <a:lnTo>
                    <a:pt x="661" y="309"/>
                  </a:lnTo>
                  <a:lnTo>
                    <a:pt x="657" y="303"/>
                  </a:lnTo>
                  <a:lnTo>
                    <a:pt x="653" y="296"/>
                  </a:lnTo>
                  <a:lnTo>
                    <a:pt x="648" y="290"/>
                  </a:lnTo>
                  <a:lnTo>
                    <a:pt x="642" y="284"/>
                  </a:lnTo>
                  <a:lnTo>
                    <a:pt x="636" y="280"/>
                  </a:lnTo>
                  <a:lnTo>
                    <a:pt x="636" y="60"/>
                  </a:lnTo>
                  <a:lnTo>
                    <a:pt x="635" y="54"/>
                  </a:lnTo>
                  <a:lnTo>
                    <a:pt x="634" y="49"/>
                  </a:lnTo>
                  <a:lnTo>
                    <a:pt x="633" y="42"/>
                  </a:lnTo>
                  <a:lnTo>
                    <a:pt x="631" y="37"/>
                  </a:lnTo>
                  <a:lnTo>
                    <a:pt x="628" y="31"/>
                  </a:lnTo>
                  <a:lnTo>
                    <a:pt x="625" y="27"/>
                  </a:lnTo>
                  <a:lnTo>
                    <a:pt x="622" y="22"/>
                  </a:lnTo>
                  <a:lnTo>
                    <a:pt x="618" y="18"/>
                  </a:lnTo>
                  <a:lnTo>
                    <a:pt x="613" y="14"/>
                  </a:lnTo>
                  <a:lnTo>
                    <a:pt x="609" y="10"/>
                  </a:lnTo>
                  <a:lnTo>
                    <a:pt x="604" y="7"/>
                  </a:lnTo>
                  <a:lnTo>
                    <a:pt x="598" y="5"/>
                  </a:lnTo>
                  <a:lnTo>
                    <a:pt x="593" y="3"/>
                  </a:lnTo>
                  <a:lnTo>
                    <a:pt x="587" y="1"/>
                  </a:lnTo>
                  <a:lnTo>
                    <a:pt x="581" y="0"/>
                  </a:lnTo>
                  <a:lnTo>
                    <a:pt x="575" y="0"/>
                  </a:lnTo>
                  <a:lnTo>
                    <a:pt x="332" y="0"/>
                  </a:lnTo>
                  <a:lnTo>
                    <a:pt x="327" y="0"/>
                  </a:lnTo>
                  <a:lnTo>
                    <a:pt x="321" y="1"/>
                  </a:lnTo>
                  <a:lnTo>
                    <a:pt x="315" y="3"/>
                  </a:lnTo>
                  <a:lnTo>
                    <a:pt x="309" y="5"/>
                  </a:lnTo>
                  <a:lnTo>
                    <a:pt x="304" y="7"/>
                  </a:lnTo>
                  <a:lnTo>
                    <a:pt x="299" y="10"/>
                  </a:lnTo>
                  <a:lnTo>
                    <a:pt x="294" y="14"/>
                  </a:lnTo>
                  <a:lnTo>
                    <a:pt x="290" y="18"/>
                  </a:lnTo>
                  <a:lnTo>
                    <a:pt x="286" y="22"/>
                  </a:lnTo>
                  <a:lnTo>
                    <a:pt x="283" y="27"/>
                  </a:lnTo>
                  <a:lnTo>
                    <a:pt x="280" y="31"/>
                  </a:lnTo>
                  <a:lnTo>
                    <a:pt x="277" y="37"/>
                  </a:lnTo>
                  <a:lnTo>
                    <a:pt x="275" y="42"/>
                  </a:lnTo>
                  <a:lnTo>
                    <a:pt x="273" y="49"/>
                  </a:lnTo>
                  <a:lnTo>
                    <a:pt x="272" y="54"/>
                  </a:lnTo>
                  <a:lnTo>
                    <a:pt x="272" y="60"/>
                  </a:lnTo>
                  <a:lnTo>
                    <a:pt x="272" y="280"/>
                  </a:lnTo>
                  <a:lnTo>
                    <a:pt x="266" y="284"/>
                  </a:lnTo>
                  <a:lnTo>
                    <a:pt x="260" y="290"/>
                  </a:lnTo>
                  <a:lnTo>
                    <a:pt x="255" y="296"/>
                  </a:lnTo>
                  <a:lnTo>
                    <a:pt x="251" y="303"/>
                  </a:lnTo>
                  <a:lnTo>
                    <a:pt x="247" y="309"/>
                  </a:lnTo>
                  <a:lnTo>
                    <a:pt x="245" y="317"/>
                  </a:lnTo>
                  <a:lnTo>
                    <a:pt x="242" y="324"/>
                  </a:lnTo>
                  <a:lnTo>
                    <a:pt x="242" y="333"/>
                  </a:lnTo>
                  <a:lnTo>
                    <a:pt x="242" y="363"/>
                  </a:lnTo>
                  <a:lnTo>
                    <a:pt x="91" y="363"/>
                  </a:lnTo>
                  <a:lnTo>
                    <a:pt x="85" y="364"/>
                  </a:lnTo>
                  <a:lnTo>
                    <a:pt x="78" y="364"/>
                  </a:lnTo>
                  <a:lnTo>
                    <a:pt x="73" y="366"/>
                  </a:lnTo>
                  <a:lnTo>
                    <a:pt x="68" y="368"/>
                  </a:lnTo>
                  <a:lnTo>
                    <a:pt x="62" y="370"/>
                  </a:lnTo>
                  <a:lnTo>
                    <a:pt x="57" y="373"/>
                  </a:lnTo>
                  <a:lnTo>
                    <a:pt x="53" y="377"/>
                  </a:lnTo>
                  <a:lnTo>
                    <a:pt x="48" y="381"/>
                  </a:lnTo>
                  <a:lnTo>
                    <a:pt x="44" y="385"/>
                  </a:lnTo>
                  <a:lnTo>
                    <a:pt x="41" y="389"/>
                  </a:lnTo>
                  <a:lnTo>
                    <a:pt x="38" y="395"/>
                  </a:lnTo>
                  <a:lnTo>
                    <a:pt x="35" y="400"/>
                  </a:lnTo>
                  <a:lnTo>
                    <a:pt x="33" y="406"/>
                  </a:lnTo>
                  <a:lnTo>
                    <a:pt x="31" y="411"/>
                  </a:lnTo>
                  <a:lnTo>
                    <a:pt x="31" y="417"/>
                  </a:lnTo>
                  <a:lnTo>
                    <a:pt x="30" y="424"/>
                  </a:lnTo>
                  <a:lnTo>
                    <a:pt x="30" y="644"/>
                  </a:lnTo>
                  <a:lnTo>
                    <a:pt x="24" y="648"/>
                  </a:lnTo>
                  <a:lnTo>
                    <a:pt x="18" y="653"/>
                  </a:lnTo>
                  <a:lnTo>
                    <a:pt x="13" y="659"/>
                  </a:lnTo>
                  <a:lnTo>
                    <a:pt x="9" y="665"/>
                  </a:lnTo>
                  <a:lnTo>
                    <a:pt x="4" y="672"/>
                  </a:lnTo>
                  <a:lnTo>
                    <a:pt x="2" y="680"/>
                  </a:lnTo>
                  <a:lnTo>
                    <a:pt x="1" y="688"/>
                  </a:lnTo>
                  <a:lnTo>
                    <a:pt x="0" y="696"/>
                  </a:lnTo>
                  <a:lnTo>
                    <a:pt x="0" y="771"/>
                  </a:lnTo>
                  <a:lnTo>
                    <a:pt x="0" y="774"/>
                  </a:lnTo>
                  <a:lnTo>
                    <a:pt x="1" y="778"/>
                  </a:lnTo>
                  <a:lnTo>
                    <a:pt x="2" y="780"/>
                  </a:lnTo>
                  <a:lnTo>
                    <a:pt x="4" y="782"/>
                  </a:lnTo>
                  <a:lnTo>
                    <a:pt x="6" y="784"/>
                  </a:lnTo>
                  <a:lnTo>
                    <a:pt x="10" y="785"/>
                  </a:lnTo>
                  <a:lnTo>
                    <a:pt x="12" y="786"/>
                  </a:lnTo>
                  <a:lnTo>
                    <a:pt x="15" y="786"/>
                  </a:lnTo>
                  <a:lnTo>
                    <a:pt x="409" y="786"/>
                  </a:lnTo>
                  <a:lnTo>
                    <a:pt x="412" y="786"/>
                  </a:lnTo>
                  <a:lnTo>
                    <a:pt x="414" y="785"/>
                  </a:lnTo>
                  <a:lnTo>
                    <a:pt x="417" y="784"/>
                  </a:lnTo>
                  <a:lnTo>
                    <a:pt x="419" y="782"/>
                  </a:lnTo>
                  <a:lnTo>
                    <a:pt x="421" y="780"/>
                  </a:lnTo>
                  <a:lnTo>
                    <a:pt x="423" y="778"/>
                  </a:lnTo>
                  <a:lnTo>
                    <a:pt x="424" y="774"/>
                  </a:lnTo>
                  <a:lnTo>
                    <a:pt x="424" y="771"/>
                  </a:lnTo>
                  <a:lnTo>
                    <a:pt x="424" y="696"/>
                  </a:lnTo>
                  <a:lnTo>
                    <a:pt x="423" y="688"/>
                  </a:lnTo>
                  <a:lnTo>
                    <a:pt x="421" y="680"/>
                  </a:lnTo>
                  <a:lnTo>
                    <a:pt x="419" y="672"/>
                  </a:lnTo>
                  <a:lnTo>
                    <a:pt x="415" y="665"/>
                  </a:lnTo>
                  <a:lnTo>
                    <a:pt x="411" y="659"/>
                  </a:lnTo>
                  <a:lnTo>
                    <a:pt x="405" y="653"/>
                  </a:lnTo>
                  <a:lnTo>
                    <a:pt x="400" y="648"/>
                  </a:lnTo>
                  <a:lnTo>
                    <a:pt x="394" y="644"/>
                  </a:lnTo>
                  <a:lnTo>
                    <a:pt x="394" y="424"/>
                  </a:lnTo>
                  <a:lnTo>
                    <a:pt x="515" y="424"/>
                  </a:lnTo>
                  <a:lnTo>
                    <a:pt x="515" y="644"/>
                  </a:lnTo>
                  <a:lnTo>
                    <a:pt x="508" y="648"/>
                  </a:lnTo>
                  <a:lnTo>
                    <a:pt x="502" y="653"/>
                  </a:lnTo>
                  <a:lnTo>
                    <a:pt x="497" y="659"/>
                  </a:lnTo>
                  <a:lnTo>
                    <a:pt x="492" y="665"/>
                  </a:lnTo>
                  <a:lnTo>
                    <a:pt x="489" y="672"/>
                  </a:lnTo>
                  <a:lnTo>
                    <a:pt x="486" y="680"/>
                  </a:lnTo>
                  <a:lnTo>
                    <a:pt x="485" y="688"/>
                  </a:lnTo>
                  <a:lnTo>
                    <a:pt x="484" y="696"/>
                  </a:lnTo>
                  <a:lnTo>
                    <a:pt x="484" y="771"/>
                  </a:lnTo>
                  <a:lnTo>
                    <a:pt x="485" y="774"/>
                  </a:lnTo>
                  <a:lnTo>
                    <a:pt x="486" y="778"/>
                  </a:lnTo>
                  <a:lnTo>
                    <a:pt x="487" y="780"/>
                  </a:lnTo>
                  <a:lnTo>
                    <a:pt x="489" y="782"/>
                  </a:lnTo>
                  <a:lnTo>
                    <a:pt x="491" y="784"/>
                  </a:lnTo>
                  <a:lnTo>
                    <a:pt x="493" y="785"/>
                  </a:lnTo>
                  <a:lnTo>
                    <a:pt x="497" y="786"/>
                  </a:lnTo>
                  <a:lnTo>
                    <a:pt x="500" y="786"/>
                  </a:lnTo>
                  <a:lnTo>
                    <a:pt x="892" y="786"/>
                  </a:lnTo>
                  <a:lnTo>
                    <a:pt x="896" y="786"/>
                  </a:lnTo>
                  <a:lnTo>
                    <a:pt x="899" y="785"/>
                  </a:lnTo>
                  <a:lnTo>
                    <a:pt x="901" y="784"/>
                  </a:lnTo>
                  <a:lnTo>
                    <a:pt x="903" y="782"/>
                  </a:lnTo>
                  <a:lnTo>
                    <a:pt x="905" y="780"/>
                  </a:lnTo>
                  <a:lnTo>
                    <a:pt x="906" y="778"/>
                  </a:lnTo>
                  <a:lnTo>
                    <a:pt x="907" y="774"/>
                  </a:lnTo>
                  <a:lnTo>
                    <a:pt x="907" y="771"/>
                  </a:lnTo>
                  <a:lnTo>
                    <a:pt x="907" y="696"/>
                  </a:lnTo>
                  <a:lnTo>
                    <a:pt x="907" y="688"/>
                  </a:lnTo>
                  <a:lnTo>
                    <a:pt x="905" y="680"/>
                  </a:lnTo>
                  <a:lnTo>
                    <a:pt x="903" y="672"/>
                  </a:lnTo>
                  <a:lnTo>
                    <a:pt x="900" y="665"/>
                  </a:lnTo>
                  <a:lnTo>
                    <a:pt x="896" y="659"/>
                  </a:lnTo>
                  <a:lnTo>
                    <a:pt x="890" y="653"/>
                  </a:lnTo>
                  <a:lnTo>
                    <a:pt x="884" y="648"/>
                  </a:lnTo>
                  <a:lnTo>
                    <a:pt x="877" y="64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16" name="Google Shape;316;p39"/>
            <p:cNvSpPr/>
            <p:nvPr/>
          </p:nvSpPr>
          <p:spPr>
            <a:xfrm>
              <a:off x="487363" y="957263"/>
              <a:ext cx="76200" cy="57150"/>
            </a:xfrm>
            <a:custGeom>
              <a:rect b="b" l="l" r="r" t="t"/>
              <a:pathLst>
                <a:path extrusionOk="0" h="181" w="242">
                  <a:moveTo>
                    <a:pt x="212" y="151"/>
                  </a:moveTo>
                  <a:lnTo>
                    <a:pt x="30" y="151"/>
                  </a:lnTo>
                  <a:lnTo>
                    <a:pt x="30" y="30"/>
                  </a:lnTo>
                  <a:lnTo>
                    <a:pt x="212" y="30"/>
                  </a:lnTo>
                  <a:lnTo>
                    <a:pt x="212" y="151"/>
                  </a:lnTo>
                  <a:close/>
                  <a:moveTo>
                    <a:pt x="227" y="0"/>
                  </a:moveTo>
                  <a:lnTo>
                    <a:pt x="15" y="0"/>
                  </a:lnTo>
                  <a:lnTo>
                    <a:pt x="12" y="0"/>
                  </a:lnTo>
                  <a:lnTo>
                    <a:pt x="10" y="1"/>
                  </a:lnTo>
                  <a:lnTo>
                    <a:pt x="6" y="2"/>
                  </a:lnTo>
                  <a:lnTo>
                    <a:pt x="4" y="4"/>
                  </a:lnTo>
                  <a:lnTo>
                    <a:pt x="3" y="6"/>
                  </a:lnTo>
                  <a:lnTo>
                    <a:pt x="1" y="8"/>
                  </a:lnTo>
                  <a:lnTo>
                    <a:pt x="0" y="12"/>
                  </a:lnTo>
                  <a:lnTo>
                    <a:pt x="0" y="15"/>
                  </a:lnTo>
                  <a:lnTo>
                    <a:pt x="0" y="166"/>
                  </a:lnTo>
                  <a:lnTo>
                    <a:pt x="0" y="169"/>
                  </a:lnTo>
                  <a:lnTo>
                    <a:pt x="1" y="171"/>
                  </a:lnTo>
                  <a:lnTo>
                    <a:pt x="3" y="175"/>
                  </a:lnTo>
                  <a:lnTo>
                    <a:pt x="4" y="177"/>
                  </a:lnTo>
                  <a:lnTo>
                    <a:pt x="6" y="179"/>
                  </a:lnTo>
                  <a:lnTo>
                    <a:pt x="10" y="180"/>
                  </a:lnTo>
                  <a:lnTo>
                    <a:pt x="12" y="181"/>
                  </a:lnTo>
                  <a:lnTo>
                    <a:pt x="15" y="181"/>
                  </a:lnTo>
                  <a:lnTo>
                    <a:pt x="227" y="181"/>
                  </a:lnTo>
                  <a:lnTo>
                    <a:pt x="230" y="181"/>
                  </a:lnTo>
                  <a:lnTo>
                    <a:pt x="233" y="180"/>
                  </a:lnTo>
                  <a:lnTo>
                    <a:pt x="236" y="178"/>
                  </a:lnTo>
                  <a:lnTo>
                    <a:pt x="238" y="177"/>
                  </a:lnTo>
                  <a:lnTo>
                    <a:pt x="239" y="175"/>
                  </a:lnTo>
                  <a:lnTo>
                    <a:pt x="241" y="171"/>
                  </a:lnTo>
                  <a:lnTo>
                    <a:pt x="242" y="169"/>
                  </a:lnTo>
                  <a:lnTo>
                    <a:pt x="242" y="166"/>
                  </a:lnTo>
                  <a:lnTo>
                    <a:pt x="242" y="15"/>
                  </a:lnTo>
                  <a:lnTo>
                    <a:pt x="242" y="12"/>
                  </a:lnTo>
                  <a:lnTo>
                    <a:pt x="241" y="8"/>
                  </a:lnTo>
                  <a:lnTo>
                    <a:pt x="239" y="6"/>
                  </a:lnTo>
                  <a:lnTo>
                    <a:pt x="238" y="4"/>
                  </a:lnTo>
                  <a:lnTo>
                    <a:pt x="236" y="2"/>
                  </a:lnTo>
                  <a:lnTo>
                    <a:pt x="233" y="1"/>
                  </a:lnTo>
                  <a:lnTo>
                    <a:pt x="230" y="0"/>
                  </a:lnTo>
                  <a:lnTo>
                    <a:pt x="227"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317" name="Google Shape;317;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C:\Users\Admin\Downloads\logo (2).png" id="318" name="Google Shape;318;p39"/>
          <p:cNvPicPr preferRelativeResize="0"/>
          <p:nvPr/>
        </p:nvPicPr>
        <p:blipFill rotWithShape="1">
          <a:blip r:embed="rId3">
            <a:alphaModFix/>
          </a:blip>
          <a:srcRect b="0" l="0" r="0" t="0"/>
          <a:stretch/>
        </p:blipFill>
        <p:spPr>
          <a:xfrm>
            <a:off x="10737606" y="5569228"/>
            <a:ext cx="1314450" cy="838200"/>
          </a:xfrm>
          <a:prstGeom prst="rect">
            <a:avLst/>
          </a:prstGeom>
          <a:noFill/>
          <a:ln>
            <a:noFill/>
          </a:ln>
        </p:spPr>
      </p:pic>
      <p:sp>
        <p:nvSpPr>
          <p:cNvPr id="319" name="Google Shape;319;p39"/>
          <p:cNvSpPr/>
          <p:nvPr/>
        </p:nvSpPr>
        <p:spPr>
          <a:xfrm>
            <a:off x="1285875" y="1756600"/>
            <a:ext cx="1822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a:t>Steps Taken:</a:t>
            </a:r>
            <a:endParaRPr b="1"/>
          </a:p>
          <a:p>
            <a:pPr indent="0" lvl="0" marL="0" marR="0" rtl="0" algn="l">
              <a:lnSpc>
                <a:spcPct val="100000"/>
              </a:lnSpc>
              <a:spcBef>
                <a:spcPts val="0"/>
              </a:spcBef>
              <a:spcAft>
                <a:spcPts val="0"/>
              </a:spcAft>
              <a:buNone/>
            </a:pPr>
            <a:r>
              <a:t/>
            </a:r>
            <a:endParaRPr b="1"/>
          </a:p>
          <a:p>
            <a:pPr indent="0" lvl="0" marL="0" marR="0" rtl="0" algn="l">
              <a:lnSpc>
                <a:spcPct val="100000"/>
              </a:lnSpc>
              <a:spcBef>
                <a:spcPts val="0"/>
              </a:spcBef>
              <a:spcAft>
                <a:spcPts val="0"/>
              </a:spcAft>
              <a:buNone/>
            </a:pPr>
            <a:r>
              <a:t/>
            </a:r>
            <a:endParaRPr b="1"/>
          </a:p>
        </p:txBody>
      </p:sp>
      <p:sp>
        <p:nvSpPr>
          <p:cNvPr id="320" name="Google Shape;320;p39"/>
          <p:cNvSpPr/>
          <p:nvPr/>
        </p:nvSpPr>
        <p:spPr>
          <a:xfrm>
            <a:off x="1285875" y="2362982"/>
            <a:ext cx="9720600" cy="2170500"/>
          </a:xfrm>
          <a:prstGeom prst="rect">
            <a:avLst/>
          </a:prstGeom>
          <a:noFill/>
          <a:ln>
            <a:noFill/>
          </a:ln>
        </p:spPr>
        <p:txBody>
          <a:bodyPr anchorCtr="0" anchor="t" bIns="45700" lIns="91425" spcFirstLastPara="1" rIns="91425" wrap="square" tIns="45700">
            <a:spAutoFit/>
          </a:bodyPr>
          <a:lstStyle/>
          <a:p>
            <a:pPr indent="-317500" lvl="0" marL="457200" rtl="0" algn="l">
              <a:spcBef>
                <a:spcPts val="0"/>
              </a:spcBef>
              <a:spcAft>
                <a:spcPts val="0"/>
              </a:spcAft>
              <a:buSzPts val="1400"/>
              <a:buChar char="●"/>
            </a:pPr>
            <a:r>
              <a:rPr lang="en-US"/>
              <a:t>Conducted an in-depth website technical audit.</a:t>
            </a:r>
            <a:endParaRPr/>
          </a:p>
          <a:p>
            <a:pPr indent="-317500" lvl="0" marL="457200" rtl="0" algn="l">
              <a:spcBef>
                <a:spcPts val="0"/>
              </a:spcBef>
              <a:spcAft>
                <a:spcPts val="0"/>
              </a:spcAft>
              <a:buSzPts val="1400"/>
              <a:buChar char="●"/>
            </a:pPr>
            <a:r>
              <a:rPr lang="en-US"/>
              <a:t>Performed extensive competitor and keyword research.</a:t>
            </a:r>
            <a:endParaRPr/>
          </a:p>
          <a:p>
            <a:pPr indent="-317500" lvl="0" marL="457200" rtl="0" algn="l">
              <a:spcBef>
                <a:spcPts val="0"/>
              </a:spcBef>
              <a:spcAft>
                <a:spcPts val="0"/>
              </a:spcAft>
              <a:buSzPts val="1400"/>
              <a:buChar char="●"/>
            </a:pPr>
            <a:r>
              <a:rPr lang="en-US"/>
              <a:t>Developed a comprehensive on-page and off-page SEO strategy.</a:t>
            </a:r>
            <a:endParaRPr/>
          </a:p>
          <a:p>
            <a:pPr indent="-317500" lvl="0" marL="457200" rtl="0" algn="l">
              <a:spcBef>
                <a:spcPts val="0"/>
              </a:spcBef>
              <a:spcAft>
                <a:spcPts val="0"/>
              </a:spcAft>
              <a:buSzPts val="1400"/>
              <a:buChar char="●"/>
            </a:pPr>
            <a:r>
              <a:rPr lang="en-US"/>
              <a:t>Focused on content marketing to improve keyword rankings and traffic.</a:t>
            </a:r>
            <a:endParaRPr/>
          </a:p>
          <a:p>
            <a:pPr indent="-317500" lvl="0" marL="457200" rtl="0" algn="l">
              <a:spcBef>
                <a:spcPts val="0"/>
              </a:spcBef>
              <a:spcAft>
                <a:spcPts val="0"/>
              </a:spcAft>
              <a:buSzPts val="1400"/>
              <a:buChar char="●"/>
            </a:pPr>
            <a:r>
              <a:rPr lang="en-US"/>
              <a:t>Resolved all technical issues using Google Search Console (GSC) and SEMrush.</a:t>
            </a:r>
            <a:endParaRPr/>
          </a:p>
          <a:p>
            <a:pPr indent="-317500" lvl="0" marL="457200" rtl="0" algn="l">
              <a:spcBef>
                <a:spcPts val="0"/>
              </a:spcBef>
              <a:spcAft>
                <a:spcPts val="0"/>
              </a:spcAft>
              <a:buSzPts val="1400"/>
              <a:buChar char="●"/>
            </a:pPr>
            <a:r>
              <a:rPr lang="en-US"/>
              <a:t>Secured high-quality backlinks through off-page submissions on high Domain Authority (DA) websites.</a:t>
            </a:r>
            <a:endParaRPr/>
          </a:p>
          <a:p>
            <a:pPr indent="0" lvl="0" marL="0" marR="0" rtl="0" algn="l">
              <a:lnSpc>
                <a:spcPct val="100000"/>
              </a:lnSpc>
              <a:spcBef>
                <a:spcPts val="0"/>
              </a:spcBef>
              <a:spcAft>
                <a:spcPts val="0"/>
              </a:spcAft>
              <a:buNone/>
            </a:pPr>
            <a:r>
              <a:t/>
            </a:r>
            <a:endParaRPr/>
          </a:p>
        </p:txBody>
      </p:sp>
      <p:sp>
        <p:nvSpPr>
          <p:cNvPr id="321" name="Google Shape;321;p39"/>
          <p:cNvSpPr txBox="1"/>
          <p:nvPr/>
        </p:nvSpPr>
        <p:spPr>
          <a:xfrm>
            <a:off x="1188400" y="235125"/>
            <a:ext cx="12318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lt1"/>
                </a:solidFill>
                <a:latin typeface="Century Gothic"/>
                <a:ea typeface="Century Gothic"/>
                <a:cs typeface="Century Gothic"/>
                <a:sym typeface="Century Gothic"/>
              </a:rPr>
              <a:t>Proposed Solution </a:t>
            </a:r>
            <a:endParaRPr sz="2800">
              <a:solidFill>
                <a:schemeClr val="lt1"/>
              </a:solidFill>
              <a:latin typeface="Century Gothic"/>
              <a:ea typeface="Century Gothic"/>
              <a:cs typeface="Century Gothic"/>
              <a:sym typeface="Century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7"/>
          <p:cNvSpPr/>
          <p:nvPr/>
        </p:nvSpPr>
        <p:spPr>
          <a:xfrm>
            <a:off x="0" y="266700"/>
            <a:ext cx="12192000" cy="55245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nvGrpSpPr>
          <p:cNvPr id="327" name="Google Shape;327;p7"/>
          <p:cNvGrpSpPr/>
          <p:nvPr/>
        </p:nvGrpSpPr>
        <p:grpSpPr>
          <a:xfrm>
            <a:off x="271463" y="171450"/>
            <a:ext cx="790575" cy="742950"/>
            <a:chOff x="11182350" y="171450"/>
            <a:chExt cx="790575" cy="742950"/>
          </a:xfrm>
        </p:grpSpPr>
        <p:sp>
          <p:nvSpPr>
            <p:cNvPr id="328" name="Google Shape;328;p7"/>
            <p:cNvSpPr/>
            <p:nvPr/>
          </p:nvSpPr>
          <p:spPr>
            <a:xfrm>
              <a:off x="11182350" y="171450"/>
              <a:ext cx="742950" cy="742950"/>
            </a:xfrm>
            <a:prstGeom prst="rect">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329" name="Google Shape;329;p7"/>
            <p:cNvSpPr/>
            <p:nvPr/>
          </p:nvSpPr>
          <p:spPr>
            <a:xfrm>
              <a:off x="11925300" y="171450"/>
              <a:ext cx="47625" cy="9525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330" name="Google Shape;330;p7"/>
            <p:cNvSpPr/>
            <p:nvPr/>
          </p:nvSpPr>
          <p:spPr>
            <a:xfrm flipH="1" rot="10800000">
              <a:off x="11925300" y="819150"/>
              <a:ext cx="47625" cy="9525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grpSp>
        <p:nvGrpSpPr>
          <p:cNvPr id="331" name="Google Shape;331;p7"/>
          <p:cNvGrpSpPr/>
          <p:nvPr/>
        </p:nvGrpSpPr>
        <p:grpSpPr>
          <a:xfrm>
            <a:off x="451715" y="377056"/>
            <a:ext cx="382447" cy="331736"/>
            <a:chOff x="304800" y="822325"/>
            <a:chExt cx="287338" cy="249238"/>
          </a:xfrm>
        </p:grpSpPr>
        <p:sp>
          <p:nvSpPr>
            <p:cNvPr id="332" name="Google Shape;332;p7"/>
            <p:cNvSpPr/>
            <p:nvPr/>
          </p:nvSpPr>
          <p:spPr>
            <a:xfrm>
              <a:off x="333375" y="957263"/>
              <a:ext cx="76200" cy="57150"/>
            </a:xfrm>
            <a:custGeom>
              <a:rect b="b" l="l" r="r" t="t"/>
              <a:pathLst>
                <a:path extrusionOk="0" h="181" w="241">
                  <a:moveTo>
                    <a:pt x="211" y="151"/>
                  </a:moveTo>
                  <a:lnTo>
                    <a:pt x="30" y="151"/>
                  </a:lnTo>
                  <a:lnTo>
                    <a:pt x="30" y="30"/>
                  </a:lnTo>
                  <a:lnTo>
                    <a:pt x="211" y="30"/>
                  </a:lnTo>
                  <a:lnTo>
                    <a:pt x="211" y="151"/>
                  </a:lnTo>
                  <a:close/>
                  <a:moveTo>
                    <a:pt x="226" y="0"/>
                  </a:moveTo>
                  <a:lnTo>
                    <a:pt x="15" y="0"/>
                  </a:lnTo>
                  <a:lnTo>
                    <a:pt x="12" y="0"/>
                  </a:lnTo>
                  <a:lnTo>
                    <a:pt x="9" y="1"/>
                  </a:lnTo>
                  <a:lnTo>
                    <a:pt x="7" y="2"/>
                  </a:lnTo>
                  <a:lnTo>
                    <a:pt x="4" y="4"/>
                  </a:lnTo>
                  <a:lnTo>
                    <a:pt x="2" y="6"/>
                  </a:lnTo>
                  <a:lnTo>
                    <a:pt x="1" y="8"/>
                  </a:lnTo>
                  <a:lnTo>
                    <a:pt x="0" y="12"/>
                  </a:lnTo>
                  <a:lnTo>
                    <a:pt x="0" y="15"/>
                  </a:lnTo>
                  <a:lnTo>
                    <a:pt x="0" y="166"/>
                  </a:lnTo>
                  <a:lnTo>
                    <a:pt x="0" y="169"/>
                  </a:lnTo>
                  <a:lnTo>
                    <a:pt x="1" y="171"/>
                  </a:lnTo>
                  <a:lnTo>
                    <a:pt x="2" y="175"/>
                  </a:lnTo>
                  <a:lnTo>
                    <a:pt x="4" y="177"/>
                  </a:lnTo>
                  <a:lnTo>
                    <a:pt x="7" y="179"/>
                  </a:lnTo>
                  <a:lnTo>
                    <a:pt x="9" y="180"/>
                  </a:lnTo>
                  <a:lnTo>
                    <a:pt x="12" y="181"/>
                  </a:lnTo>
                  <a:lnTo>
                    <a:pt x="15" y="181"/>
                  </a:lnTo>
                  <a:lnTo>
                    <a:pt x="226" y="181"/>
                  </a:lnTo>
                  <a:lnTo>
                    <a:pt x="230" y="181"/>
                  </a:lnTo>
                  <a:lnTo>
                    <a:pt x="233" y="180"/>
                  </a:lnTo>
                  <a:lnTo>
                    <a:pt x="235" y="178"/>
                  </a:lnTo>
                  <a:lnTo>
                    <a:pt x="237" y="177"/>
                  </a:lnTo>
                  <a:lnTo>
                    <a:pt x="239" y="175"/>
                  </a:lnTo>
                  <a:lnTo>
                    <a:pt x="240" y="171"/>
                  </a:lnTo>
                  <a:lnTo>
                    <a:pt x="241" y="169"/>
                  </a:lnTo>
                  <a:lnTo>
                    <a:pt x="241" y="166"/>
                  </a:lnTo>
                  <a:lnTo>
                    <a:pt x="241" y="15"/>
                  </a:lnTo>
                  <a:lnTo>
                    <a:pt x="241" y="12"/>
                  </a:lnTo>
                  <a:lnTo>
                    <a:pt x="240" y="8"/>
                  </a:lnTo>
                  <a:lnTo>
                    <a:pt x="239" y="6"/>
                  </a:lnTo>
                  <a:lnTo>
                    <a:pt x="237" y="4"/>
                  </a:lnTo>
                  <a:lnTo>
                    <a:pt x="235" y="2"/>
                  </a:lnTo>
                  <a:lnTo>
                    <a:pt x="233" y="1"/>
                  </a:lnTo>
                  <a:lnTo>
                    <a:pt x="230" y="0"/>
                  </a:lnTo>
                  <a:lnTo>
                    <a:pt x="2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33" name="Google Shape;333;p7"/>
            <p:cNvSpPr/>
            <p:nvPr/>
          </p:nvSpPr>
          <p:spPr>
            <a:xfrm>
              <a:off x="409575" y="841375"/>
              <a:ext cx="77788" cy="57150"/>
            </a:xfrm>
            <a:custGeom>
              <a:rect b="b" l="l" r="r" t="t"/>
              <a:pathLst>
                <a:path extrusionOk="0" h="182" w="243">
                  <a:moveTo>
                    <a:pt x="213" y="152"/>
                  </a:moveTo>
                  <a:lnTo>
                    <a:pt x="32" y="152"/>
                  </a:lnTo>
                  <a:lnTo>
                    <a:pt x="32" y="30"/>
                  </a:lnTo>
                  <a:lnTo>
                    <a:pt x="213" y="30"/>
                  </a:lnTo>
                  <a:lnTo>
                    <a:pt x="213" y="152"/>
                  </a:lnTo>
                  <a:close/>
                  <a:moveTo>
                    <a:pt x="228" y="0"/>
                  </a:moveTo>
                  <a:lnTo>
                    <a:pt x="15" y="0"/>
                  </a:lnTo>
                  <a:lnTo>
                    <a:pt x="13" y="0"/>
                  </a:lnTo>
                  <a:lnTo>
                    <a:pt x="10" y="1"/>
                  </a:lnTo>
                  <a:lnTo>
                    <a:pt x="8" y="3"/>
                  </a:lnTo>
                  <a:lnTo>
                    <a:pt x="6" y="5"/>
                  </a:lnTo>
                  <a:lnTo>
                    <a:pt x="4" y="7"/>
                  </a:lnTo>
                  <a:lnTo>
                    <a:pt x="2" y="10"/>
                  </a:lnTo>
                  <a:lnTo>
                    <a:pt x="2" y="12"/>
                  </a:lnTo>
                  <a:lnTo>
                    <a:pt x="0" y="15"/>
                  </a:lnTo>
                  <a:lnTo>
                    <a:pt x="0" y="167"/>
                  </a:lnTo>
                  <a:lnTo>
                    <a:pt x="2" y="170"/>
                  </a:lnTo>
                  <a:lnTo>
                    <a:pt x="2" y="173"/>
                  </a:lnTo>
                  <a:lnTo>
                    <a:pt x="4" y="175"/>
                  </a:lnTo>
                  <a:lnTo>
                    <a:pt x="6" y="177"/>
                  </a:lnTo>
                  <a:lnTo>
                    <a:pt x="8" y="179"/>
                  </a:lnTo>
                  <a:lnTo>
                    <a:pt x="10" y="180"/>
                  </a:lnTo>
                  <a:lnTo>
                    <a:pt x="13" y="182"/>
                  </a:lnTo>
                  <a:lnTo>
                    <a:pt x="15" y="182"/>
                  </a:lnTo>
                  <a:lnTo>
                    <a:pt x="228" y="182"/>
                  </a:lnTo>
                  <a:lnTo>
                    <a:pt x="231" y="182"/>
                  </a:lnTo>
                  <a:lnTo>
                    <a:pt x="233" y="180"/>
                  </a:lnTo>
                  <a:lnTo>
                    <a:pt x="236" y="179"/>
                  </a:lnTo>
                  <a:lnTo>
                    <a:pt x="239" y="177"/>
                  </a:lnTo>
                  <a:lnTo>
                    <a:pt x="241" y="175"/>
                  </a:lnTo>
                  <a:lnTo>
                    <a:pt x="242" y="173"/>
                  </a:lnTo>
                  <a:lnTo>
                    <a:pt x="243" y="170"/>
                  </a:lnTo>
                  <a:lnTo>
                    <a:pt x="243" y="167"/>
                  </a:lnTo>
                  <a:lnTo>
                    <a:pt x="243" y="15"/>
                  </a:lnTo>
                  <a:lnTo>
                    <a:pt x="243" y="12"/>
                  </a:lnTo>
                  <a:lnTo>
                    <a:pt x="242" y="10"/>
                  </a:lnTo>
                  <a:lnTo>
                    <a:pt x="241" y="7"/>
                  </a:lnTo>
                  <a:lnTo>
                    <a:pt x="239" y="5"/>
                  </a:lnTo>
                  <a:lnTo>
                    <a:pt x="236" y="4"/>
                  </a:lnTo>
                  <a:lnTo>
                    <a:pt x="233" y="1"/>
                  </a:lnTo>
                  <a:lnTo>
                    <a:pt x="231" y="0"/>
                  </a:lnTo>
                  <a:lnTo>
                    <a:pt x="228"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34" name="Google Shape;334;p7"/>
            <p:cNvSpPr/>
            <p:nvPr/>
          </p:nvSpPr>
          <p:spPr>
            <a:xfrm>
              <a:off x="304800" y="822325"/>
              <a:ext cx="287338" cy="249238"/>
            </a:xfrm>
            <a:custGeom>
              <a:rect b="b" l="l" r="r" t="t"/>
              <a:pathLst>
                <a:path extrusionOk="0" h="786" w="907">
                  <a:moveTo>
                    <a:pt x="877" y="756"/>
                  </a:moveTo>
                  <a:lnTo>
                    <a:pt x="515" y="756"/>
                  </a:lnTo>
                  <a:lnTo>
                    <a:pt x="515" y="696"/>
                  </a:lnTo>
                  <a:lnTo>
                    <a:pt x="515" y="690"/>
                  </a:lnTo>
                  <a:lnTo>
                    <a:pt x="517" y="684"/>
                  </a:lnTo>
                  <a:lnTo>
                    <a:pt x="520" y="679"/>
                  </a:lnTo>
                  <a:lnTo>
                    <a:pt x="523" y="675"/>
                  </a:lnTo>
                  <a:lnTo>
                    <a:pt x="528" y="670"/>
                  </a:lnTo>
                  <a:lnTo>
                    <a:pt x="533" y="668"/>
                  </a:lnTo>
                  <a:lnTo>
                    <a:pt x="538" y="666"/>
                  </a:lnTo>
                  <a:lnTo>
                    <a:pt x="545" y="665"/>
                  </a:lnTo>
                  <a:lnTo>
                    <a:pt x="847" y="665"/>
                  </a:lnTo>
                  <a:lnTo>
                    <a:pt x="854" y="666"/>
                  </a:lnTo>
                  <a:lnTo>
                    <a:pt x="859" y="668"/>
                  </a:lnTo>
                  <a:lnTo>
                    <a:pt x="864" y="670"/>
                  </a:lnTo>
                  <a:lnTo>
                    <a:pt x="869" y="675"/>
                  </a:lnTo>
                  <a:lnTo>
                    <a:pt x="872" y="679"/>
                  </a:lnTo>
                  <a:lnTo>
                    <a:pt x="875" y="684"/>
                  </a:lnTo>
                  <a:lnTo>
                    <a:pt x="877" y="690"/>
                  </a:lnTo>
                  <a:lnTo>
                    <a:pt x="877" y="696"/>
                  </a:lnTo>
                  <a:lnTo>
                    <a:pt x="877" y="756"/>
                  </a:lnTo>
                  <a:close/>
                  <a:moveTo>
                    <a:pt x="545" y="424"/>
                  </a:moveTo>
                  <a:lnTo>
                    <a:pt x="545" y="417"/>
                  </a:lnTo>
                  <a:lnTo>
                    <a:pt x="547" y="412"/>
                  </a:lnTo>
                  <a:lnTo>
                    <a:pt x="550" y="407"/>
                  </a:lnTo>
                  <a:lnTo>
                    <a:pt x="553" y="402"/>
                  </a:lnTo>
                  <a:lnTo>
                    <a:pt x="558" y="398"/>
                  </a:lnTo>
                  <a:lnTo>
                    <a:pt x="563" y="396"/>
                  </a:lnTo>
                  <a:lnTo>
                    <a:pt x="568" y="394"/>
                  </a:lnTo>
                  <a:lnTo>
                    <a:pt x="575" y="393"/>
                  </a:lnTo>
                  <a:lnTo>
                    <a:pt x="817" y="393"/>
                  </a:lnTo>
                  <a:lnTo>
                    <a:pt x="823" y="394"/>
                  </a:lnTo>
                  <a:lnTo>
                    <a:pt x="829" y="396"/>
                  </a:lnTo>
                  <a:lnTo>
                    <a:pt x="834" y="398"/>
                  </a:lnTo>
                  <a:lnTo>
                    <a:pt x="839" y="402"/>
                  </a:lnTo>
                  <a:lnTo>
                    <a:pt x="842" y="407"/>
                  </a:lnTo>
                  <a:lnTo>
                    <a:pt x="845" y="412"/>
                  </a:lnTo>
                  <a:lnTo>
                    <a:pt x="846" y="417"/>
                  </a:lnTo>
                  <a:lnTo>
                    <a:pt x="847" y="424"/>
                  </a:lnTo>
                  <a:lnTo>
                    <a:pt x="847" y="635"/>
                  </a:lnTo>
                  <a:lnTo>
                    <a:pt x="545" y="635"/>
                  </a:lnTo>
                  <a:lnTo>
                    <a:pt x="545" y="424"/>
                  </a:lnTo>
                  <a:close/>
                  <a:moveTo>
                    <a:pt x="385" y="393"/>
                  </a:moveTo>
                  <a:lnTo>
                    <a:pt x="381" y="386"/>
                  </a:lnTo>
                  <a:lnTo>
                    <a:pt x="375" y="381"/>
                  </a:lnTo>
                  <a:lnTo>
                    <a:pt x="370" y="376"/>
                  </a:lnTo>
                  <a:lnTo>
                    <a:pt x="364" y="371"/>
                  </a:lnTo>
                  <a:lnTo>
                    <a:pt x="356" y="368"/>
                  </a:lnTo>
                  <a:lnTo>
                    <a:pt x="349" y="365"/>
                  </a:lnTo>
                  <a:lnTo>
                    <a:pt x="341" y="364"/>
                  </a:lnTo>
                  <a:lnTo>
                    <a:pt x="332" y="363"/>
                  </a:lnTo>
                  <a:lnTo>
                    <a:pt x="272" y="363"/>
                  </a:lnTo>
                  <a:lnTo>
                    <a:pt x="272" y="333"/>
                  </a:lnTo>
                  <a:lnTo>
                    <a:pt x="273" y="326"/>
                  </a:lnTo>
                  <a:lnTo>
                    <a:pt x="275" y="321"/>
                  </a:lnTo>
                  <a:lnTo>
                    <a:pt x="278" y="316"/>
                  </a:lnTo>
                  <a:lnTo>
                    <a:pt x="281" y="311"/>
                  </a:lnTo>
                  <a:lnTo>
                    <a:pt x="285" y="308"/>
                  </a:lnTo>
                  <a:lnTo>
                    <a:pt x="291" y="305"/>
                  </a:lnTo>
                  <a:lnTo>
                    <a:pt x="296" y="303"/>
                  </a:lnTo>
                  <a:lnTo>
                    <a:pt x="302" y="303"/>
                  </a:lnTo>
                  <a:lnTo>
                    <a:pt x="605" y="303"/>
                  </a:lnTo>
                  <a:lnTo>
                    <a:pt x="611" y="303"/>
                  </a:lnTo>
                  <a:lnTo>
                    <a:pt x="617" y="305"/>
                  </a:lnTo>
                  <a:lnTo>
                    <a:pt x="622" y="308"/>
                  </a:lnTo>
                  <a:lnTo>
                    <a:pt x="626" y="311"/>
                  </a:lnTo>
                  <a:lnTo>
                    <a:pt x="631" y="316"/>
                  </a:lnTo>
                  <a:lnTo>
                    <a:pt x="633" y="321"/>
                  </a:lnTo>
                  <a:lnTo>
                    <a:pt x="635" y="326"/>
                  </a:lnTo>
                  <a:lnTo>
                    <a:pt x="636" y="333"/>
                  </a:lnTo>
                  <a:lnTo>
                    <a:pt x="636" y="363"/>
                  </a:lnTo>
                  <a:lnTo>
                    <a:pt x="575" y="363"/>
                  </a:lnTo>
                  <a:lnTo>
                    <a:pt x="566" y="364"/>
                  </a:lnTo>
                  <a:lnTo>
                    <a:pt x="559" y="365"/>
                  </a:lnTo>
                  <a:lnTo>
                    <a:pt x="551" y="368"/>
                  </a:lnTo>
                  <a:lnTo>
                    <a:pt x="545" y="371"/>
                  </a:lnTo>
                  <a:lnTo>
                    <a:pt x="538" y="376"/>
                  </a:lnTo>
                  <a:lnTo>
                    <a:pt x="532" y="381"/>
                  </a:lnTo>
                  <a:lnTo>
                    <a:pt x="528" y="386"/>
                  </a:lnTo>
                  <a:lnTo>
                    <a:pt x="523" y="393"/>
                  </a:lnTo>
                  <a:lnTo>
                    <a:pt x="385" y="393"/>
                  </a:lnTo>
                  <a:close/>
                  <a:moveTo>
                    <a:pt x="60" y="635"/>
                  </a:moveTo>
                  <a:lnTo>
                    <a:pt x="60" y="424"/>
                  </a:lnTo>
                  <a:lnTo>
                    <a:pt x="61" y="417"/>
                  </a:lnTo>
                  <a:lnTo>
                    <a:pt x="63" y="412"/>
                  </a:lnTo>
                  <a:lnTo>
                    <a:pt x="65" y="407"/>
                  </a:lnTo>
                  <a:lnTo>
                    <a:pt x="70" y="402"/>
                  </a:lnTo>
                  <a:lnTo>
                    <a:pt x="74" y="398"/>
                  </a:lnTo>
                  <a:lnTo>
                    <a:pt x="79" y="396"/>
                  </a:lnTo>
                  <a:lnTo>
                    <a:pt x="85" y="394"/>
                  </a:lnTo>
                  <a:lnTo>
                    <a:pt x="91" y="393"/>
                  </a:lnTo>
                  <a:lnTo>
                    <a:pt x="332" y="393"/>
                  </a:lnTo>
                  <a:lnTo>
                    <a:pt x="339" y="394"/>
                  </a:lnTo>
                  <a:lnTo>
                    <a:pt x="344" y="396"/>
                  </a:lnTo>
                  <a:lnTo>
                    <a:pt x="350" y="398"/>
                  </a:lnTo>
                  <a:lnTo>
                    <a:pt x="354" y="402"/>
                  </a:lnTo>
                  <a:lnTo>
                    <a:pt x="358" y="407"/>
                  </a:lnTo>
                  <a:lnTo>
                    <a:pt x="360" y="412"/>
                  </a:lnTo>
                  <a:lnTo>
                    <a:pt x="363" y="417"/>
                  </a:lnTo>
                  <a:lnTo>
                    <a:pt x="364" y="424"/>
                  </a:lnTo>
                  <a:lnTo>
                    <a:pt x="364" y="635"/>
                  </a:lnTo>
                  <a:lnTo>
                    <a:pt x="60" y="635"/>
                  </a:lnTo>
                  <a:close/>
                  <a:moveTo>
                    <a:pt x="394" y="756"/>
                  </a:moveTo>
                  <a:lnTo>
                    <a:pt x="30" y="756"/>
                  </a:lnTo>
                  <a:lnTo>
                    <a:pt x="30" y="696"/>
                  </a:lnTo>
                  <a:lnTo>
                    <a:pt x="31" y="690"/>
                  </a:lnTo>
                  <a:lnTo>
                    <a:pt x="32" y="684"/>
                  </a:lnTo>
                  <a:lnTo>
                    <a:pt x="35" y="679"/>
                  </a:lnTo>
                  <a:lnTo>
                    <a:pt x="40" y="675"/>
                  </a:lnTo>
                  <a:lnTo>
                    <a:pt x="44" y="670"/>
                  </a:lnTo>
                  <a:lnTo>
                    <a:pt x="48" y="668"/>
                  </a:lnTo>
                  <a:lnTo>
                    <a:pt x="55" y="666"/>
                  </a:lnTo>
                  <a:lnTo>
                    <a:pt x="60" y="665"/>
                  </a:lnTo>
                  <a:lnTo>
                    <a:pt x="364" y="665"/>
                  </a:lnTo>
                  <a:lnTo>
                    <a:pt x="369" y="666"/>
                  </a:lnTo>
                  <a:lnTo>
                    <a:pt x="375" y="668"/>
                  </a:lnTo>
                  <a:lnTo>
                    <a:pt x="380" y="670"/>
                  </a:lnTo>
                  <a:lnTo>
                    <a:pt x="385" y="675"/>
                  </a:lnTo>
                  <a:lnTo>
                    <a:pt x="388" y="679"/>
                  </a:lnTo>
                  <a:lnTo>
                    <a:pt x="391" y="684"/>
                  </a:lnTo>
                  <a:lnTo>
                    <a:pt x="393" y="690"/>
                  </a:lnTo>
                  <a:lnTo>
                    <a:pt x="394" y="696"/>
                  </a:lnTo>
                  <a:lnTo>
                    <a:pt x="394" y="756"/>
                  </a:lnTo>
                  <a:close/>
                  <a:moveTo>
                    <a:pt x="302" y="60"/>
                  </a:moveTo>
                  <a:lnTo>
                    <a:pt x="304" y="54"/>
                  </a:lnTo>
                  <a:lnTo>
                    <a:pt x="305" y="49"/>
                  </a:lnTo>
                  <a:lnTo>
                    <a:pt x="308" y="43"/>
                  </a:lnTo>
                  <a:lnTo>
                    <a:pt x="311" y="39"/>
                  </a:lnTo>
                  <a:lnTo>
                    <a:pt x="316" y="36"/>
                  </a:lnTo>
                  <a:lnTo>
                    <a:pt x="321" y="33"/>
                  </a:lnTo>
                  <a:lnTo>
                    <a:pt x="327" y="30"/>
                  </a:lnTo>
                  <a:lnTo>
                    <a:pt x="332" y="30"/>
                  </a:lnTo>
                  <a:lnTo>
                    <a:pt x="575" y="30"/>
                  </a:lnTo>
                  <a:lnTo>
                    <a:pt x="581" y="30"/>
                  </a:lnTo>
                  <a:lnTo>
                    <a:pt x="587" y="33"/>
                  </a:lnTo>
                  <a:lnTo>
                    <a:pt x="592" y="36"/>
                  </a:lnTo>
                  <a:lnTo>
                    <a:pt x="596" y="39"/>
                  </a:lnTo>
                  <a:lnTo>
                    <a:pt x="600" y="43"/>
                  </a:lnTo>
                  <a:lnTo>
                    <a:pt x="603" y="49"/>
                  </a:lnTo>
                  <a:lnTo>
                    <a:pt x="605" y="54"/>
                  </a:lnTo>
                  <a:lnTo>
                    <a:pt x="605" y="60"/>
                  </a:lnTo>
                  <a:lnTo>
                    <a:pt x="605" y="273"/>
                  </a:lnTo>
                  <a:lnTo>
                    <a:pt x="302" y="273"/>
                  </a:lnTo>
                  <a:lnTo>
                    <a:pt x="302" y="60"/>
                  </a:lnTo>
                  <a:close/>
                  <a:moveTo>
                    <a:pt x="877" y="644"/>
                  </a:moveTo>
                  <a:lnTo>
                    <a:pt x="877" y="424"/>
                  </a:lnTo>
                  <a:lnTo>
                    <a:pt x="877" y="417"/>
                  </a:lnTo>
                  <a:lnTo>
                    <a:pt x="876" y="411"/>
                  </a:lnTo>
                  <a:lnTo>
                    <a:pt x="875" y="406"/>
                  </a:lnTo>
                  <a:lnTo>
                    <a:pt x="873" y="400"/>
                  </a:lnTo>
                  <a:lnTo>
                    <a:pt x="870" y="395"/>
                  </a:lnTo>
                  <a:lnTo>
                    <a:pt x="868" y="389"/>
                  </a:lnTo>
                  <a:lnTo>
                    <a:pt x="863" y="385"/>
                  </a:lnTo>
                  <a:lnTo>
                    <a:pt x="860" y="381"/>
                  </a:lnTo>
                  <a:lnTo>
                    <a:pt x="856" y="377"/>
                  </a:lnTo>
                  <a:lnTo>
                    <a:pt x="850" y="373"/>
                  </a:lnTo>
                  <a:lnTo>
                    <a:pt x="846" y="370"/>
                  </a:lnTo>
                  <a:lnTo>
                    <a:pt x="841" y="368"/>
                  </a:lnTo>
                  <a:lnTo>
                    <a:pt x="835" y="366"/>
                  </a:lnTo>
                  <a:lnTo>
                    <a:pt x="829" y="364"/>
                  </a:lnTo>
                  <a:lnTo>
                    <a:pt x="824" y="364"/>
                  </a:lnTo>
                  <a:lnTo>
                    <a:pt x="817" y="363"/>
                  </a:lnTo>
                  <a:lnTo>
                    <a:pt x="666" y="363"/>
                  </a:lnTo>
                  <a:lnTo>
                    <a:pt x="666" y="333"/>
                  </a:lnTo>
                  <a:lnTo>
                    <a:pt x="665" y="324"/>
                  </a:lnTo>
                  <a:lnTo>
                    <a:pt x="664" y="317"/>
                  </a:lnTo>
                  <a:lnTo>
                    <a:pt x="661" y="309"/>
                  </a:lnTo>
                  <a:lnTo>
                    <a:pt x="657" y="303"/>
                  </a:lnTo>
                  <a:lnTo>
                    <a:pt x="653" y="296"/>
                  </a:lnTo>
                  <a:lnTo>
                    <a:pt x="648" y="290"/>
                  </a:lnTo>
                  <a:lnTo>
                    <a:pt x="642" y="284"/>
                  </a:lnTo>
                  <a:lnTo>
                    <a:pt x="636" y="280"/>
                  </a:lnTo>
                  <a:lnTo>
                    <a:pt x="636" y="60"/>
                  </a:lnTo>
                  <a:lnTo>
                    <a:pt x="635" y="54"/>
                  </a:lnTo>
                  <a:lnTo>
                    <a:pt x="634" y="49"/>
                  </a:lnTo>
                  <a:lnTo>
                    <a:pt x="633" y="42"/>
                  </a:lnTo>
                  <a:lnTo>
                    <a:pt x="631" y="37"/>
                  </a:lnTo>
                  <a:lnTo>
                    <a:pt x="628" y="31"/>
                  </a:lnTo>
                  <a:lnTo>
                    <a:pt x="625" y="27"/>
                  </a:lnTo>
                  <a:lnTo>
                    <a:pt x="622" y="22"/>
                  </a:lnTo>
                  <a:lnTo>
                    <a:pt x="618" y="18"/>
                  </a:lnTo>
                  <a:lnTo>
                    <a:pt x="613" y="14"/>
                  </a:lnTo>
                  <a:lnTo>
                    <a:pt x="609" y="10"/>
                  </a:lnTo>
                  <a:lnTo>
                    <a:pt x="604" y="7"/>
                  </a:lnTo>
                  <a:lnTo>
                    <a:pt x="598" y="5"/>
                  </a:lnTo>
                  <a:lnTo>
                    <a:pt x="593" y="3"/>
                  </a:lnTo>
                  <a:lnTo>
                    <a:pt x="587" y="1"/>
                  </a:lnTo>
                  <a:lnTo>
                    <a:pt x="581" y="0"/>
                  </a:lnTo>
                  <a:lnTo>
                    <a:pt x="575" y="0"/>
                  </a:lnTo>
                  <a:lnTo>
                    <a:pt x="332" y="0"/>
                  </a:lnTo>
                  <a:lnTo>
                    <a:pt x="327" y="0"/>
                  </a:lnTo>
                  <a:lnTo>
                    <a:pt x="321" y="1"/>
                  </a:lnTo>
                  <a:lnTo>
                    <a:pt x="315" y="3"/>
                  </a:lnTo>
                  <a:lnTo>
                    <a:pt x="309" y="5"/>
                  </a:lnTo>
                  <a:lnTo>
                    <a:pt x="304" y="7"/>
                  </a:lnTo>
                  <a:lnTo>
                    <a:pt x="299" y="10"/>
                  </a:lnTo>
                  <a:lnTo>
                    <a:pt x="294" y="14"/>
                  </a:lnTo>
                  <a:lnTo>
                    <a:pt x="290" y="18"/>
                  </a:lnTo>
                  <a:lnTo>
                    <a:pt x="286" y="22"/>
                  </a:lnTo>
                  <a:lnTo>
                    <a:pt x="283" y="27"/>
                  </a:lnTo>
                  <a:lnTo>
                    <a:pt x="280" y="31"/>
                  </a:lnTo>
                  <a:lnTo>
                    <a:pt x="277" y="37"/>
                  </a:lnTo>
                  <a:lnTo>
                    <a:pt x="275" y="42"/>
                  </a:lnTo>
                  <a:lnTo>
                    <a:pt x="273" y="49"/>
                  </a:lnTo>
                  <a:lnTo>
                    <a:pt x="272" y="54"/>
                  </a:lnTo>
                  <a:lnTo>
                    <a:pt x="272" y="60"/>
                  </a:lnTo>
                  <a:lnTo>
                    <a:pt x="272" y="280"/>
                  </a:lnTo>
                  <a:lnTo>
                    <a:pt x="266" y="284"/>
                  </a:lnTo>
                  <a:lnTo>
                    <a:pt x="260" y="290"/>
                  </a:lnTo>
                  <a:lnTo>
                    <a:pt x="255" y="296"/>
                  </a:lnTo>
                  <a:lnTo>
                    <a:pt x="251" y="303"/>
                  </a:lnTo>
                  <a:lnTo>
                    <a:pt x="247" y="309"/>
                  </a:lnTo>
                  <a:lnTo>
                    <a:pt x="245" y="317"/>
                  </a:lnTo>
                  <a:lnTo>
                    <a:pt x="242" y="324"/>
                  </a:lnTo>
                  <a:lnTo>
                    <a:pt x="242" y="333"/>
                  </a:lnTo>
                  <a:lnTo>
                    <a:pt x="242" y="363"/>
                  </a:lnTo>
                  <a:lnTo>
                    <a:pt x="91" y="363"/>
                  </a:lnTo>
                  <a:lnTo>
                    <a:pt x="85" y="364"/>
                  </a:lnTo>
                  <a:lnTo>
                    <a:pt x="78" y="364"/>
                  </a:lnTo>
                  <a:lnTo>
                    <a:pt x="73" y="366"/>
                  </a:lnTo>
                  <a:lnTo>
                    <a:pt x="68" y="368"/>
                  </a:lnTo>
                  <a:lnTo>
                    <a:pt x="62" y="370"/>
                  </a:lnTo>
                  <a:lnTo>
                    <a:pt x="57" y="373"/>
                  </a:lnTo>
                  <a:lnTo>
                    <a:pt x="53" y="377"/>
                  </a:lnTo>
                  <a:lnTo>
                    <a:pt x="48" y="381"/>
                  </a:lnTo>
                  <a:lnTo>
                    <a:pt x="44" y="385"/>
                  </a:lnTo>
                  <a:lnTo>
                    <a:pt x="41" y="389"/>
                  </a:lnTo>
                  <a:lnTo>
                    <a:pt x="38" y="395"/>
                  </a:lnTo>
                  <a:lnTo>
                    <a:pt x="35" y="400"/>
                  </a:lnTo>
                  <a:lnTo>
                    <a:pt x="33" y="406"/>
                  </a:lnTo>
                  <a:lnTo>
                    <a:pt x="31" y="411"/>
                  </a:lnTo>
                  <a:lnTo>
                    <a:pt x="31" y="417"/>
                  </a:lnTo>
                  <a:lnTo>
                    <a:pt x="30" y="424"/>
                  </a:lnTo>
                  <a:lnTo>
                    <a:pt x="30" y="644"/>
                  </a:lnTo>
                  <a:lnTo>
                    <a:pt x="24" y="648"/>
                  </a:lnTo>
                  <a:lnTo>
                    <a:pt x="18" y="653"/>
                  </a:lnTo>
                  <a:lnTo>
                    <a:pt x="13" y="659"/>
                  </a:lnTo>
                  <a:lnTo>
                    <a:pt x="9" y="665"/>
                  </a:lnTo>
                  <a:lnTo>
                    <a:pt x="4" y="672"/>
                  </a:lnTo>
                  <a:lnTo>
                    <a:pt x="2" y="680"/>
                  </a:lnTo>
                  <a:lnTo>
                    <a:pt x="1" y="688"/>
                  </a:lnTo>
                  <a:lnTo>
                    <a:pt x="0" y="696"/>
                  </a:lnTo>
                  <a:lnTo>
                    <a:pt x="0" y="771"/>
                  </a:lnTo>
                  <a:lnTo>
                    <a:pt x="0" y="774"/>
                  </a:lnTo>
                  <a:lnTo>
                    <a:pt x="1" y="778"/>
                  </a:lnTo>
                  <a:lnTo>
                    <a:pt x="2" y="780"/>
                  </a:lnTo>
                  <a:lnTo>
                    <a:pt x="4" y="782"/>
                  </a:lnTo>
                  <a:lnTo>
                    <a:pt x="6" y="784"/>
                  </a:lnTo>
                  <a:lnTo>
                    <a:pt x="10" y="785"/>
                  </a:lnTo>
                  <a:lnTo>
                    <a:pt x="12" y="786"/>
                  </a:lnTo>
                  <a:lnTo>
                    <a:pt x="15" y="786"/>
                  </a:lnTo>
                  <a:lnTo>
                    <a:pt x="409" y="786"/>
                  </a:lnTo>
                  <a:lnTo>
                    <a:pt x="412" y="786"/>
                  </a:lnTo>
                  <a:lnTo>
                    <a:pt x="414" y="785"/>
                  </a:lnTo>
                  <a:lnTo>
                    <a:pt x="417" y="784"/>
                  </a:lnTo>
                  <a:lnTo>
                    <a:pt x="419" y="782"/>
                  </a:lnTo>
                  <a:lnTo>
                    <a:pt x="421" y="780"/>
                  </a:lnTo>
                  <a:lnTo>
                    <a:pt x="423" y="778"/>
                  </a:lnTo>
                  <a:lnTo>
                    <a:pt x="424" y="774"/>
                  </a:lnTo>
                  <a:lnTo>
                    <a:pt x="424" y="771"/>
                  </a:lnTo>
                  <a:lnTo>
                    <a:pt x="424" y="696"/>
                  </a:lnTo>
                  <a:lnTo>
                    <a:pt x="423" y="688"/>
                  </a:lnTo>
                  <a:lnTo>
                    <a:pt x="421" y="680"/>
                  </a:lnTo>
                  <a:lnTo>
                    <a:pt x="419" y="672"/>
                  </a:lnTo>
                  <a:lnTo>
                    <a:pt x="415" y="665"/>
                  </a:lnTo>
                  <a:lnTo>
                    <a:pt x="411" y="659"/>
                  </a:lnTo>
                  <a:lnTo>
                    <a:pt x="405" y="653"/>
                  </a:lnTo>
                  <a:lnTo>
                    <a:pt x="400" y="648"/>
                  </a:lnTo>
                  <a:lnTo>
                    <a:pt x="394" y="644"/>
                  </a:lnTo>
                  <a:lnTo>
                    <a:pt x="394" y="424"/>
                  </a:lnTo>
                  <a:lnTo>
                    <a:pt x="515" y="424"/>
                  </a:lnTo>
                  <a:lnTo>
                    <a:pt x="515" y="644"/>
                  </a:lnTo>
                  <a:lnTo>
                    <a:pt x="508" y="648"/>
                  </a:lnTo>
                  <a:lnTo>
                    <a:pt x="502" y="653"/>
                  </a:lnTo>
                  <a:lnTo>
                    <a:pt x="497" y="659"/>
                  </a:lnTo>
                  <a:lnTo>
                    <a:pt x="492" y="665"/>
                  </a:lnTo>
                  <a:lnTo>
                    <a:pt x="489" y="672"/>
                  </a:lnTo>
                  <a:lnTo>
                    <a:pt x="486" y="680"/>
                  </a:lnTo>
                  <a:lnTo>
                    <a:pt x="485" y="688"/>
                  </a:lnTo>
                  <a:lnTo>
                    <a:pt x="484" y="696"/>
                  </a:lnTo>
                  <a:lnTo>
                    <a:pt x="484" y="771"/>
                  </a:lnTo>
                  <a:lnTo>
                    <a:pt x="485" y="774"/>
                  </a:lnTo>
                  <a:lnTo>
                    <a:pt x="486" y="778"/>
                  </a:lnTo>
                  <a:lnTo>
                    <a:pt x="487" y="780"/>
                  </a:lnTo>
                  <a:lnTo>
                    <a:pt x="489" y="782"/>
                  </a:lnTo>
                  <a:lnTo>
                    <a:pt x="491" y="784"/>
                  </a:lnTo>
                  <a:lnTo>
                    <a:pt x="493" y="785"/>
                  </a:lnTo>
                  <a:lnTo>
                    <a:pt x="497" y="786"/>
                  </a:lnTo>
                  <a:lnTo>
                    <a:pt x="500" y="786"/>
                  </a:lnTo>
                  <a:lnTo>
                    <a:pt x="892" y="786"/>
                  </a:lnTo>
                  <a:lnTo>
                    <a:pt x="896" y="786"/>
                  </a:lnTo>
                  <a:lnTo>
                    <a:pt x="899" y="785"/>
                  </a:lnTo>
                  <a:lnTo>
                    <a:pt x="901" y="784"/>
                  </a:lnTo>
                  <a:lnTo>
                    <a:pt x="903" y="782"/>
                  </a:lnTo>
                  <a:lnTo>
                    <a:pt x="905" y="780"/>
                  </a:lnTo>
                  <a:lnTo>
                    <a:pt x="906" y="778"/>
                  </a:lnTo>
                  <a:lnTo>
                    <a:pt x="907" y="774"/>
                  </a:lnTo>
                  <a:lnTo>
                    <a:pt x="907" y="771"/>
                  </a:lnTo>
                  <a:lnTo>
                    <a:pt x="907" y="696"/>
                  </a:lnTo>
                  <a:lnTo>
                    <a:pt x="907" y="688"/>
                  </a:lnTo>
                  <a:lnTo>
                    <a:pt x="905" y="680"/>
                  </a:lnTo>
                  <a:lnTo>
                    <a:pt x="903" y="672"/>
                  </a:lnTo>
                  <a:lnTo>
                    <a:pt x="900" y="665"/>
                  </a:lnTo>
                  <a:lnTo>
                    <a:pt x="896" y="659"/>
                  </a:lnTo>
                  <a:lnTo>
                    <a:pt x="890" y="653"/>
                  </a:lnTo>
                  <a:lnTo>
                    <a:pt x="884" y="648"/>
                  </a:lnTo>
                  <a:lnTo>
                    <a:pt x="877" y="64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35" name="Google Shape;335;p7"/>
            <p:cNvSpPr/>
            <p:nvPr/>
          </p:nvSpPr>
          <p:spPr>
            <a:xfrm>
              <a:off x="487363" y="957263"/>
              <a:ext cx="76200" cy="57150"/>
            </a:xfrm>
            <a:custGeom>
              <a:rect b="b" l="l" r="r" t="t"/>
              <a:pathLst>
                <a:path extrusionOk="0" h="181" w="242">
                  <a:moveTo>
                    <a:pt x="212" y="151"/>
                  </a:moveTo>
                  <a:lnTo>
                    <a:pt x="30" y="151"/>
                  </a:lnTo>
                  <a:lnTo>
                    <a:pt x="30" y="30"/>
                  </a:lnTo>
                  <a:lnTo>
                    <a:pt x="212" y="30"/>
                  </a:lnTo>
                  <a:lnTo>
                    <a:pt x="212" y="151"/>
                  </a:lnTo>
                  <a:close/>
                  <a:moveTo>
                    <a:pt x="227" y="0"/>
                  </a:moveTo>
                  <a:lnTo>
                    <a:pt x="15" y="0"/>
                  </a:lnTo>
                  <a:lnTo>
                    <a:pt x="12" y="0"/>
                  </a:lnTo>
                  <a:lnTo>
                    <a:pt x="10" y="1"/>
                  </a:lnTo>
                  <a:lnTo>
                    <a:pt x="6" y="2"/>
                  </a:lnTo>
                  <a:lnTo>
                    <a:pt x="4" y="4"/>
                  </a:lnTo>
                  <a:lnTo>
                    <a:pt x="3" y="6"/>
                  </a:lnTo>
                  <a:lnTo>
                    <a:pt x="1" y="8"/>
                  </a:lnTo>
                  <a:lnTo>
                    <a:pt x="0" y="12"/>
                  </a:lnTo>
                  <a:lnTo>
                    <a:pt x="0" y="15"/>
                  </a:lnTo>
                  <a:lnTo>
                    <a:pt x="0" y="166"/>
                  </a:lnTo>
                  <a:lnTo>
                    <a:pt x="0" y="169"/>
                  </a:lnTo>
                  <a:lnTo>
                    <a:pt x="1" y="171"/>
                  </a:lnTo>
                  <a:lnTo>
                    <a:pt x="3" y="175"/>
                  </a:lnTo>
                  <a:lnTo>
                    <a:pt x="4" y="177"/>
                  </a:lnTo>
                  <a:lnTo>
                    <a:pt x="6" y="179"/>
                  </a:lnTo>
                  <a:lnTo>
                    <a:pt x="10" y="180"/>
                  </a:lnTo>
                  <a:lnTo>
                    <a:pt x="12" y="181"/>
                  </a:lnTo>
                  <a:lnTo>
                    <a:pt x="15" y="181"/>
                  </a:lnTo>
                  <a:lnTo>
                    <a:pt x="227" y="181"/>
                  </a:lnTo>
                  <a:lnTo>
                    <a:pt x="230" y="181"/>
                  </a:lnTo>
                  <a:lnTo>
                    <a:pt x="233" y="180"/>
                  </a:lnTo>
                  <a:lnTo>
                    <a:pt x="236" y="178"/>
                  </a:lnTo>
                  <a:lnTo>
                    <a:pt x="238" y="177"/>
                  </a:lnTo>
                  <a:lnTo>
                    <a:pt x="239" y="175"/>
                  </a:lnTo>
                  <a:lnTo>
                    <a:pt x="241" y="171"/>
                  </a:lnTo>
                  <a:lnTo>
                    <a:pt x="242" y="169"/>
                  </a:lnTo>
                  <a:lnTo>
                    <a:pt x="242" y="166"/>
                  </a:lnTo>
                  <a:lnTo>
                    <a:pt x="242" y="15"/>
                  </a:lnTo>
                  <a:lnTo>
                    <a:pt x="242" y="12"/>
                  </a:lnTo>
                  <a:lnTo>
                    <a:pt x="241" y="8"/>
                  </a:lnTo>
                  <a:lnTo>
                    <a:pt x="239" y="6"/>
                  </a:lnTo>
                  <a:lnTo>
                    <a:pt x="238" y="4"/>
                  </a:lnTo>
                  <a:lnTo>
                    <a:pt x="236" y="2"/>
                  </a:lnTo>
                  <a:lnTo>
                    <a:pt x="233" y="1"/>
                  </a:lnTo>
                  <a:lnTo>
                    <a:pt x="230" y="0"/>
                  </a:lnTo>
                  <a:lnTo>
                    <a:pt x="227"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336" name="Google Shape;336;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C:\Users\Admin\Downloads\logo (2).png" id="337" name="Google Shape;337;p7"/>
          <p:cNvPicPr preferRelativeResize="0"/>
          <p:nvPr/>
        </p:nvPicPr>
        <p:blipFill rotWithShape="1">
          <a:blip r:embed="rId3">
            <a:alphaModFix/>
          </a:blip>
          <a:srcRect b="0" l="0" r="0" t="0"/>
          <a:stretch/>
        </p:blipFill>
        <p:spPr>
          <a:xfrm>
            <a:off x="10737606" y="5569228"/>
            <a:ext cx="1314450" cy="838200"/>
          </a:xfrm>
          <a:prstGeom prst="rect">
            <a:avLst/>
          </a:prstGeom>
          <a:noFill/>
          <a:ln>
            <a:noFill/>
          </a:ln>
        </p:spPr>
      </p:pic>
      <p:sp>
        <p:nvSpPr>
          <p:cNvPr id="338" name="Google Shape;338;p7"/>
          <p:cNvSpPr txBox="1"/>
          <p:nvPr/>
        </p:nvSpPr>
        <p:spPr>
          <a:xfrm>
            <a:off x="1285876" y="327481"/>
            <a:ext cx="9636000" cy="431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lang="en-US" sz="2800">
                <a:solidFill>
                  <a:schemeClr val="lt1"/>
                </a:solidFill>
                <a:latin typeface="Century Gothic"/>
                <a:ea typeface="Century Gothic"/>
                <a:cs typeface="Century Gothic"/>
                <a:sym typeface="Century Gothic"/>
              </a:rPr>
              <a:t>GA4 </a:t>
            </a:r>
            <a:r>
              <a:rPr b="0" i="0" lang="en-US" sz="2800" u="none" cap="none" strike="noStrike">
                <a:solidFill>
                  <a:schemeClr val="lt1"/>
                </a:solidFill>
                <a:latin typeface="Century Gothic"/>
                <a:ea typeface="Century Gothic"/>
                <a:cs typeface="Century Gothic"/>
                <a:sym typeface="Century Gothic"/>
              </a:rPr>
              <a:t>Result</a:t>
            </a:r>
            <a:endParaRPr b="0" i="0" sz="2800" u="none" cap="none" strike="noStrike">
              <a:solidFill>
                <a:schemeClr val="lt1"/>
              </a:solidFill>
              <a:latin typeface="Century Gothic"/>
              <a:ea typeface="Century Gothic"/>
              <a:cs typeface="Century Gothic"/>
              <a:sym typeface="Century Gothic"/>
            </a:endParaRPr>
          </a:p>
        </p:txBody>
      </p:sp>
      <p:sp>
        <p:nvSpPr>
          <p:cNvPr id="339" name="Google Shape;339;p7"/>
          <p:cNvSpPr/>
          <p:nvPr/>
        </p:nvSpPr>
        <p:spPr>
          <a:xfrm>
            <a:off x="796128" y="1410226"/>
            <a:ext cx="4307500" cy="116955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Our main high competitive keywords are rank on the 1st page in Search Engine.</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Our website traffic continuously has increased as compared with the previous year</a:t>
            </a:r>
            <a:r>
              <a:rPr lang="en-US"/>
              <a:t>.</a:t>
            </a:r>
            <a:endParaRPr/>
          </a:p>
        </p:txBody>
      </p:sp>
      <p:pic>
        <p:nvPicPr>
          <p:cNvPr id="340" name="Google Shape;340;p7"/>
          <p:cNvPicPr preferRelativeResize="0"/>
          <p:nvPr/>
        </p:nvPicPr>
        <p:blipFill rotWithShape="1">
          <a:blip r:embed="rId4">
            <a:alphaModFix/>
          </a:blip>
          <a:srcRect b="0" l="0" r="0" t="0"/>
          <a:stretch/>
        </p:blipFill>
        <p:spPr>
          <a:xfrm>
            <a:off x="5642618" y="1099664"/>
            <a:ext cx="6324378" cy="1935412"/>
          </a:xfrm>
          <a:prstGeom prst="rect">
            <a:avLst/>
          </a:prstGeom>
          <a:noFill/>
          <a:ln>
            <a:noFill/>
          </a:ln>
        </p:spPr>
      </p:pic>
      <p:pic>
        <p:nvPicPr>
          <p:cNvPr id="341" name="Google Shape;341;p7"/>
          <p:cNvPicPr preferRelativeResize="0"/>
          <p:nvPr/>
        </p:nvPicPr>
        <p:blipFill rotWithShape="1">
          <a:blip r:embed="rId5">
            <a:alphaModFix/>
          </a:blip>
          <a:srcRect b="0" l="0" r="0" t="0"/>
          <a:stretch/>
        </p:blipFill>
        <p:spPr>
          <a:xfrm>
            <a:off x="369786" y="3242944"/>
            <a:ext cx="11092928" cy="2585461"/>
          </a:xfrm>
          <a:prstGeom prst="rect">
            <a:avLst/>
          </a:prstGeom>
          <a:noFill/>
          <a:ln>
            <a:noFill/>
          </a:ln>
        </p:spPr>
      </p:pic>
      <p:sp>
        <p:nvSpPr>
          <p:cNvPr id="342" name="Google Shape;342;p7"/>
          <p:cNvSpPr txBox="1"/>
          <p:nvPr/>
        </p:nvSpPr>
        <p:spPr>
          <a:xfrm>
            <a:off x="796127" y="6094740"/>
            <a:ext cx="9134453" cy="30777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Organic Traffic is </a:t>
            </a:r>
            <a:r>
              <a:rPr b="0" i="0" lang="en-US" sz="1400" u="none" cap="none" strike="noStrike">
                <a:solidFill>
                  <a:srgbClr val="000000"/>
                </a:solidFill>
                <a:highlight>
                  <a:srgbClr val="00FF00"/>
                </a:highlight>
                <a:latin typeface="Arial"/>
                <a:ea typeface="Arial"/>
                <a:cs typeface="Arial"/>
                <a:sym typeface="Arial"/>
              </a:rPr>
              <a:t>Increased by 270% </a:t>
            </a:r>
            <a:r>
              <a:rPr b="0" i="0" lang="en-US" sz="1400" u="none" cap="none" strike="noStrike">
                <a:solidFill>
                  <a:srgbClr val="000000"/>
                </a:solidFill>
                <a:latin typeface="Arial"/>
                <a:ea typeface="Arial"/>
                <a:cs typeface="Arial"/>
                <a:sym typeface="Arial"/>
              </a:rPr>
              <a:t>is As compared to Last One Year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0"/>
          <p:cNvSpPr/>
          <p:nvPr/>
        </p:nvSpPr>
        <p:spPr>
          <a:xfrm>
            <a:off x="0" y="266700"/>
            <a:ext cx="12192000" cy="55245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nvGrpSpPr>
          <p:cNvPr id="348" name="Google Shape;348;p40"/>
          <p:cNvGrpSpPr/>
          <p:nvPr/>
        </p:nvGrpSpPr>
        <p:grpSpPr>
          <a:xfrm>
            <a:off x="271463" y="171450"/>
            <a:ext cx="790575" cy="742950"/>
            <a:chOff x="11182350" y="171450"/>
            <a:chExt cx="790575" cy="742950"/>
          </a:xfrm>
        </p:grpSpPr>
        <p:sp>
          <p:nvSpPr>
            <p:cNvPr id="349" name="Google Shape;349;p40"/>
            <p:cNvSpPr/>
            <p:nvPr/>
          </p:nvSpPr>
          <p:spPr>
            <a:xfrm>
              <a:off x="11182350" y="171450"/>
              <a:ext cx="742950" cy="742950"/>
            </a:xfrm>
            <a:prstGeom prst="rect">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350" name="Google Shape;350;p40"/>
            <p:cNvSpPr/>
            <p:nvPr/>
          </p:nvSpPr>
          <p:spPr>
            <a:xfrm>
              <a:off x="11925300" y="171450"/>
              <a:ext cx="47625" cy="9525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351" name="Google Shape;351;p40"/>
            <p:cNvSpPr/>
            <p:nvPr/>
          </p:nvSpPr>
          <p:spPr>
            <a:xfrm flipH="1" rot="10800000">
              <a:off x="11925300" y="819150"/>
              <a:ext cx="47625" cy="9525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grpSp>
        <p:nvGrpSpPr>
          <p:cNvPr id="352" name="Google Shape;352;p40"/>
          <p:cNvGrpSpPr/>
          <p:nvPr/>
        </p:nvGrpSpPr>
        <p:grpSpPr>
          <a:xfrm>
            <a:off x="451715" y="377056"/>
            <a:ext cx="382447" cy="331736"/>
            <a:chOff x="304800" y="822325"/>
            <a:chExt cx="287338" cy="249238"/>
          </a:xfrm>
        </p:grpSpPr>
        <p:sp>
          <p:nvSpPr>
            <p:cNvPr id="353" name="Google Shape;353;p40"/>
            <p:cNvSpPr/>
            <p:nvPr/>
          </p:nvSpPr>
          <p:spPr>
            <a:xfrm>
              <a:off x="333375" y="957263"/>
              <a:ext cx="76200" cy="57150"/>
            </a:xfrm>
            <a:custGeom>
              <a:rect b="b" l="l" r="r" t="t"/>
              <a:pathLst>
                <a:path extrusionOk="0" h="181" w="241">
                  <a:moveTo>
                    <a:pt x="211" y="151"/>
                  </a:moveTo>
                  <a:lnTo>
                    <a:pt x="30" y="151"/>
                  </a:lnTo>
                  <a:lnTo>
                    <a:pt x="30" y="30"/>
                  </a:lnTo>
                  <a:lnTo>
                    <a:pt x="211" y="30"/>
                  </a:lnTo>
                  <a:lnTo>
                    <a:pt x="211" y="151"/>
                  </a:lnTo>
                  <a:close/>
                  <a:moveTo>
                    <a:pt x="226" y="0"/>
                  </a:moveTo>
                  <a:lnTo>
                    <a:pt x="15" y="0"/>
                  </a:lnTo>
                  <a:lnTo>
                    <a:pt x="12" y="0"/>
                  </a:lnTo>
                  <a:lnTo>
                    <a:pt x="9" y="1"/>
                  </a:lnTo>
                  <a:lnTo>
                    <a:pt x="7" y="2"/>
                  </a:lnTo>
                  <a:lnTo>
                    <a:pt x="4" y="4"/>
                  </a:lnTo>
                  <a:lnTo>
                    <a:pt x="2" y="6"/>
                  </a:lnTo>
                  <a:lnTo>
                    <a:pt x="1" y="8"/>
                  </a:lnTo>
                  <a:lnTo>
                    <a:pt x="0" y="12"/>
                  </a:lnTo>
                  <a:lnTo>
                    <a:pt x="0" y="15"/>
                  </a:lnTo>
                  <a:lnTo>
                    <a:pt x="0" y="166"/>
                  </a:lnTo>
                  <a:lnTo>
                    <a:pt x="0" y="169"/>
                  </a:lnTo>
                  <a:lnTo>
                    <a:pt x="1" y="171"/>
                  </a:lnTo>
                  <a:lnTo>
                    <a:pt x="2" y="175"/>
                  </a:lnTo>
                  <a:lnTo>
                    <a:pt x="4" y="177"/>
                  </a:lnTo>
                  <a:lnTo>
                    <a:pt x="7" y="179"/>
                  </a:lnTo>
                  <a:lnTo>
                    <a:pt x="9" y="180"/>
                  </a:lnTo>
                  <a:lnTo>
                    <a:pt x="12" y="181"/>
                  </a:lnTo>
                  <a:lnTo>
                    <a:pt x="15" y="181"/>
                  </a:lnTo>
                  <a:lnTo>
                    <a:pt x="226" y="181"/>
                  </a:lnTo>
                  <a:lnTo>
                    <a:pt x="230" y="181"/>
                  </a:lnTo>
                  <a:lnTo>
                    <a:pt x="233" y="180"/>
                  </a:lnTo>
                  <a:lnTo>
                    <a:pt x="235" y="178"/>
                  </a:lnTo>
                  <a:lnTo>
                    <a:pt x="237" y="177"/>
                  </a:lnTo>
                  <a:lnTo>
                    <a:pt x="239" y="175"/>
                  </a:lnTo>
                  <a:lnTo>
                    <a:pt x="240" y="171"/>
                  </a:lnTo>
                  <a:lnTo>
                    <a:pt x="241" y="169"/>
                  </a:lnTo>
                  <a:lnTo>
                    <a:pt x="241" y="166"/>
                  </a:lnTo>
                  <a:lnTo>
                    <a:pt x="241" y="15"/>
                  </a:lnTo>
                  <a:lnTo>
                    <a:pt x="241" y="12"/>
                  </a:lnTo>
                  <a:lnTo>
                    <a:pt x="240" y="8"/>
                  </a:lnTo>
                  <a:lnTo>
                    <a:pt x="239" y="6"/>
                  </a:lnTo>
                  <a:lnTo>
                    <a:pt x="237" y="4"/>
                  </a:lnTo>
                  <a:lnTo>
                    <a:pt x="235" y="2"/>
                  </a:lnTo>
                  <a:lnTo>
                    <a:pt x="233" y="1"/>
                  </a:lnTo>
                  <a:lnTo>
                    <a:pt x="230" y="0"/>
                  </a:lnTo>
                  <a:lnTo>
                    <a:pt x="2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54" name="Google Shape;354;p40"/>
            <p:cNvSpPr/>
            <p:nvPr/>
          </p:nvSpPr>
          <p:spPr>
            <a:xfrm>
              <a:off x="409575" y="841375"/>
              <a:ext cx="77788" cy="57150"/>
            </a:xfrm>
            <a:custGeom>
              <a:rect b="b" l="l" r="r" t="t"/>
              <a:pathLst>
                <a:path extrusionOk="0" h="182" w="243">
                  <a:moveTo>
                    <a:pt x="213" y="152"/>
                  </a:moveTo>
                  <a:lnTo>
                    <a:pt x="32" y="152"/>
                  </a:lnTo>
                  <a:lnTo>
                    <a:pt x="32" y="30"/>
                  </a:lnTo>
                  <a:lnTo>
                    <a:pt x="213" y="30"/>
                  </a:lnTo>
                  <a:lnTo>
                    <a:pt x="213" y="152"/>
                  </a:lnTo>
                  <a:close/>
                  <a:moveTo>
                    <a:pt x="228" y="0"/>
                  </a:moveTo>
                  <a:lnTo>
                    <a:pt x="15" y="0"/>
                  </a:lnTo>
                  <a:lnTo>
                    <a:pt x="13" y="0"/>
                  </a:lnTo>
                  <a:lnTo>
                    <a:pt x="10" y="1"/>
                  </a:lnTo>
                  <a:lnTo>
                    <a:pt x="8" y="3"/>
                  </a:lnTo>
                  <a:lnTo>
                    <a:pt x="6" y="5"/>
                  </a:lnTo>
                  <a:lnTo>
                    <a:pt x="4" y="7"/>
                  </a:lnTo>
                  <a:lnTo>
                    <a:pt x="2" y="10"/>
                  </a:lnTo>
                  <a:lnTo>
                    <a:pt x="2" y="12"/>
                  </a:lnTo>
                  <a:lnTo>
                    <a:pt x="0" y="15"/>
                  </a:lnTo>
                  <a:lnTo>
                    <a:pt x="0" y="167"/>
                  </a:lnTo>
                  <a:lnTo>
                    <a:pt x="2" y="170"/>
                  </a:lnTo>
                  <a:lnTo>
                    <a:pt x="2" y="173"/>
                  </a:lnTo>
                  <a:lnTo>
                    <a:pt x="4" y="175"/>
                  </a:lnTo>
                  <a:lnTo>
                    <a:pt x="6" y="177"/>
                  </a:lnTo>
                  <a:lnTo>
                    <a:pt x="8" y="179"/>
                  </a:lnTo>
                  <a:lnTo>
                    <a:pt x="10" y="180"/>
                  </a:lnTo>
                  <a:lnTo>
                    <a:pt x="13" y="182"/>
                  </a:lnTo>
                  <a:lnTo>
                    <a:pt x="15" y="182"/>
                  </a:lnTo>
                  <a:lnTo>
                    <a:pt x="228" y="182"/>
                  </a:lnTo>
                  <a:lnTo>
                    <a:pt x="231" y="182"/>
                  </a:lnTo>
                  <a:lnTo>
                    <a:pt x="233" y="180"/>
                  </a:lnTo>
                  <a:lnTo>
                    <a:pt x="236" y="179"/>
                  </a:lnTo>
                  <a:lnTo>
                    <a:pt x="239" y="177"/>
                  </a:lnTo>
                  <a:lnTo>
                    <a:pt x="241" y="175"/>
                  </a:lnTo>
                  <a:lnTo>
                    <a:pt x="242" y="173"/>
                  </a:lnTo>
                  <a:lnTo>
                    <a:pt x="243" y="170"/>
                  </a:lnTo>
                  <a:lnTo>
                    <a:pt x="243" y="167"/>
                  </a:lnTo>
                  <a:lnTo>
                    <a:pt x="243" y="15"/>
                  </a:lnTo>
                  <a:lnTo>
                    <a:pt x="243" y="12"/>
                  </a:lnTo>
                  <a:lnTo>
                    <a:pt x="242" y="10"/>
                  </a:lnTo>
                  <a:lnTo>
                    <a:pt x="241" y="7"/>
                  </a:lnTo>
                  <a:lnTo>
                    <a:pt x="239" y="5"/>
                  </a:lnTo>
                  <a:lnTo>
                    <a:pt x="236" y="4"/>
                  </a:lnTo>
                  <a:lnTo>
                    <a:pt x="233" y="1"/>
                  </a:lnTo>
                  <a:lnTo>
                    <a:pt x="231" y="0"/>
                  </a:lnTo>
                  <a:lnTo>
                    <a:pt x="228"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55" name="Google Shape;355;p40"/>
            <p:cNvSpPr/>
            <p:nvPr/>
          </p:nvSpPr>
          <p:spPr>
            <a:xfrm>
              <a:off x="304800" y="822325"/>
              <a:ext cx="287338" cy="249238"/>
            </a:xfrm>
            <a:custGeom>
              <a:rect b="b" l="l" r="r" t="t"/>
              <a:pathLst>
                <a:path extrusionOk="0" h="786" w="907">
                  <a:moveTo>
                    <a:pt x="877" y="756"/>
                  </a:moveTo>
                  <a:lnTo>
                    <a:pt x="515" y="756"/>
                  </a:lnTo>
                  <a:lnTo>
                    <a:pt x="515" y="696"/>
                  </a:lnTo>
                  <a:lnTo>
                    <a:pt x="515" y="690"/>
                  </a:lnTo>
                  <a:lnTo>
                    <a:pt x="517" y="684"/>
                  </a:lnTo>
                  <a:lnTo>
                    <a:pt x="520" y="679"/>
                  </a:lnTo>
                  <a:lnTo>
                    <a:pt x="523" y="675"/>
                  </a:lnTo>
                  <a:lnTo>
                    <a:pt x="528" y="670"/>
                  </a:lnTo>
                  <a:lnTo>
                    <a:pt x="533" y="668"/>
                  </a:lnTo>
                  <a:lnTo>
                    <a:pt x="538" y="666"/>
                  </a:lnTo>
                  <a:lnTo>
                    <a:pt x="545" y="665"/>
                  </a:lnTo>
                  <a:lnTo>
                    <a:pt x="847" y="665"/>
                  </a:lnTo>
                  <a:lnTo>
                    <a:pt x="854" y="666"/>
                  </a:lnTo>
                  <a:lnTo>
                    <a:pt x="859" y="668"/>
                  </a:lnTo>
                  <a:lnTo>
                    <a:pt x="864" y="670"/>
                  </a:lnTo>
                  <a:lnTo>
                    <a:pt x="869" y="675"/>
                  </a:lnTo>
                  <a:lnTo>
                    <a:pt x="872" y="679"/>
                  </a:lnTo>
                  <a:lnTo>
                    <a:pt x="875" y="684"/>
                  </a:lnTo>
                  <a:lnTo>
                    <a:pt x="877" y="690"/>
                  </a:lnTo>
                  <a:lnTo>
                    <a:pt x="877" y="696"/>
                  </a:lnTo>
                  <a:lnTo>
                    <a:pt x="877" y="756"/>
                  </a:lnTo>
                  <a:close/>
                  <a:moveTo>
                    <a:pt x="545" y="424"/>
                  </a:moveTo>
                  <a:lnTo>
                    <a:pt x="545" y="417"/>
                  </a:lnTo>
                  <a:lnTo>
                    <a:pt x="547" y="412"/>
                  </a:lnTo>
                  <a:lnTo>
                    <a:pt x="550" y="407"/>
                  </a:lnTo>
                  <a:lnTo>
                    <a:pt x="553" y="402"/>
                  </a:lnTo>
                  <a:lnTo>
                    <a:pt x="558" y="398"/>
                  </a:lnTo>
                  <a:lnTo>
                    <a:pt x="563" y="396"/>
                  </a:lnTo>
                  <a:lnTo>
                    <a:pt x="568" y="394"/>
                  </a:lnTo>
                  <a:lnTo>
                    <a:pt x="575" y="393"/>
                  </a:lnTo>
                  <a:lnTo>
                    <a:pt x="817" y="393"/>
                  </a:lnTo>
                  <a:lnTo>
                    <a:pt x="823" y="394"/>
                  </a:lnTo>
                  <a:lnTo>
                    <a:pt x="829" y="396"/>
                  </a:lnTo>
                  <a:lnTo>
                    <a:pt x="834" y="398"/>
                  </a:lnTo>
                  <a:lnTo>
                    <a:pt x="839" y="402"/>
                  </a:lnTo>
                  <a:lnTo>
                    <a:pt x="842" y="407"/>
                  </a:lnTo>
                  <a:lnTo>
                    <a:pt x="845" y="412"/>
                  </a:lnTo>
                  <a:lnTo>
                    <a:pt x="846" y="417"/>
                  </a:lnTo>
                  <a:lnTo>
                    <a:pt x="847" y="424"/>
                  </a:lnTo>
                  <a:lnTo>
                    <a:pt x="847" y="635"/>
                  </a:lnTo>
                  <a:lnTo>
                    <a:pt x="545" y="635"/>
                  </a:lnTo>
                  <a:lnTo>
                    <a:pt x="545" y="424"/>
                  </a:lnTo>
                  <a:close/>
                  <a:moveTo>
                    <a:pt x="385" y="393"/>
                  </a:moveTo>
                  <a:lnTo>
                    <a:pt x="381" y="386"/>
                  </a:lnTo>
                  <a:lnTo>
                    <a:pt x="375" y="381"/>
                  </a:lnTo>
                  <a:lnTo>
                    <a:pt x="370" y="376"/>
                  </a:lnTo>
                  <a:lnTo>
                    <a:pt x="364" y="371"/>
                  </a:lnTo>
                  <a:lnTo>
                    <a:pt x="356" y="368"/>
                  </a:lnTo>
                  <a:lnTo>
                    <a:pt x="349" y="365"/>
                  </a:lnTo>
                  <a:lnTo>
                    <a:pt x="341" y="364"/>
                  </a:lnTo>
                  <a:lnTo>
                    <a:pt x="332" y="363"/>
                  </a:lnTo>
                  <a:lnTo>
                    <a:pt x="272" y="363"/>
                  </a:lnTo>
                  <a:lnTo>
                    <a:pt x="272" y="333"/>
                  </a:lnTo>
                  <a:lnTo>
                    <a:pt x="273" y="326"/>
                  </a:lnTo>
                  <a:lnTo>
                    <a:pt x="275" y="321"/>
                  </a:lnTo>
                  <a:lnTo>
                    <a:pt x="278" y="316"/>
                  </a:lnTo>
                  <a:lnTo>
                    <a:pt x="281" y="311"/>
                  </a:lnTo>
                  <a:lnTo>
                    <a:pt x="285" y="308"/>
                  </a:lnTo>
                  <a:lnTo>
                    <a:pt x="291" y="305"/>
                  </a:lnTo>
                  <a:lnTo>
                    <a:pt x="296" y="303"/>
                  </a:lnTo>
                  <a:lnTo>
                    <a:pt x="302" y="303"/>
                  </a:lnTo>
                  <a:lnTo>
                    <a:pt x="605" y="303"/>
                  </a:lnTo>
                  <a:lnTo>
                    <a:pt x="611" y="303"/>
                  </a:lnTo>
                  <a:lnTo>
                    <a:pt x="617" y="305"/>
                  </a:lnTo>
                  <a:lnTo>
                    <a:pt x="622" y="308"/>
                  </a:lnTo>
                  <a:lnTo>
                    <a:pt x="626" y="311"/>
                  </a:lnTo>
                  <a:lnTo>
                    <a:pt x="631" y="316"/>
                  </a:lnTo>
                  <a:lnTo>
                    <a:pt x="633" y="321"/>
                  </a:lnTo>
                  <a:lnTo>
                    <a:pt x="635" y="326"/>
                  </a:lnTo>
                  <a:lnTo>
                    <a:pt x="636" y="333"/>
                  </a:lnTo>
                  <a:lnTo>
                    <a:pt x="636" y="363"/>
                  </a:lnTo>
                  <a:lnTo>
                    <a:pt x="575" y="363"/>
                  </a:lnTo>
                  <a:lnTo>
                    <a:pt x="566" y="364"/>
                  </a:lnTo>
                  <a:lnTo>
                    <a:pt x="559" y="365"/>
                  </a:lnTo>
                  <a:lnTo>
                    <a:pt x="551" y="368"/>
                  </a:lnTo>
                  <a:lnTo>
                    <a:pt x="545" y="371"/>
                  </a:lnTo>
                  <a:lnTo>
                    <a:pt x="538" y="376"/>
                  </a:lnTo>
                  <a:lnTo>
                    <a:pt x="532" y="381"/>
                  </a:lnTo>
                  <a:lnTo>
                    <a:pt x="528" y="386"/>
                  </a:lnTo>
                  <a:lnTo>
                    <a:pt x="523" y="393"/>
                  </a:lnTo>
                  <a:lnTo>
                    <a:pt x="385" y="393"/>
                  </a:lnTo>
                  <a:close/>
                  <a:moveTo>
                    <a:pt x="60" y="635"/>
                  </a:moveTo>
                  <a:lnTo>
                    <a:pt x="60" y="424"/>
                  </a:lnTo>
                  <a:lnTo>
                    <a:pt x="61" y="417"/>
                  </a:lnTo>
                  <a:lnTo>
                    <a:pt x="63" y="412"/>
                  </a:lnTo>
                  <a:lnTo>
                    <a:pt x="65" y="407"/>
                  </a:lnTo>
                  <a:lnTo>
                    <a:pt x="70" y="402"/>
                  </a:lnTo>
                  <a:lnTo>
                    <a:pt x="74" y="398"/>
                  </a:lnTo>
                  <a:lnTo>
                    <a:pt x="79" y="396"/>
                  </a:lnTo>
                  <a:lnTo>
                    <a:pt x="85" y="394"/>
                  </a:lnTo>
                  <a:lnTo>
                    <a:pt x="91" y="393"/>
                  </a:lnTo>
                  <a:lnTo>
                    <a:pt x="332" y="393"/>
                  </a:lnTo>
                  <a:lnTo>
                    <a:pt x="339" y="394"/>
                  </a:lnTo>
                  <a:lnTo>
                    <a:pt x="344" y="396"/>
                  </a:lnTo>
                  <a:lnTo>
                    <a:pt x="350" y="398"/>
                  </a:lnTo>
                  <a:lnTo>
                    <a:pt x="354" y="402"/>
                  </a:lnTo>
                  <a:lnTo>
                    <a:pt x="358" y="407"/>
                  </a:lnTo>
                  <a:lnTo>
                    <a:pt x="360" y="412"/>
                  </a:lnTo>
                  <a:lnTo>
                    <a:pt x="363" y="417"/>
                  </a:lnTo>
                  <a:lnTo>
                    <a:pt x="364" y="424"/>
                  </a:lnTo>
                  <a:lnTo>
                    <a:pt x="364" y="635"/>
                  </a:lnTo>
                  <a:lnTo>
                    <a:pt x="60" y="635"/>
                  </a:lnTo>
                  <a:close/>
                  <a:moveTo>
                    <a:pt x="394" y="756"/>
                  </a:moveTo>
                  <a:lnTo>
                    <a:pt x="30" y="756"/>
                  </a:lnTo>
                  <a:lnTo>
                    <a:pt x="30" y="696"/>
                  </a:lnTo>
                  <a:lnTo>
                    <a:pt x="31" y="690"/>
                  </a:lnTo>
                  <a:lnTo>
                    <a:pt x="32" y="684"/>
                  </a:lnTo>
                  <a:lnTo>
                    <a:pt x="35" y="679"/>
                  </a:lnTo>
                  <a:lnTo>
                    <a:pt x="40" y="675"/>
                  </a:lnTo>
                  <a:lnTo>
                    <a:pt x="44" y="670"/>
                  </a:lnTo>
                  <a:lnTo>
                    <a:pt x="48" y="668"/>
                  </a:lnTo>
                  <a:lnTo>
                    <a:pt x="55" y="666"/>
                  </a:lnTo>
                  <a:lnTo>
                    <a:pt x="60" y="665"/>
                  </a:lnTo>
                  <a:lnTo>
                    <a:pt x="364" y="665"/>
                  </a:lnTo>
                  <a:lnTo>
                    <a:pt x="369" y="666"/>
                  </a:lnTo>
                  <a:lnTo>
                    <a:pt x="375" y="668"/>
                  </a:lnTo>
                  <a:lnTo>
                    <a:pt x="380" y="670"/>
                  </a:lnTo>
                  <a:lnTo>
                    <a:pt x="385" y="675"/>
                  </a:lnTo>
                  <a:lnTo>
                    <a:pt x="388" y="679"/>
                  </a:lnTo>
                  <a:lnTo>
                    <a:pt x="391" y="684"/>
                  </a:lnTo>
                  <a:lnTo>
                    <a:pt x="393" y="690"/>
                  </a:lnTo>
                  <a:lnTo>
                    <a:pt x="394" y="696"/>
                  </a:lnTo>
                  <a:lnTo>
                    <a:pt x="394" y="756"/>
                  </a:lnTo>
                  <a:close/>
                  <a:moveTo>
                    <a:pt x="302" y="60"/>
                  </a:moveTo>
                  <a:lnTo>
                    <a:pt x="304" y="54"/>
                  </a:lnTo>
                  <a:lnTo>
                    <a:pt x="305" y="49"/>
                  </a:lnTo>
                  <a:lnTo>
                    <a:pt x="308" y="43"/>
                  </a:lnTo>
                  <a:lnTo>
                    <a:pt x="311" y="39"/>
                  </a:lnTo>
                  <a:lnTo>
                    <a:pt x="316" y="36"/>
                  </a:lnTo>
                  <a:lnTo>
                    <a:pt x="321" y="33"/>
                  </a:lnTo>
                  <a:lnTo>
                    <a:pt x="327" y="30"/>
                  </a:lnTo>
                  <a:lnTo>
                    <a:pt x="332" y="30"/>
                  </a:lnTo>
                  <a:lnTo>
                    <a:pt x="575" y="30"/>
                  </a:lnTo>
                  <a:lnTo>
                    <a:pt x="581" y="30"/>
                  </a:lnTo>
                  <a:lnTo>
                    <a:pt x="587" y="33"/>
                  </a:lnTo>
                  <a:lnTo>
                    <a:pt x="592" y="36"/>
                  </a:lnTo>
                  <a:lnTo>
                    <a:pt x="596" y="39"/>
                  </a:lnTo>
                  <a:lnTo>
                    <a:pt x="600" y="43"/>
                  </a:lnTo>
                  <a:lnTo>
                    <a:pt x="603" y="49"/>
                  </a:lnTo>
                  <a:lnTo>
                    <a:pt x="605" y="54"/>
                  </a:lnTo>
                  <a:lnTo>
                    <a:pt x="605" y="60"/>
                  </a:lnTo>
                  <a:lnTo>
                    <a:pt x="605" y="273"/>
                  </a:lnTo>
                  <a:lnTo>
                    <a:pt x="302" y="273"/>
                  </a:lnTo>
                  <a:lnTo>
                    <a:pt x="302" y="60"/>
                  </a:lnTo>
                  <a:close/>
                  <a:moveTo>
                    <a:pt x="877" y="644"/>
                  </a:moveTo>
                  <a:lnTo>
                    <a:pt x="877" y="424"/>
                  </a:lnTo>
                  <a:lnTo>
                    <a:pt x="877" y="417"/>
                  </a:lnTo>
                  <a:lnTo>
                    <a:pt x="876" y="411"/>
                  </a:lnTo>
                  <a:lnTo>
                    <a:pt x="875" y="406"/>
                  </a:lnTo>
                  <a:lnTo>
                    <a:pt x="873" y="400"/>
                  </a:lnTo>
                  <a:lnTo>
                    <a:pt x="870" y="395"/>
                  </a:lnTo>
                  <a:lnTo>
                    <a:pt x="868" y="389"/>
                  </a:lnTo>
                  <a:lnTo>
                    <a:pt x="863" y="385"/>
                  </a:lnTo>
                  <a:lnTo>
                    <a:pt x="860" y="381"/>
                  </a:lnTo>
                  <a:lnTo>
                    <a:pt x="856" y="377"/>
                  </a:lnTo>
                  <a:lnTo>
                    <a:pt x="850" y="373"/>
                  </a:lnTo>
                  <a:lnTo>
                    <a:pt x="846" y="370"/>
                  </a:lnTo>
                  <a:lnTo>
                    <a:pt x="841" y="368"/>
                  </a:lnTo>
                  <a:lnTo>
                    <a:pt x="835" y="366"/>
                  </a:lnTo>
                  <a:lnTo>
                    <a:pt x="829" y="364"/>
                  </a:lnTo>
                  <a:lnTo>
                    <a:pt x="824" y="364"/>
                  </a:lnTo>
                  <a:lnTo>
                    <a:pt x="817" y="363"/>
                  </a:lnTo>
                  <a:lnTo>
                    <a:pt x="666" y="363"/>
                  </a:lnTo>
                  <a:lnTo>
                    <a:pt x="666" y="333"/>
                  </a:lnTo>
                  <a:lnTo>
                    <a:pt x="665" y="324"/>
                  </a:lnTo>
                  <a:lnTo>
                    <a:pt x="664" y="317"/>
                  </a:lnTo>
                  <a:lnTo>
                    <a:pt x="661" y="309"/>
                  </a:lnTo>
                  <a:lnTo>
                    <a:pt x="657" y="303"/>
                  </a:lnTo>
                  <a:lnTo>
                    <a:pt x="653" y="296"/>
                  </a:lnTo>
                  <a:lnTo>
                    <a:pt x="648" y="290"/>
                  </a:lnTo>
                  <a:lnTo>
                    <a:pt x="642" y="284"/>
                  </a:lnTo>
                  <a:lnTo>
                    <a:pt x="636" y="280"/>
                  </a:lnTo>
                  <a:lnTo>
                    <a:pt x="636" y="60"/>
                  </a:lnTo>
                  <a:lnTo>
                    <a:pt x="635" y="54"/>
                  </a:lnTo>
                  <a:lnTo>
                    <a:pt x="634" y="49"/>
                  </a:lnTo>
                  <a:lnTo>
                    <a:pt x="633" y="42"/>
                  </a:lnTo>
                  <a:lnTo>
                    <a:pt x="631" y="37"/>
                  </a:lnTo>
                  <a:lnTo>
                    <a:pt x="628" y="31"/>
                  </a:lnTo>
                  <a:lnTo>
                    <a:pt x="625" y="27"/>
                  </a:lnTo>
                  <a:lnTo>
                    <a:pt x="622" y="22"/>
                  </a:lnTo>
                  <a:lnTo>
                    <a:pt x="618" y="18"/>
                  </a:lnTo>
                  <a:lnTo>
                    <a:pt x="613" y="14"/>
                  </a:lnTo>
                  <a:lnTo>
                    <a:pt x="609" y="10"/>
                  </a:lnTo>
                  <a:lnTo>
                    <a:pt x="604" y="7"/>
                  </a:lnTo>
                  <a:lnTo>
                    <a:pt x="598" y="5"/>
                  </a:lnTo>
                  <a:lnTo>
                    <a:pt x="593" y="3"/>
                  </a:lnTo>
                  <a:lnTo>
                    <a:pt x="587" y="1"/>
                  </a:lnTo>
                  <a:lnTo>
                    <a:pt x="581" y="0"/>
                  </a:lnTo>
                  <a:lnTo>
                    <a:pt x="575" y="0"/>
                  </a:lnTo>
                  <a:lnTo>
                    <a:pt x="332" y="0"/>
                  </a:lnTo>
                  <a:lnTo>
                    <a:pt x="327" y="0"/>
                  </a:lnTo>
                  <a:lnTo>
                    <a:pt x="321" y="1"/>
                  </a:lnTo>
                  <a:lnTo>
                    <a:pt x="315" y="3"/>
                  </a:lnTo>
                  <a:lnTo>
                    <a:pt x="309" y="5"/>
                  </a:lnTo>
                  <a:lnTo>
                    <a:pt x="304" y="7"/>
                  </a:lnTo>
                  <a:lnTo>
                    <a:pt x="299" y="10"/>
                  </a:lnTo>
                  <a:lnTo>
                    <a:pt x="294" y="14"/>
                  </a:lnTo>
                  <a:lnTo>
                    <a:pt x="290" y="18"/>
                  </a:lnTo>
                  <a:lnTo>
                    <a:pt x="286" y="22"/>
                  </a:lnTo>
                  <a:lnTo>
                    <a:pt x="283" y="27"/>
                  </a:lnTo>
                  <a:lnTo>
                    <a:pt x="280" y="31"/>
                  </a:lnTo>
                  <a:lnTo>
                    <a:pt x="277" y="37"/>
                  </a:lnTo>
                  <a:lnTo>
                    <a:pt x="275" y="42"/>
                  </a:lnTo>
                  <a:lnTo>
                    <a:pt x="273" y="49"/>
                  </a:lnTo>
                  <a:lnTo>
                    <a:pt x="272" y="54"/>
                  </a:lnTo>
                  <a:lnTo>
                    <a:pt x="272" y="60"/>
                  </a:lnTo>
                  <a:lnTo>
                    <a:pt x="272" y="280"/>
                  </a:lnTo>
                  <a:lnTo>
                    <a:pt x="266" y="284"/>
                  </a:lnTo>
                  <a:lnTo>
                    <a:pt x="260" y="290"/>
                  </a:lnTo>
                  <a:lnTo>
                    <a:pt x="255" y="296"/>
                  </a:lnTo>
                  <a:lnTo>
                    <a:pt x="251" y="303"/>
                  </a:lnTo>
                  <a:lnTo>
                    <a:pt x="247" y="309"/>
                  </a:lnTo>
                  <a:lnTo>
                    <a:pt x="245" y="317"/>
                  </a:lnTo>
                  <a:lnTo>
                    <a:pt x="242" y="324"/>
                  </a:lnTo>
                  <a:lnTo>
                    <a:pt x="242" y="333"/>
                  </a:lnTo>
                  <a:lnTo>
                    <a:pt x="242" y="363"/>
                  </a:lnTo>
                  <a:lnTo>
                    <a:pt x="91" y="363"/>
                  </a:lnTo>
                  <a:lnTo>
                    <a:pt x="85" y="364"/>
                  </a:lnTo>
                  <a:lnTo>
                    <a:pt x="78" y="364"/>
                  </a:lnTo>
                  <a:lnTo>
                    <a:pt x="73" y="366"/>
                  </a:lnTo>
                  <a:lnTo>
                    <a:pt x="68" y="368"/>
                  </a:lnTo>
                  <a:lnTo>
                    <a:pt x="62" y="370"/>
                  </a:lnTo>
                  <a:lnTo>
                    <a:pt x="57" y="373"/>
                  </a:lnTo>
                  <a:lnTo>
                    <a:pt x="53" y="377"/>
                  </a:lnTo>
                  <a:lnTo>
                    <a:pt x="48" y="381"/>
                  </a:lnTo>
                  <a:lnTo>
                    <a:pt x="44" y="385"/>
                  </a:lnTo>
                  <a:lnTo>
                    <a:pt x="41" y="389"/>
                  </a:lnTo>
                  <a:lnTo>
                    <a:pt x="38" y="395"/>
                  </a:lnTo>
                  <a:lnTo>
                    <a:pt x="35" y="400"/>
                  </a:lnTo>
                  <a:lnTo>
                    <a:pt x="33" y="406"/>
                  </a:lnTo>
                  <a:lnTo>
                    <a:pt x="31" y="411"/>
                  </a:lnTo>
                  <a:lnTo>
                    <a:pt x="31" y="417"/>
                  </a:lnTo>
                  <a:lnTo>
                    <a:pt x="30" y="424"/>
                  </a:lnTo>
                  <a:lnTo>
                    <a:pt x="30" y="644"/>
                  </a:lnTo>
                  <a:lnTo>
                    <a:pt x="24" y="648"/>
                  </a:lnTo>
                  <a:lnTo>
                    <a:pt x="18" y="653"/>
                  </a:lnTo>
                  <a:lnTo>
                    <a:pt x="13" y="659"/>
                  </a:lnTo>
                  <a:lnTo>
                    <a:pt x="9" y="665"/>
                  </a:lnTo>
                  <a:lnTo>
                    <a:pt x="4" y="672"/>
                  </a:lnTo>
                  <a:lnTo>
                    <a:pt x="2" y="680"/>
                  </a:lnTo>
                  <a:lnTo>
                    <a:pt x="1" y="688"/>
                  </a:lnTo>
                  <a:lnTo>
                    <a:pt x="0" y="696"/>
                  </a:lnTo>
                  <a:lnTo>
                    <a:pt x="0" y="771"/>
                  </a:lnTo>
                  <a:lnTo>
                    <a:pt x="0" y="774"/>
                  </a:lnTo>
                  <a:lnTo>
                    <a:pt x="1" y="778"/>
                  </a:lnTo>
                  <a:lnTo>
                    <a:pt x="2" y="780"/>
                  </a:lnTo>
                  <a:lnTo>
                    <a:pt x="4" y="782"/>
                  </a:lnTo>
                  <a:lnTo>
                    <a:pt x="6" y="784"/>
                  </a:lnTo>
                  <a:lnTo>
                    <a:pt x="10" y="785"/>
                  </a:lnTo>
                  <a:lnTo>
                    <a:pt x="12" y="786"/>
                  </a:lnTo>
                  <a:lnTo>
                    <a:pt x="15" y="786"/>
                  </a:lnTo>
                  <a:lnTo>
                    <a:pt x="409" y="786"/>
                  </a:lnTo>
                  <a:lnTo>
                    <a:pt x="412" y="786"/>
                  </a:lnTo>
                  <a:lnTo>
                    <a:pt x="414" y="785"/>
                  </a:lnTo>
                  <a:lnTo>
                    <a:pt x="417" y="784"/>
                  </a:lnTo>
                  <a:lnTo>
                    <a:pt x="419" y="782"/>
                  </a:lnTo>
                  <a:lnTo>
                    <a:pt x="421" y="780"/>
                  </a:lnTo>
                  <a:lnTo>
                    <a:pt x="423" y="778"/>
                  </a:lnTo>
                  <a:lnTo>
                    <a:pt x="424" y="774"/>
                  </a:lnTo>
                  <a:lnTo>
                    <a:pt x="424" y="771"/>
                  </a:lnTo>
                  <a:lnTo>
                    <a:pt x="424" y="696"/>
                  </a:lnTo>
                  <a:lnTo>
                    <a:pt x="423" y="688"/>
                  </a:lnTo>
                  <a:lnTo>
                    <a:pt x="421" y="680"/>
                  </a:lnTo>
                  <a:lnTo>
                    <a:pt x="419" y="672"/>
                  </a:lnTo>
                  <a:lnTo>
                    <a:pt x="415" y="665"/>
                  </a:lnTo>
                  <a:lnTo>
                    <a:pt x="411" y="659"/>
                  </a:lnTo>
                  <a:lnTo>
                    <a:pt x="405" y="653"/>
                  </a:lnTo>
                  <a:lnTo>
                    <a:pt x="400" y="648"/>
                  </a:lnTo>
                  <a:lnTo>
                    <a:pt x="394" y="644"/>
                  </a:lnTo>
                  <a:lnTo>
                    <a:pt x="394" y="424"/>
                  </a:lnTo>
                  <a:lnTo>
                    <a:pt x="515" y="424"/>
                  </a:lnTo>
                  <a:lnTo>
                    <a:pt x="515" y="644"/>
                  </a:lnTo>
                  <a:lnTo>
                    <a:pt x="508" y="648"/>
                  </a:lnTo>
                  <a:lnTo>
                    <a:pt x="502" y="653"/>
                  </a:lnTo>
                  <a:lnTo>
                    <a:pt x="497" y="659"/>
                  </a:lnTo>
                  <a:lnTo>
                    <a:pt x="492" y="665"/>
                  </a:lnTo>
                  <a:lnTo>
                    <a:pt x="489" y="672"/>
                  </a:lnTo>
                  <a:lnTo>
                    <a:pt x="486" y="680"/>
                  </a:lnTo>
                  <a:lnTo>
                    <a:pt x="485" y="688"/>
                  </a:lnTo>
                  <a:lnTo>
                    <a:pt x="484" y="696"/>
                  </a:lnTo>
                  <a:lnTo>
                    <a:pt x="484" y="771"/>
                  </a:lnTo>
                  <a:lnTo>
                    <a:pt x="485" y="774"/>
                  </a:lnTo>
                  <a:lnTo>
                    <a:pt x="486" y="778"/>
                  </a:lnTo>
                  <a:lnTo>
                    <a:pt x="487" y="780"/>
                  </a:lnTo>
                  <a:lnTo>
                    <a:pt x="489" y="782"/>
                  </a:lnTo>
                  <a:lnTo>
                    <a:pt x="491" y="784"/>
                  </a:lnTo>
                  <a:lnTo>
                    <a:pt x="493" y="785"/>
                  </a:lnTo>
                  <a:lnTo>
                    <a:pt x="497" y="786"/>
                  </a:lnTo>
                  <a:lnTo>
                    <a:pt x="500" y="786"/>
                  </a:lnTo>
                  <a:lnTo>
                    <a:pt x="892" y="786"/>
                  </a:lnTo>
                  <a:lnTo>
                    <a:pt x="896" y="786"/>
                  </a:lnTo>
                  <a:lnTo>
                    <a:pt x="899" y="785"/>
                  </a:lnTo>
                  <a:lnTo>
                    <a:pt x="901" y="784"/>
                  </a:lnTo>
                  <a:lnTo>
                    <a:pt x="903" y="782"/>
                  </a:lnTo>
                  <a:lnTo>
                    <a:pt x="905" y="780"/>
                  </a:lnTo>
                  <a:lnTo>
                    <a:pt x="906" y="778"/>
                  </a:lnTo>
                  <a:lnTo>
                    <a:pt x="907" y="774"/>
                  </a:lnTo>
                  <a:lnTo>
                    <a:pt x="907" y="771"/>
                  </a:lnTo>
                  <a:lnTo>
                    <a:pt x="907" y="696"/>
                  </a:lnTo>
                  <a:lnTo>
                    <a:pt x="907" y="688"/>
                  </a:lnTo>
                  <a:lnTo>
                    <a:pt x="905" y="680"/>
                  </a:lnTo>
                  <a:lnTo>
                    <a:pt x="903" y="672"/>
                  </a:lnTo>
                  <a:lnTo>
                    <a:pt x="900" y="665"/>
                  </a:lnTo>
                  <a:lnTo>
                    <a:pt x="896" y="659"/>
                  </a:lnTo>
                  <a:lnTo>
                    <a:pt x="890" y="653"/>
                  </a:lnTo>
                  <a:lnTo>
                    <a:pt x="884" y="648"/>
                  </a:lnTo>
                  <a:lnTo>
                    <a:pt x="877" y="64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56" name="Google Shape;356;p40"/>
            <p:cNvSpPr/>
            <p:nvPr/>
          </p:nvSpPr>
          <p:spPr>
            <a:xfrm>
              <a:off x="487363" y="957263"/>
              <a:ext cx="76200" cy="57150"/>
            </a:xfrm>
            <a:custGeom>
              <a:rect b="b" l="l" r="r" t="t"/>
              <a:pathLst>
                <a:path extrusionOk="0" h="181" w="242">
                  <a:moveTo>
                    <a:pt x="212" y="151"/>
                  </a:moveTo>
                  <a:lnTo>
                    <a:pt x="30" y="151"/>
                  </a:lnTo>
                  <a:lnTo>
                    <a:pt x="30" y="30"/>
                  </a:lnTo>
                  <a:lnTo>
                    <a:pt x="212" y="30"/>
                  </a:lnTo>
                  <a:lnTo>
                    <a:pt x="212" y="151"/>
                  </a:lnTo>
                  <a:close/>
                  <a:moveTo>
                    <a:pt x="227" y="0"/>
                  </a:moveTo>
                  <a:lnTo>
                    <a:pt x="15" y="0"/>
                  </a:lnTo>
                  <a:lnTo>
                    <a:pt x="12" y="0"/>
                  </a:lnTo>
                  <a:lnTo>
                    <a:pt x="10" y="1"/>
                  </a:lnTo>
                  <a:lnTo>
                    <a:pt x="6" y="2"/>
                  </a:lnTo>
                  <a:lnTo>
                    <a:pt x="4" y="4"/>
                  </a:lnTo>
                  <a:lnTo>
                    <a:pt x="3" y="6"/>
                  </a:lnTo>
                  <a:lnTo>
                    <a:pt x="1" y="8"/>
                  </a:lnTo>
                  <a:lnTo>
                    <a:pt x="0" y="12"/>
                  </a:lnTo>
                  <a:lnTo>
                    <a:pt x="0" y="15"/>
                  </a:lnTo>
                  <a:lnTo>
                    <a:pt x="0" y="166"/>
                  </a:lnTo>
                  <a:lnTo>
                    <a:pt x="0" y="169"/>
                  </a:lnTo>
                  <a:lnTo>
                    <a:pt x="1" y="171"/>
                  </a:lnTo>
                  <a:lnTo>
                    <a:pt x="3" y="175"/>
                  </a:lnTo>
                  <a:lnTo>
                    <a:pt x="4" y="177"/>
                  </a:lnTo>
                  <a:lnTo>
                    <a:pt x="6" y="179"/>
                  </a:lnTo>
                  <a:lnTo>
                    <a:pt x="10" y="180"/>
                  </a:lnTo>
                  <a:lnTo>
                    <a:pt x="12" y="181"/>
                  </a:lnTo>
                  <a:lnTo>
                    <a:pt x="15" y="181"/>
                  </a:lnTo>
                  <a:lnTo>
                    <a:pt x="227" y="181"/>
                  </a:lnTo>
                  <a:lnTo>
                    <a:pt x="230" y="181"/>
                  </a:lnTo>
                  <a:lnTo>
                    <a:pt x="233" y="180"/>
                  </a:lnTo>
                  <a:lnTo>
                    <a:pt x="236" y="178"/>
                  </a:lnTo>
                  <a:lnTo>
                    <a:pt x="238" y="177"/>
                  </a:lnTo>
                  <a:lnTo>
                    <a:pt x="239" y="175"/>
                  </a:lnTo>
                  <a:lnTo>
                    <a:pt x="241" y="171"/>
                  </a:lnTo>
                  <a:lnTo>
                    <a:pt x="242" y="169"/>
                  </a:lnTo>
                  <a:lnTo>
                    <a:pt x="242" y="166"/>
                  </a:lnTo>
                  <a:lnTo>
                    <a:pt x="242" y="15"/>
                  </a:lnTo>
                  <a:lnTo>
                    <a:pt x="242" y="12"/>
                  </a:lnTo>
                  <a:lnTo>
                    <a:pt x="241" y="8"/>
                  </a:lnTo>
                  <a:lnTo>
                    <a:pt x="239" y="6"/>
                  </a:lnTo>
                  <a:lnTo>
                    <a:pt x="238" y="4"/>
                  </a:lnTo>
                  <a:lnTo>
                    <a:pt x="236" y="2"/>
                  </a:lnTo>
                  <a:lnTo>
                    <a:pt x="233" y="1"/>
                  </a:lnTo>
                  <a:lnTo>
                    <a:pt x="230" y="0"/>
                  </a:lnTo>
                  <a:lnTo>
                    <a:pt x="227"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357" name="Google Shape;357;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C:\Users\Admin\Downloads\logo (2).png" id="358" name="Google Shape;358;p40"/>
          <p:cNvPicPr preferRelativeResize="0"/>
          <p:nvPr/>
        </p:nvPicPr>
        <p:blipFill rotWithShape="1">
          <a:blip r:embed="rId3">
            <a:alphaModFix/>
          </a:blip>
          <a:srcRect b="0" l="0" r="0" t="0"/>
          <a:stretch/>
        </p:blipFill>
        <p:spPr>
          <a:xfrm>
            <a:off x="10737606" y="5569228"/>
            <a:ext cx="1314450" cy="838200"/>
          </a:xfrm>
          <a:prstGeom prst="rect">
            <a:avLst/>
          </a:prstGeom>
          <a:noFill/>
          <a:ln>
            <a:noFill/>
          </a:ln>
        </p:spPr>
      </p:pic>
      <p:sp>
        <p:nvSpPr>
          <p:cNvPr id="359" name="Google Shape;359;p40"/>
          <p:cNvSpPr/>
          <p:nvPr/>
        </p:nvSpPr>
        <p:spPr>
          <a:xfrm>
            <a:off x="796128" y="4769550"/>
            <a:ext cx="9941478" cy="523220"/>
          </a:xfrm>
          <a:prstGeom prst="rect">
            <a:avLst/>
          </a:prstGeom>
          <a:noFill/>
          <a:ln>
            <a:noFill/>
          </a:ln>
        </p:spPr>
        <p:txBody>
          <a:bodyPr anchorCtr="0" anchor="t" bIns="45700" lIns="91425" spcFirstLastPara="1" rIns="91425" wrap="square" tIns="45700">
            <a:spAutoFit/>
          </a:bodyPr>
          <a:lstStyle/>
          <a:p>
            <a:pPr indent="-298450" lvl="0" marL="457200" rtl="0" algn="l">
              <a:lnSpc>
                <a:spcPct val="115000"/>
              </a:lnSpc>
              <a:spcBef>
                <a:spcPts val="1200"/>
              </a:spcBef>
              <a:spcAft>
                <a:spcPts val="0"/>
              </a:spcAft>
              <a:buClr>
                <a:schemeClr val="dk1"/>
              </a:buClr>
              <a:buSzPts val="1100"/>
              <a:buChar char="❑"/>
            </a:pPr>
            <a:r>
              <a:rPr b="1" lang="en-US"/>
              <a:t>Drastic improvement in clicks and impressions over the last six months.</a:t>
            </a:r>
            <a:endParaRPr b="1"/>
          </a:p>
          <a:p>
            <a:pPr indent="-298450" lvl="0" marL="457200" rtl="0" algn="l">
              <a:lnSpc>
                <a:spcPct val="115000"/>
              </a:lnSpc>
              <a:spcBef>
                <a:spcPts val="0"/>
              </a:spcBef>
              <a:spcAft>
                <a:spcPts val="0"/>
              </a:spcAft>
              <a:buClr>
                <a:schemeClr val="dk1"/>
              </a:buClr>
              <a:buSzPts val="1100"/>
              <a:buChar char="❑"/>
            </a:pPr>
            <a:r>
              <a:rPr b="1" lang="en-US"/>
              <a:t>Achieved a featured snippet for one of the blogs, boosting website credibility.</a:t>
            </a:r>
            <a:endParaRPr b="1"/>
          </a:p>
          <a:p>
            <a:pPr indent="0" lvl="0" marL="0" marR="0" rtl="0" algn="l">
              <a:lnSpc>
                <a:spcPct val="100000"/>
              </a:lnSpc>
              <a:spcBef>
                <a:spcPts val="1200"/>
              </a:spcBef>
              <a:spcAft>
                <a:spcPts val="0"/>
              </a:spcAft>
              <a:buNone/>
            </a:pPr>
            <a:r>
              <a:t/>
            </a:r>
            <a:endParaRPr b="1"/>
          </a:p>
        </p:txBody>
      </p:sp>
      <p:pic>
        <p:nvPicPr>
          <p:cNvPr id="360" name="Google Shape;360;p40"/>
          <p:cNvPicPr preferRelativeResize="0"/>
          <p:nvPr/>
        </p:nvPicPr>
        <p:blipFill rotWithShape="1">
          <a:blip r:embed="rId4">
            <a:alphaModFix/>
          </a:blip>
          <a:srcRect b="0" l="0" r="0" t="0"/>
          <a:stretch/>
        </p:blipFill>
        <p:spPr>
          <a:xfrm>
            <a:off x="712706" y="1024756"/>
            <a:ext cx="10766588" cy="3563589"/>
          </a:xfrm>
          <a:prstGeom prst="rect">
            <a:avLst/>
          </a:prstGeom>
          <a:noFill/>
          <a:ln>
            <a:noFill/>
          </a:ln>
        </p:spPr>
      </p:pic>
      <p:sp>
        <p:nvSpPr>
          <p:cNvPr id="361" name="Google Shape;361;p40"/>
          <p:cNvSpPr txBox="1"/>
          <p:nvPr/>
        </p:nvSpPr>
        <p:spPr>
          <a:xfrm>
            <a:off x="1285876" y="327481"/>
            <a:ext cx="9636000" cy="431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lang="en-US" sz="2800">
                <a:solidFill>
                  <a:schemeClr val="lt1"/>
                </a:solidFill>
                <a:latin typeface="Century Gothic"/>
                <a:ea typeface="Century Gothic"/>
                <a:cs typeface="Century Gothic"/>
                <a:sym typeface="Century Gothic"/>
              </a:rPr>
              <a:t>Search Console </a:t>
            </a:r>
            <a:r>
              <a:rPr b="0" i="0" lang="en-US" sz="2800" u="none" cap="none" strike="noStrike">
                <a:solidFill>
                  <a:schemeClr val="lt1"/>
                </a:solidFill>
                <a:latin typeface="Century Gothic"/>
                <a:ea typeface="Century Gothic"/>
                <a:cs typeface="Century Gothic"/>
                <a:sym typeface="Century Gothic"/>
              </a:rPr>
              <a:t>Result</a:t>
            </a:r>
            <a:endParaRPr b="0" i="0" sz="2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31a7df07b73_1_28"/>
          <p:cNvSpPr/>
          <p:nvPr/>
        </p:nvSpPr>
        <p:spPr>
          <a:xfrm>
            <a:off x="0" y="266700"/>
            <a:ext cx="12192000" cy="5526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nvGrpSpPr>
          <p:cNvPr id="367" name="Google Shape;367;g31a7df07b73_1_28"/>
          <p:cNvGrpSpPr/>
          <p:nvPr/>
        </p:nvGrpSpPr>
        <p:grpSpPr>
          <a:xfrm>
            <a:off x="271463" y="171450"/>
            <a:ext cx="790650" cy="743100"/>
            <a:chOff x="11182350" y="171450"/>
            <a:chExt cx="790650" cy="743100"/>
          </a:xfrm>
        </p:grpSpPr>
        <p:sp>
          <p:nvSpPr>
            <p:cNvPr id="368" name="Google Shape;368;g31a7df07b73_1_28"/>
            <p:cNvSpPr/>
            <p:nvPr/>
          </p:nvSpPr>
          <p:spPr>
            <a:xfrm>
              <a:off x="11182350" y="171450"/>
              <a:ext cx="743100" cy="743100"/>
            </a:xfrm>
            <a:prstGeom prst="rect">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369" name="Google Shape;369;g31a7df07b73_1_28"/>
            <p:cNvSpPr/>
            <p:nvPr/>
          </p:nvSpPr>
          <p:spPr>
            <a:xfrm>
              <a:off x="11925300" y="171450"/>
              <a:ext cx="47700" cy="9540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370" name="Google Shape;370;g31a7df07b73_1_28"/>
            <p:cNvSpPr/>
            <p:nvPr/>
          </p:nvSpPr>
          <p:spPr>
            <a:xfrm flipH="1" rot="10800000">
              <a:off x="11925300" y="819300"/>
              <a:ext cx="47700" cy="9510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grpSp>
        <p:nvGrpSpPr>
          <p:cNvPr id="371" name="Google Shape;371;g31a7df07b73_1_28"/>
          <p:cNvGrpSpPr/>
          <p:nvPr/>
        </p:nvGrpSpPr>
        <p:grpSpPr>
          <a:xfrm>
            <a:off x="451715" y="377055"/>
            <a:ext cx="382446" cy="331737"/>
            <a:chOff x="304800" y="822325"/>
            <a:chExt cx="287338" cy="249239"/>
          </a:xfrm>
        </p:grpSpPr>
        <p:sp>
          <p:nvSpPr>
            <p:cNvPr id="372" name="Google Shape;372;g31a7df07b73_1_28"/>
            <p:cNvSpPr/>
            <p:nvPr/>
          </p:nvSpPr>
          <p:spPr>
            <a:xfrm>
              <a:off x="333375" y="957263"/>
              <a:ext cx="76200" cy="57150"/>
            </a:xfrm>
            <a:custGeom>
              <a:rect b="b" l="l" r="r" t="t"/>
              <a:pathLst>
                <a:path extrusionOk="0" h="181" w="241">
                  <a:moveTo>
                    <a:pt x="211" y="151"/>
                  </a:moveTo>
                  <a:lnTo>
                    <a:pt x="30" y="151"/>
                  </a:lnTo>
                  <a:lnTo>
                    <a:pt x="30" y="30"/>
                  </a:lnTo>
                  <a:lnTo>
                    <a:pt x="211" y="30"/>
                  </a:lnTo>
                  <a:lnTo>
                    <a:pt x="211" y="151"/>
                  </a:lnTo>
                  <a:close/>
                  <a:moveTo>
                    <a:pt x="226" y="0"/>
                  </a:moveTo>
                  <a:lnTo>
                    <a:pt x="15" y="0"/>
                  </a:lnTo>
                  <a:lnTo>
                    <a:pt x="12" y="0"/>
                  </a:lnTo>
                  <a:lnTo>
                    <a:pt x="9" y="1"/>
                  </a:lnTo>
                  <a:lnTo>
                    <a:pt x="7" y="2"/>
                  </a:lnTo>
                  <a:lnTo>
                    <a:pt x="4" y="4"/>
                  </a:lnTo>
                  <a:lnTo>
                    <a:pt x="2" y="6"/>
                  </a:lnTo>
                  <a:lnTo>
                    <a:pt x="1" y="8"/>
                  </a:lnTo>
                  <a:lnTo>
                    <a:pt x="0" y="12"/>
                  </a:lnTo>
                  <a:lnTo>
                    <a:pt x="0" y="15"/>
                  </a:lnTo>
                  <a:lnTo>
                    <a:pt x="0" y="166"/>
                  </a:lnTo>
                  <a:lnTo>
                    <a:pt x="0" y="169"/>
                  </a:lnTo>
                  <a:lnTo>
                    <a:pt x="1" y="171"/>
                  </a:lnTo>
                  <a:lnTo>
                    <a:pt x="2" y="175"/>
                  </a:lnTo>
                  <a:lnTo>
                    <a:pt x="4" y="177"/>
                  </a:lnTo>
                  <a:lnTo>
                    <a:pt x="7" y="179"/>
                  </a:lnTo>
                  <a:lnTo>
                    <a:pt x="9" y="180"/>
                  </a:lnTo>
                  <a:lnTo>
                    <a:pt x="12" y="181"/>
                  </a:lnTo>
                  <a:lnTo>
                    <a:pt x="15" y="181"/>
                  </a:lnTo>
                  <a:lnTo>
                    <a:pt x="226" y="181"/>
                  </a:lnTo>
                  <a:lnTo>
                    <a:pt x="230" y="181"/>
                  </a:lnTo>
                  <a:lnTo>
                    <a:pt x="233" y="180"/>
                  </a:lnTo>
                  <a:lnTo>
                    <a:pt x="235" y="178"/>
                  </a:lnTo>
                  <a:lnTo>
                    <a:pt x="237" y="177"/>
                  </a:lnTo>
                  <a:lnTo>
                    <a:pt x="239" y="175"/>
                  </a:lnTo>
                  <a:lnTo>
                    <a:pt x="240" y="171"/>
                  </a:lnTo>
                  <a:lnTo>
                    <a:pt x="241" y="169"/>
                  </a:lnTo>
                  <a:lnTo>
                    <a:pt x="241" y="166"/>
                  </a:lnTo>
                  <a:lnTo>
                    <a:pt x="241" y="15"/>
                  </a:lnTo>
                  <a:lnTo>
                    <a:pt x="241" y="12"/>
                  </a:lnTo>
                  <a:lnTo>
                    <a:pt x="240" y="8"/>
                  </a:lnTo>
                  <a:lnTo>
                    <a:pt x="239" y="6"/>
                  </a:lnTo>
                  <a:lnTo>
                    <a:pt x="237" y="4"/>
                  </a:lnTo>
                  <a:lnTo>
                    <a:pt x="235" y="2"/>
                  </a:lnTo>
                  <a:lnTo>
                    <a:pt x="233" y="1"/>
                  </a:lnTo>
                  <a:lnTo>
                    <a:pt x="230" y="0"/>
                  </a:lnTo>
                  <a:lnTo>
                    <a:pt x="2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73" name="Google Shape;373;g31a7df07b73_1_28"/>
            <p:cNvSpPr/>
            <p:nvPr/>
          </p:nvSpPr>
          <p:spPr>
            <a:xfrm>
              <a:off x="409575" y="841375"/>
              <a:ext cx="77788" cy="57150"/>
            </a:xfrm>
            <a:custGeom>
              <a:rect b="b" l="l" r="r" t="t"/>
              <a:pathLst>
                <a:path extrusionOk="0" h="182" w="243">
                  <a:moveTo>
                    <a:pt x="213" y="152"/>
                  </a:moveTo>
                  <a:lnTo>
                    <a:pt x="32" y="152"/>
                  </a:lnTo>
                  <a:lnTo>
                    <a:pt x="32" y="30"/>
                  </a:lnTo>
                  <a:lnTo>
                    <a:pt x="213" y="30"/>
                  </a:lnTo>
                  <a:lnTo>
                    <a:pt x="213" y="152"/>
                  </a:lnTo>
                  <a:close/>
                  <a:moveTo>
                    <a:pt x="228" y="0"/>
                  </a:moveTo>
                  <a:lnTo>
                    <a:pt x="15" y="0"/>
                  </a:lnTo>
                  <a:lnTo>
                    <a:pt x="13" y="0"/>
                  </a:lnTo>
                  <a:lnTo>
                    <a:pt x="10" y="1"/>
                  </a:lnTo>
                  <a:lnTo>
                    <a:pt x="8" y="3"/>
                  </a:lnTo>
                  <a:lnTo>
                    <a:pt x="6" y="5"/>
                  </a:lnTo>
                  <a:lnTo>
                    <a:pt x="4" y="7"/>
                  </a:lnTo>
                  <a:lnTo>
                    <a:pt x="2" y="10"/>
                  </a:lnTo>
                  <a:lnTo>
                    <a:pt x="2" y="12"/>
                  </a:lnTo>
                  <a:lnTo>
                    <a:pt x="0" y="15"/>
                  </a:lnTo>
                  <a:lnTo>
                    <a:pt x="0" y="167"/>
                  </a:lnTo>
                  <a:lnTo>
                    <a:pt x="2" y="170"/>
                  </a:lnTo>
                  <a:lnTo>
                    <a:pt x="2" y="173"/>
                  </a:lnTo>
                  <a:lnTo>
                    <a:pt x="4" y="175"/>
                  </a:lnTo>
                  <a:lnTo>
                    <a:pt x="6" y="177"/>
                  </a:lnTo>
                  <a:lnTo>
                    <a:pt x="8" y="179"/>
                  </a:lnTo>
                  <a:lnTo>
                    <a:pt x="10" y="180"/>
                  </a:lnTo>
                  <a:lnTo>
                    <a:pt x="13" y="182"/>
                  </a:lnTo>
                  <a:lnTo>
                    <a:pt x="15" y="182"/>
                  </a:lnTo>
                  <a:lnTo>
                    <a:pt x="228" y="182"/>
                  </a:lnTo>
                  <a:lnTo>
                    <a:pt x="231" y="182"/>
                  </a:lnTo>
                  <a:lnTo>
                    <a:pt x="233" y="180"/>
                  </a:lnTo>
                  <a:lnTo>
                    <a:pt x="236" y="179"/>
                  </a:lnTo>
                  <a:lnTo>
                    <a:pt x="239" y="177"/>
                  </a:lnTo>
                  <a:lnTo>
                    <a:pt x="241" y="175"/>
                  </a:lnTo>
                  <a:lnTo>
                    <a:pt x="242" y="173"/>
                  </a:lnTo>
                  <a:lnTo>
                    <a:pt x="243" y="170"/>
                  </a:lnTo>
                  <a:lnTo>
                    <a:pt x="243" y="167"/>
                  </a:lnTo>
                  <a:lnTo>
                    <a:pt x="243" y="15"/>
                  </a:lnTo>
                  <a:lnTo>
                    <a:pt x="243" y="12"/>
                  </a:lnTo>
                  <a:lnTo>
                    <a:pt x="242" y="10"/>
                  </a:lnTo>
                  <a:lnTo>
                    <a:pt x="241" y="7"/>
                  </a:lnTo>
                  <a:lnTo>
                    <a:pt x="239" y="5"/>
                  </a:lnTo>
                  <a:lnTo>
                    <a:pt x="236" y="4"/>
                  </a:lnTo>
                  <a:lnTo>
                    <a:pt x="233" y="1"/>
                  </a:lnTo>
                  <a:lnTo>
                    <a:pt x="231" y="0"/>
                  </a:lnTo>
                  <a:lnTo>
                    <a:pt x="228"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74" name="Google Shape;374;g31a7df07b73_1_28"/>
            <p:cNvSpPr/>
            <p:nvPr/>
          </p:nvSpPr>
          <p:spPr>
            <a:xfrm>
              <a:off x="304800" y="822325"/>
              <a:ext cx="287338" cy="249239"/>
            </a:xfrm>
            <a:custGeom>
              <a:rect b="b" l="l" r="r" t="t"/>
              <a:pathLst>
                <a:path extrusionOk="0" h="786" w="907">
                  <a:moveTo>
                    <a:pt x="877" y="756"/>
                  </a:moveTo>
                  <a:lnTo>
                    <a:pt x="515" y="756"/>
                  </a:lnTo>
                  <a:lnTo>
                    <a:pt x="515" y="696"/>
                  </a:lnTo>
                  <a:lnTo>
                    <a:pt x="515" y="690"/>
                  </a:lnTo>
                  <a:lnTo>
                    <a:pt x="517" y="684"/>
                  </a:lnTo>
                  <a:lnTo>
                    <a:pt x="520" y="679"/>
                  </a:lnTo>
                  <a:lnTo>
                    <a:pt x="523" y="675"/>
                  </a:lnTo>
                  <a:lnTo>
                    <a:pt x="528" y="670"/>
                  </a:lnTo>
                  <a:lnTo>
                    <a:pt x="533" y="668"/>
                  </a:lnTo>
                  <a:lnTo>
                    <a:pt x="538" y="666"/>
                  </a:lnTo>
                  <a:lnTo>
                    <a:pt x="545" y="665"/>
                  </a:lnTo>
                  <a:lnTo>
                    <a:pt x="847" y="665"/>
                  </a:lnTo>
                  <a:lnTo>
                    <a:pt x="854" y="666"/>
                  </a:lnTo>
                  <a:lnTo>
                    <a:pt x="859" y="668"/>
                  </a:lnTo>
                  <a:lnTo>
                    <a:pt x="864" y="670"/>
                  </a:lnTo>
                  <a:lnTo>
                    <a:pt x="869" y="675"/>
                  </a:lnTo>
                  <a:lnTo>
                    <a:pt x="872" y="679"/>
                  </a:lnTo>
                  <a:lnTo>
                    <a:pt x="875" y="684"/>
                  </a:lnTo>
                  <a:lnTo>
                    <a:pt x="877" y="690"/>
                  </a:lnTo>
                  <a:lnTo>
                    <a:pt x="877" y="696"/>
                  </a:lnTo>
                  <a:lnTo>
                    <a:pt x="877" y="756"/>
                  </a:lnTo>
                  <a:close/>
                  <a:moveTo>
                    <a:pt x="545" y="424"/>
                  </a:moveTo>
                  <a:lnTo>
                    <a:pt x="545" y="417"/>
                  </a:lnTo>
                  <a:lnTo>
                    <a:pt x="547" y="412"/>
                  </a:lnTo>
                  <a:lnTo>
                    <a:pt x="550" y="407"/>
                  </a:lnTo>
                  <a:lnTo>
                    <a:pt x="553" y="402"/>
                  </a:lnTo>
                  <a:lnTo>
                    <a:pt x="558" y="398"/>
                  </a:lnTo>
                  <a:lnTo>
                    <a:pt x="563" y="396"/>
                  </a:lnTo>
                  <a:lnTo>
                    <a:pt x="568" y="394"/>
                  </a:lnTo>
                  <a:lnTo>
                    <a:pt x="575" y="393"/>
                  </a:lnTo>
                  <a:lnTo>
                    <a:pt x="817" y="393"/>
                  </a:lnTo>
                  <a:lnTo>
                    <a:pt x="823" y="394"/>
                  </a:lnTo>
                  <a:lnTo>
                    <a:pt x="829" y="396"/>
                  </a:lnTo>
                  <a:lnTo>
                    <a:pt x="834" y="398"/>
                  </a:lnTo>
                  <a:lnTo>
                    <a:pt x="839" y="402"/>
                  </a:lnTo>
                  <a:lnTo>
                    <a:pt x="842" y="407"/>
                  </a:lnTo>
                  <a:lnTo>
                    <a:pt x="845" y="412"/>
                  </a:lnTo>
                  <a:lnTo>
                    <a:pt x="846" y="417"/>
                  </a:lnTo>
                  <a:lnTo>
                    <a:pt x="847" y="424"/>
                  </a:lnTo>
                  <a:lnTo>
                    <a:pt x="847" y="635"/>
                  </a:lnTo>
                  <a:lnTo>
                    <a:pt x="545" y="635"/>
                  </a:lnTo>
                  <a:lnTo>
                    <a:pt x="545" y="424"/>
                  </a:lnTo>
                  <a:close/>
                  <a:moveTo>
                    <a:pt x="385" y="393"/>
                  </a:moveTo>
                  <a:lnTo>
                    <a:pt x="381" y="386"/>
                  </a:lnTo>
                  <a:lnTo>
                    <a:pt x="375" y="381"/>
                  </a:lnTo>
                  <a:lnTo>
                    <a:pt x="370" y="376"/>
                  </a:lnTo>
                  <a:lnTo>
                    <a:pt x="364" y="371"/>
                  </a:lnTo>
                  <a:lnTo>
                    <a:pt x="356" y="368"/>
                  </a:lnTo>
                  <a:lnTo>
                    <a:pt x="349" y="365"/>
                  </a:lnTo>
                  <a:lnTo>
                    <a:pt x="341" y="364"/>
                  </a:lnTo>
                  <a:lnTo>
                    <a:pt x="332" y="363"/>
                  </a:lnTo>
                  <a:lnTo>
                    <a:pt x="272" y="363"/>
                  </a:lnTo>
                  <a:lnTo>
                    <a:pt x="272" y="333"/>
                  </a:lnTo>
                  <a:lnTo>
                    <a:pt x="273" y="326"/>
                  </a:lnTo>
                  <a:lnTo>
                    <a:pt x="275" y="321"/>
                  </a:lnTo>
                  <a:lnTo>
                    <a:pt x="278" y="316"/>
                  </a:lnTo>
                  <a:lnTo>
                    <a:pt x="281" y="311"/>
                  </a:lnTo>
                  <a:lnTo>
                    <a:pt x="285" y="308"/>
                  </a:lnTo>
                  <a:lnTo>
                    <a:pt x="291" y="305"/>
                  </a:lnTo>
                  <a:lnTo>
                    <a:pt x="296" y="303"/>
                  </a:lnTo>
                  <a:lnTo>
                    <a:pt x="302" y="303"/>
                  </a:lnTo>
                  <a:lnTo>
                    <a:pt x="605" y="303"/>
                  </a:lnTo>
                  <a:lnTo>
                    <a:pt x="611" y="303"/>
                  </a:lnTo>
                  <a:lnTo>
                    <a:pt x="617" y="305"/>
                  </a:lnTo>
                  <a:lnTo>
                    <a:pt x="622" y="308"/>
                  </a:lnTo>
                  <a:lnTo>
                    <a:pt x="626" y="311"/>
                  </a:lnTo>
                  <a:lnTo>
                    <a:pt x="631" y="316"/>
                  </a:lnTo>
                  <a:lnTo>
                    <a:pt x="633" y="321"/>
                  </a:lnTo>
                  <a:lnTo>
                    <a:pt x="635" y="326"/>
                  </a:lnTo>
                  <a:lnTo>
                    <a:pt x="636" y="333"/>
                  </a:lnTo>
                  <a:lnTo>
                    <a:pt x="636" y="363"/>
                  </a:lnTo>
                  <a:lnTo>
                    <a:pt x="575" y="363"/>
                  </a:lnTo>
                  <a:lnTo>
                    <a:pt x="566" y="364"/>
                  </a:lnTo>
                  <a:lnTo>
                    <a:pt x="559" y="365"/>
                  </a:lnTo>
                  <a:lnTo>
                    <a:pt x="551" y="368"/>
                  </a:lnTo>
                  <a:lnTo>
                    <a:pt x="545" y="371"/>
                  </a:lnTo>
                  <a:lnTo>
                    <a:pt x="538" y="376"/>
                  </a:lnTo>
                  <a:lnTo>
                    <a:pt x="532" y="381"/>
                  </a:lnTo>
                  <a:lnTo>
                    <a:pt x="528" y="386"/>
                  </a:lnTo>
                  <a:lnTo>
                    <a:pt x="523" y="393"/>
                  </a:lnTo>
                  <a:lnTo>
                    <a:pt x="385" y="393"/>
                  </a:lnTo>
                  <a:close/>
                  <a:moveTo>
                    <a:pt x="60" y="635"/>
                  </a:moveTo>
                  <a:lnTo>
                    <a:pt x="60" y="424"/>
                  </a:lnTo>
                  <a:lnTo>
                    <a:pt x="61" y="417"/>
                  </a:lnTo>
                  <a:lnTo>
                    <a:pt x="63" y="412"/>
                  </a:lnTo>
                  <a:lnTo>
                    <a:pt x="65" y="407"/>
                  </a:lnTo>
                  <a:lnTo>
                    <a:pt x="70" y="402"/>
                  </a:lnTo>
                  <a:lnTo>
                    <a:pt x="74" y="398"/>
                  </a:lnTo>
                  <a:lnTo>
                    <a:pt x="79" y="396"/>
                  </a:lnTo>
                  <a:lnTo>
                    <a:pt x="85" y="394"/>
                  </a:lnTo>
                  <a:lnTo>
                    <a:pt x="91" y="393"/>
                  </a:lnTo>
                  <a:lnTo>
                    <a:pt x="332" y="393"/>
                  </a:lnTo>
                  <a:lnTo>
                    <a:pt x="339" y="394"/>
                  </a:lnTo>
                  <a:lnTo>
                    <a:pt x="344" y="396"/>
                  </a:lnTo>
                  <a:lnTo>
                    <a:pt x="350" y="398"/>
                  </a:lnTo>
                  <a:lnTo>
                    <a:pt x="354" y="402"/>
                  </a:lnTo>
                  <a:lnTo>
                    <a:pt x="358" y="407"/>
                  </a:lnTo>
                  <a:lnTo>
                    <a:pt x="360" y="412"/>
                  </a:lnTo>
                  <a:lnTo>
                    <a:pt x="363" y="417"/>
                  </a:lnTo>
                  <a:lnTo>
                    <a:pt x="364" y="424"/>
                  </a:lnTo>
                  <a:lnTo>
                    <a:pt x="364" y="635"/>
                  </a:lnTo>
                  <a:lnTo>
                    <a:pt x="60" y="635"/>
                  </a:lnTo>
                  <a:close/>
                  <a:moveTo>
                    <a:pt x="394" y="756"/>
                  </a:moveTo>
                  <a:lnTo>
                    <a:pt x="30" y="756"/>
                  </a:lnTo>
                  <a:lnTo>
                    <a:pt x="30" y="696"/>
                  </a:lnTo>
                  <a:lnTo>
                    <a:pt x="31" y="690"/>
                  </a:lnTo>
                  <a:lnTo>
                    <a:pt x="32" y="684"/>
                  </a:lnTo>
                  <a:lnTo>
                    <a:pt x="35" y="679"/>
                  </a:lnTo>
                  <a:lnTo>
                    <a:pt x="40" y="675"/>
                  </a:lnTo>
                  <a:lnTo>
                    <a:pt x="44" y="670"/>
                  </a:lnTo>
                  <a:lnTo>
                    <a:pt x="48" y="668"/>
                  </a:lnTo>
                  <a:lnTo>
                    <a:pt x="55" y="666"/>
                  </a:lnTo>
                  <a:lnTo>
                    <a:pt x="60" y="665"/>
                  </a:lnTo>
                  <a:lnTo>
                    <a:pt x="364" y="665"/>
                  </a:lnTo>
                  <a:lnTo>
                    <a:pt x="369" y="666"/>
                  </a:lnTo>
                  <a:lnTo>
                    <a:pt x="375" y="668"/>
                  </a:lnTo>
                  <a:lnTo>
                    <a:pt x="380" y="670"/>
                  </a:lnTo>
                  <a:lnTo>
                    <a:pt x="385" y="675"/>
                  </a:lnTo>
                  <a:lnTo>
                    <a:pt x="388" y="679"/>
                  </a:lnTo>
                  <a:lnTo>
                    <a:pt x="391" y="684"/>
                  </a:lnTo>
                  <a:lnTo>
                    <a:pt x="393" y="690"/>
                  </a:lnTo>
                  <a:lnTo>
                    <a:pt x="394" y="696"/>
                  </a:lnTo>
                  <a:lnTo>
                    <a:pt x="394" y="756"/>
                  </a:lnTo>
                  <a:close/>
                  <a:moveTo>
                    <a:pt x="302" y="60"/>
                  </a:moveTo>
                  <a:lnTo>
                    <a:pt x="304" y="54"/>
                  </a:lnTo>
                  <a:lnTo>
                    <a:pt x="305" y="49"/>
                  </a:lnTo>
                  <a:lnTo>
                    <a:pt x="308" y="43"/>
                  </a:lnTo>
                  <a:lnTo>
                    <a:pt x="311" y="39"/>
                  </a:lnTo>
                  <a:lnTo>
                    <a:pt x="316" y="36"/>
                  </a:lnTo>
                  <a:lnTo>
                    <a:pt x="321" y="33"/>
                  </a:lnTo>
                  <a:lnTo>
                    <a:pt x="327" y="30"/>
                  </a:lnTo>
                  <a:lnTo>
                    <a:pt x="332" y="30"/>
                  </a:lnTo>
                  <a:lnTo>
                    <a:pt x="575" y="30"/>
                  </a:lnTo>
                  <a:lnTo>
                    <a:pt x="581" y="30"/>
                  </a:lnTo>
                  <a:lnTo>
                    <a:pt x="587" y="33"/>
                  </a:lnTo>
                  <a:lnTo>
                    <a:pt x="592" y="36"/>
                  </a:lnTo>
                  <a:lnTo>
                    <a:pt x="596" y="39"/>
                  </a:lnTo>
                  <a:lnTo>
                    <a:pt x="600" y="43"/>
                  </a:lnTo>
                  <a:lnTo>
                    <a:pt x="603" y="49"/>
                  </a:lnTo>
                  <a:lnTo>
                    <a:pt x="605" y="54"/>
                  </a:lnTo>
                  <a:lnTo>
                    <a:pt x="605" y="60"/>
                  </a:lnTo>
                  <a:lnTo>
                    <a:pt x="605" y="273"/>
                  </a:lnTo>
                  <a:lnTo>
                    <a:pt x="302" y="273"/>
                  </a:lnTo>
                  <a:lnTo>
                    <a:pt x="302" y="60"/>
                  </a:lnTo>
                  <a:close/>
                  <a:moveTo>
                    <a:pt x="877" y="644"/>
                  </a:moveTo>
                  <a:lnTo>
                    <a:pt x="877" y="424"/>
                  </a:lnTo>
                  <a:lnTo>
                    <a:pt x="877" y="417"/>
                  </a:lnTo>
                  <a:lnTo>
                    <a:pt x="876" y="411"/>
                  </a:lnTo>
                  <a:lnTo>
                    <a:pt x="875" y="406"/>
                  </a:lnTo>
                  <a:lnTo>
                    <a:pt x="873" y="400"/>
                  </a:lnTo>
                  <a:lnTo>
                    <a:pt x="870" y="395"/>
                  </a:lnTo>
                  <a:lnTo>
                    <a:pt x="868" y="389"/>
                  </a:lnTo>
                  <a:lnTo>
                    <a:pt x="863" y="385"/>
                  </a:lnTo>
                  <a:lnTo>
                    <a:pt x="860" y="381"/>
                  </a:lnTo>
                  <a:lnTo>
                    <a:pt x="856" y="377"/>
                  </a:lnTo>
                  <a:lnTo>
                    <a:pt x="850" y="373"/>
                  </a:lnTo>
                  <a:lnTo>
                    <a:pt x="846" y="370"/>
                  </a:lnTo>
                  <a:lnTo>
                    <a:pt x="841" y="368"/>
                  </a:lnTo>
                  <a:lnTo>
                    <a:pt x="835" y="366"/>
                  </a:lnTo>
                  <a:lnTo>
                    <a:pt x="829" y="364"/>
                  </a:lnTo>
                  <a:lnTo>
                    <a:pt x="824" y="364"/>
                  </a:lnTo>
                  <a:lnTo>
                    <a:pt x="817" y="363"/>
                  </a:lnTo>
                  <a:lnTo>
                    <a:pt x="666" y="363"/>
                  </a:lnTo>
                  <a:lnTo>
                    <a:pt x="666" y="333"/>
                  </a:lnTo>
                  <a:lnTo>
                    <a:pt x="665" y="324"/>
                  </a:lnTo>
                  <a:lnTo>
                    <a:pt x="664" y="317"/>
                  </a:lnTo>
                  <a:lnTo>
                    <a:pt x="661" y="309"/>
                  </a:lnTo>
                  <a:lnTo>
                    <a:pt x="657" y="303"/>
                  </a:lnTo>
                  <a:lnTo>
                    <a:pt x="653" y="296"/>
                  </a:lnTo>
                  <a:lnTo>
                    <a:pt x="648" y="290"/>
                  </a:lnTo>
                  <a:lnTo>
                    <a:pt x="642" y="284"/>
                  </a:lnTo>
                  <a:lnTo>
                    <a:pt x="636" y="280"/>
                  </a:lnTo>
                  <a:lnTo>
                    <a:pt x="636" y="60"/>
                  </a:lnTo>
                  <a:lnTo>
                    <a:pt x="635" y="54"/>
                  </a:lnTo>
                  <a:lnTo>
                    <a:pt x="634" y="49"/>
                  </a:lnTo>
                  <a:lnTo>
                    <a:pt x="633" y="42"/>
                  </a:lnTo>
                  <a:lnTo>
                    <a:pt x="631" y="37"/>
                  </a:lnTo>
                  <a:lnTo>
                    <a:pt x="628" y="31"/>
                  </a:lnTo>
                  <a:lnTo>
                    <a:pt x="625" y="27"/>
                  </a:lnTo>
                  <a:lnTo>
                    <a:pt x="622" y="22"/>
                  </a:lnTo>
                  <a:lnTo>
                    <a:pt x="618" y="18"/>
                  </a:lnTo>
                  <a:lnTo>
                    <a:pt x="613" y="14"/>
                  </a:lnTo>
                  <a:lnTo>
                    <a:pt x="609" y="10"/>
                  </a:lnTo>
                  <a:lnTo>
                    <a:pt x="604" y="7"/>
                  </a:lnTo>
                  <a:lnTo>
                    <a:pt x="598" y="5"/>
                  </a:lnTo>
                  <a:lnTo>
                    <a:pt x="593" y="3"/>
                  </a:lnTo>
                  <a:lnTo>
                    <a:pt x="587" y="1"/>
                  </a:lnTo>
                  <a:lnTo>
                    <a:pt x="581" y="0"/>
                  </a:lnTo>
                  <a:lnTo>
                    <a:pt x="575" y="0"/>
                  </a:lnTo>
                  <a:lnTo>
                    <a:pt x="332" y="0"/>
                  </a:lnTo>
                  <a:lnTo>
                    <a:pt x="327" y="0"/>
                  </a:lnTo>
                  <a:lnTo>
                    <a:pt x="321" y="1"/>
                  </a:lnTo>
                  <a:lnTo>
                    <a:pt x="315" y="3"/>
                  </a:lnTo>
                  <a:lnTo>
                    <a:pt x="309" y="5"/>
                  </a:lnTo>
                  <a:lnTo>
                    <a:pt x="304" y="7"/>
                  </a:lnTo>
                  <a:lnTo>
                    <a:pt x="299" y="10"/>
                  </a:lnTo>
                  <a:lnTo>
                    <a:pt x="294" y="14"/>
                  </a:lnTo>
                  <a:lnTo>
                    <a:pt x="290" y="18"/>
                  </a:lnTo>
                  <a:lnTo>
                    <a:pt x="286" y="22"/>
                  </a:lnTo>
                  <a:lnTo>
                    <a:pt x="283" y="27"/>
                  </a:lnTo>
                  <a:lnTo>
                    <a:pt x="280" y="31"/>
                  </a:lnTo>
                  <a:lnTo>
                    <a:pt x="277" y="37"/>
                  </a:lnTo>
                  <a:lnTo>
                    <a:pt x="275" y="42"/>
                  </a:lnTo>
                  <a:lnTo>
                    <a:pt x="273" y="49"/>
                  </a:lnTo>
                  <a:lnTo>
                    <a:pt x="272" y="54"/>
                  </a:lnTo>
                  <a:lnTo>
                    <a:pt x="272" y="60"/>
                  </a:lnTo>
                  <a:lnTo>
                    <a:pt x="272" y="280"/>
                  </a:lnTo>
                  <a:lnTo>
                    <a:pt x="266" y="284"/>
                  </a:lnTo>
                  <a:lnTo>
                    <a:pt x="260" y="290"/>
                  </a:lnTo>
                  <a:lnTo>
                    <a:pt x="255" y="296"/>
                  </a:lnTo>
                  <a:lnTo>
                    <a:pt x="251" y="303"/>
                  </a:lnTo>
                  <a:lnTo>
                    <a:pt x="247" y="309"/>
                  </a:lnTo>
                  <a:lnTo>
                    <a:pt x="245" y="317"/>
                  </a:lnTo>
                  <a:lnTo>
                    <a:pt x="242" y="324"/>
                  </a:lnTo>
                  <a:lnTo>
                    <a:pt x="242" y="333"/>
                  </a:lnTo>
                  <a:lnTo>
                    <a:pt x="242" y="363"/>
                  </a:lnTo>
                  <a:lnTo>
                    <a:pt x="91" y="363"/>
                  </a:lnTo>
                  <a:lnTo>
                    <a:pt x="85" y="364"/>
                  </a:lnTo>
                  <a:lnTo>
                    <a:pt x="78" y="364"/>
                  </a:lnTo>
                  <a:lnTo>
                    <a:pt x="73" y="366"/>
                  </a:lnTo>
                  <a:lnTo>
                    <a:pt x="68" y="368"/>
                  </a:lnTo>
                  <a:lnTo>
                    <a:pt x="62" y="370"/>
                  </a:lnTo>
                  <a:lnTo>
                    <a:pt x="57" y="373"/>
                  </a:lnTo>
                  <a:lnTo>
                    <a:pt x="53" y="377"/>
                  </a:lnTo>
                  <a:lnTo>
                    <a:pt x="48" y="381"/>
                  </a:lnTo>
                  <a:lnTo>
                    <a:pt x="44" y="385"/>
                  </a:lnTo>
                  <a:lnTo>
                    <a:pt x="41" y="389"/>
                  </a:lnTo>
                  <a:lnTo>
                    <a:pt x="38" y="395"/>
                  </a:lnTo>
                  <a:lnTo>
                    <a:pt x="35" y="400"/>
                  </a:lnTo>
                  <a:lnTo>
                    <a:pt x="33" y="406"/>
                  </a:lnTo>
                  <a:lnTo>
                    <a:pt x="31" y="411"/>
                  </a:lnTo>
                  <a:lnTo>
                    <a:pt x="31" y="417"/>
                  </a:lnTo>
                  <a:lnTo>
                    <a:pt x="30" y="424"/>
                  </a:lnTo>
                  <a:lnTo>
                    <a:pt x="30" y="644"/>
                  </a:lnTo>
                  <a:lnTo>
                    <a:pt x="24" y="648"/>
                  </a:lnTo>
                  <a:lnTo>
                    <a:pt x="18" y="653"/>
                  </a:lnTo>
                  <a:lnTo>
                    <a:pt x="13" y="659"/>
                  </a:lnTo>
                  <a:lnTo>
                    <a:pt x="9" y="665"/>
                  </a:lnTo>
                  <a:lnTo>
                    <a:pt x="4" y="672"/>
                  </a:lnTo>
                  <a:lnTo>
                    <a:pt x="2" y="680"/>
                  </a:lnTo>
                  <a:lnTo>
                    <a:pt x="1" y="688"/>
                  </a:lnTo>
                  <a:lnTo>
                    <a:pt x="0" y="696"/>
                  </a:lnTo>
                  <a:lnTo>
                    <a:pt x="0" y="771"/>
                  </a:lnTo>
                  <a:lnTo>
                    <a:pt x="0" y="774"/>
                  </a:lnTo>
                  <a:lnTo>
                    <a:pt x="1" y="778"/>
                  </a:lnTo>
                  <a:lnTo>
                    <a:pt x="2" y="780"/>
                  </a:lnTo>
                  <a:lnTo>
                    <a:pt x="4" y="782"/>
                  </a:lnTo>
                  <a:lnTo>
                    <a:pt x="6" y="784"/>
                  </a:lnTo>
                  <a:lnTo>
                    <a:pt x="10" y="785"/>
                  </a:lnTo>
                  <a:lnTo>
                    <a:pt x="12" y="786"/>
                  </a:lnTo>
                  <a:lnTo>
                    <a:pt x="15" y="786"/>
                  </a:lnTo>
                  <a:lnTo>
                    <a:pt x="409" y="786"/>
                  </a:lnTo>
                  <a:lnTo>
                    <a:pt x="412" y="786"/>
                  </a:lnTo>
                  <a:lnTo>
                    <a:pt x="414" y="785"/>
                  </a:lnTo>
                  <a:lnTo>
                    <a:pt x="417" y="784"/>
                  </a:lnTo>
                  <a:lnTo>
                    <a:pt x="419" y="782"/>
                  </a:lnTo>
                  <a:lnTo>
                    <a:pt x="421" y="780"/>
                  </a:lnTo>
                  <a:lnTo>
                    <a:pt x="423" y="778"/>
                  </a:lnTo>
                  <a:lnTo>
                    <a:pt x="424" y="774"/>
                  </a:lnTo>
                  <a:lnTo>
                    <a:pt x="424" y="771"/>
                  </a:lnTo>
                  <a:lnTo>
                    <a:pt x="424" y="696"/>
                  </a:lnTo>
                  <a:lnTo>
                    <a:pt x="423" y="688"/>
                  </a:lnTo>
                  <a:lnTo>
                    <a:pt x="421" y="680"/>
                  </a:lnTo>
                  <a:lnTo>
                    <a:pt x="419" y="672"/>
                  </a:lnTo>
                  <a:lnTo>
                    <a:pt x="415" y="665"/>
                  </a:lnTo>
                  <a:lnTo>
                    <a:pt x="411" y="659"/>
                  </a:lnTo>
                  <a:lnTo>
                    <a:pt x="405" y="653"/>
                  </a:lnTo>
                  <a:lnTo>
                    <a:pt x="400" y="648"/>
                  </a:lnTo>
                  <a:lnTo>
                    <a:pt x="394" y="644"/>
                  </a:lnTo>
                  <a:lnTo>
                    <a:pt x="394" y="424"/>
                  </a:lnTo>
                  <a:lnTo>
                    <a:pt x="515" y="424"/>
                  </a:lnTo>
                  <a:lnTo>
                    <a:pt x="515" y="644"/>
                  </a:lnTo>
                  <a:lnTo>
                    <a:pt x="508" y="648"/>
                  </a:lnTo>
                  <a:lnTo>
                    <a:pt x="502" y="653"/>
                  </a:lnTo>
                  <a:lnTo>
                    <a:pt x="497" y="659"/>
                  </a:lnTo>
                  <a:lnTo>
                    <a:pt x="492" y="665"/>
                  </a:lnTo>
                  <a:lnTo>
                    <a:pt x="489" y="672"/>
                  </a:lnTo>
                  <a:lnTo>
                    <a:pt x="486" y="680"/>
                  </a:lnTo>
                  <a:lnTo>
                    <a:pt x="485" y="688"/>
                  </a:lnTo>
                  <a:lnTo>
                    <a:pt x="484" y="696"/>
                  </a:lnTo>
                  <a:lnTo>
                    <a:pt x="484" y="771"/>
                  </a:lnTo>
                  <a:lnTo>
                    <a:pt x="485" y="774"/>
                  </a:lnTo>
                  <a:lnTo>
                    <a:pt x="486" y="778"/>
                  </a:lnTo>
                  <a:lnTo>
                    <a:pt x="487" y="780"/>
                  </a:lnTo>
                  <a:lnTo>
                    <a:pt x="489" y="782"/>
                  </a:lnTo>
                  <a:lnTo>
                    <a:pt x="491" y="784"/>
                  </a:lnTo>
                  <a:lnTo>
                    <a:pt x="493" y="785"/>
                  </a:lnTo>
                  <a:lnTo>
                    <a:pt x="497" y="786"/>
                  </a:lnTo>
                  <a:lnTo>
                    <a:pt x="500" y="786"/>
                  </a:lnTo>
                  <a:lnTo>
                    <a:pt x="892" y="786"/>
                  </a:lnTo>
                  <a:lnTo>
                    <a:pt x="896" y="786"/>
                  </a:lnTo>
                  <a:lnTo>
                    <a:pt x="899" y="785"/>
                  </a:lnTo>
                  <a:lnTo>
                    <a:pt x="901" y="784"/>
                  </a:lnTo>
                  <a:lnTo>
                    <a:pt x="903" y="782"/>
                  </a:lnTo>
                  <a:lnTo>
                    <a:pt x="905" y="780"/>
                  </a:lnTo>
                  <a:lnTo>
                    <a:pt x="906" y="778"/>
                  </a:lnTo>
                  <a:lnTo>
                    <a:pt x="907" y="774"/>
                  </a:lnTo>
                  <a:lnTo>
                    <a:pt x="907" y="771"/>
                  </a:lnTo>
                  <a:lnTo>
                    <a:pt x="907" y="696"/>
                  </a:lnTo>
                  <a:lnTo>
                    <a:pt x="907" y="688"/>
                  </a:lnTo>
                  <a:lnTo>
                    <a:pt x="905" y="680"/>
                  </a:lnTo>
                  <a:lnTo>
                    <a:pt x="903" y="672"/>
                  </a:lnTo>
                  <a:lnTo>
                    <a:pt x="900" y="665"/>
                  </a:lnTo>
                  <a:lnTo>
                    <a:pt x="896" y="659"/>
                  </a:lnTo>
                  <a:lnTo>
                    <a:pt x="890" y="653"/>
                  </a:lnTo>
                  <a:lnTo>
                    <a:pt x="884" y="648"/>
                  </a:lnTo>
                  <a:lnTo>
                    <a:pt x="877" y="64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75" name="Google Shape;375;g31a7df07b73_1_28"/>
            <p:cNvSpPr/>
            <p:nvPr/>
          </p:nvSpPr>
          <p:spPr>
            <a:xfrm>
              <a:off x="487363" y="957263"/>
              <a:ext cx="76200" cy="57150"/>
            </a:xfrm>
            <a:custGeom>
              <a:rect b="b" l="l" r="r" t="t"/>
              <a:pathLst>
                <a:path extrusionOk="0" h="181" w="242">
                  <a:moveTo>
                    <a:pt x="212" y="151"/>
                  </a:moveTo>
                  <a:lnTo>
                    <a:pt x="30" y="151"/>
                  </a:lnTo>
                  <a:lnTo>
                    <a:pt x="30" y="30"/>
                  </a:lnTo>
                  <a:lnTo>
                    <a:pt x="212" y="30"/>
                  </a:lnTo>
                  <a:lnTo>
                    <a:pt x="212" y="151"/>
                  </a:lnTo>
                  <a:close/>
                  <a:moveTo>
                    <a:pt x="227" y="0"/>
                  </a:moveTo>
                  <a:lnTo>
                    <a:pt x="15" y="0"/>
                  </a:lnTo>
                  <a:lnTo>
                    <a:pt x="12" y="0"/>
                  </a:lnTo>
                  <a:lnTo>
                    <a:pt x="10" y="1"/>
                  </a:lnTo>
                  <a:lnTo>
                    <a:pt x="6" y="2"/>
                  </a:lnTo>
                  <a:lnTo>
                    <a:pt x="4" y="4"/>
                  </a:lnTo>
                  <a:lnTo>
                    <a:pt x="3" y="6"/>
                  </a:lnTo>
                  <a:lnTo>
                    <a:pt x="1" y="8"/>
                  </a:lnTo>
                  <a:lnTo>
                    <a:pt x="0" y="12"/>
                  </a:lnTo>
                  <a:lnTo>
                    <a:pt x="0" y="15"/>
                  </a:lnTo>
                  <a:lnTo>
                    <a:pt x="0" y="166"/>
                  </a:lnTo>
                  <a:lnTo>
                    <a:pt x="0" y="169"/>
                  </a:lnTo>
                  <a:lnTo>
                    <a:pt x="1" y="171"/>
                  </a:lnTo>
                  <a:lnTo>
                    <a:pt x="3" y="175"/>
                  </a:lnTo>
                  <a:lnTo>
                    <a:pt x="4" y="177"/>
                  </a:lnTo>
                  <a:lnTo>
                    <a:pt x="6" y="179"/>
                  </a:lnTo>
                  <a:lnTo>
                    <a:pt x="10" y="180"/>
                  </a:lnTo>
                  <a:lnTo>
                    <a:pt x="12" y="181"/>
                  </a:lnTo>
                  <a:lnTo>
                    <a:pt x="15" y="181"/>
                  </a:lnTo>
                  <a:lnTo>
                    <a:pt x="227" y="181"/>
                  </a:lnTo>
                  <a:lnTo>
                    <a:pt x="230" y="181"/>
                  </a:lnTo>
                  <a:lnTo>
                    <a:pt x="233" y="180"/>
                  </a:lnTo>
                  <a:lnTo>
                    <a:pt x="236" y="178"/>
                  </a:lnTo>
                  <a:lnTo>
                    <a:pt x="238" y="177"/>
                  </a:lnTo>
                  <a:lnTo>
                    <a:pt x="239" y="175"/>
                  </a:lnTo>
                  <a:lnTo>
                    <a:pt x="241" y="171"/>
                  </a:lnTo>
                  <a:lnTo>
                    <a:pt x="242" y="169"/>
                  </a:lnTo>
                  <a:lnTo>
                    <a:pt x="242" y="166"/>
                  </a:lnTo>
                  <a:lnTo>
                    <a:pt x="242" y="15"/>
                  </a:lnTo>
                  <a:lnTo>
                    <a:pt x="242" y="12"/>
                  </a:lnTo>
                  <a:lnTo>
                    <a:pt x="241" y="8"/>
                  </a:lnTo>
                  <a:lnTo>
                    <a:pt x="239" y="6"/>
                  </a:lnTo>
                  <a:lnTo>
                    <a:pt x="238" y="4"/>
                  </a:lnTo>
                  <a:lnTo>
                    <a:pt x="236" y="2"/>
                  </a:lnTo>
                  <a:lnTo>
                    <a:pt x="233" y="1"/>
                  </a:lnTo>
                  <a:lnTo>
                    <a:pt x="230" y="0"/>
                  </a:lnTo>
                  <a:lnTo>
                    <a:pt x="227"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376" name="Google Shape;376;g31a7df07b73_1_2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C:\Users\Admin\Downloads\logo (2).png" id="377" name="Google Shape;377;g31a7df07b73_1_28"/>
          <p:cNvPicPr preferRelativeResize="0"/>
          <p:nvPr/>
        </p:nvPicPr>
        <p:blipFill rotWithShape="1">
          <a:blip r:embed="rId3">
            <a:alphaModFix/>
          </a:blip>
          <a:srcRect b="0" l="0" r="0" t="0"/>
          <a:stretch/>
        </p:blipFill>
        <p:spPr>
          <a:xfrm>
            <a:off x="10737606" y="5569228"/>
            <a:ext cx="1314450" cy="838200"/>
          </a:xfrm>
          <a:prstGeom prst="rect">
            <a:avLst/>
          </a:prstGeom>
          <a:noFill/>
          <a:ln>
            <a:noFill/>
          </a:ln>
        </p:spPr>
      </p:pic>
      <p:sp>
        <p:nvSpPr>
          <p:cNvPr id="378" name="Google Shape;378;g31a7df07b73_1_28"/>
          <p:cNvSpPr/>
          <p:nvPr/>
        </p:nvSpPr>
        <p:spPr>
          <a:xfrm>
            <a:off x="796128" y="4769550"/>
            <a:ext cx="9941400" cy="523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a:t>This screenshot highlights the Google Search Console performance of blog metrics for the last six months, showing 931 total clicks, 30.9K impressions, a 3% average CTR, and an average position of 14.5.</a:t>
            </a:r>
            <a:endParaRPr b="1"/>
          </a:p>
          <a:p>
            <a:pPr indent="0" lvl="0" marL="0" marR="0" rtl="0" algn="l">
              <a:lnSpc>
                <a:spcPct val="100000"/>
              </a:lnSpc>
              <a:spcBef>
                <a:spcPts val="1200"/>
              </a:spcBef>
              <a:spcAft>
                <a:spcPts val="0"/>
              </a:spcAft>
              <a:buNone/>
            </a:pPr>
            <a:r>
              <a:t/>
            </a:r>
            <a:endParaRPr b="1"/>
          </a:p>
        </p:txBody>
      </p:sp>
      <p:sp>
        <p:nvSpPr>
          <p:cNvPr id="379" name="Google Shape;379;g31a7df07b73_1_28"/>
          <p:cNvSpPr txBox="1"/>
          <p:nvPr/>
        </p:nvSpPr>
        <p:spPr>
          <a:xfrm>
            <a:off x="1285876" y="327481"/>
            <a:ext cx="9636000" cy="431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lang="en-US" sz="2800">
                <a:solidFill>
                  <a:schemeClr val="lt1"/>
                </a:solidFill>
                <a:latin typeface="Century Gothic"/>
                <a:ea typeface="Century Gothic"/>
                <a:cs typeface="Century Gothic"/>
                <a:sym typeface="Century Gothic"/>
              </a:rPr>
              <a:t>Search Console </a:t>
            </a:r>
            <a:r>
              <a:rPr b="0" i="0" lang="en-US" sz="2800" u="none" cap="none" strike="noStrike">
                <a:solidFill>
                  <a:schemeClr val="lt1"/>
                </a:solidFill>
                <a:latin typeface="Century Gothic"/>
                <a:ea typeface="Century Gothic"/>
                <a:cs typeface="Century Gothic"/>
                <a:sym typeface="Century Gothic"/>
              </a:rPr>
              <a:t>Result - Blog</a:t>
            </a:r>
            <a:endParaRPr b="0" i="0" sz="2800" u="none" cap="none" strike="noStrike">
              <a:solidFill>
                <a:schemeClr val="lt1"/>
              </a:solidFill>
              <a:latin typeface="Century Gothic"/>
              <a:ea typeface="Century Gothic"/>
              <a:cs typeface="Century Gothic"/>
              <a:sym typeface="Century Gothic"/>
            </a:endParaRPr>
          </a:p>
        </p:txBody>
      </p:sp>
      <p:pic>
        <p:nvPicPr>
          <p:cNvPr id="380" name="Google Shape;380;g31a7df07b73_1_28"/>
          <p:cNvPicPr preferRelativeResize="0"/>
          <p:nvPr/>
        </p:nvPicPr>
        <p:blipFill>
          <a:blip r:embed="rId4">
            <a:alphaModFix/>
          </a:blip>
          <a:stretch>
            <a:fillRect/>
          </a:stretch>
        </p:blipFill>
        <p:spPr>
          <a:xfrm>
            <a:off x="1214513" y="971700"/>
            <a:ext cx="9252472" cy="3645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1"/>
          <p:cNvSpPr/>
          <p:nvPr/>
        </p:nvSpPr>
        <p:spPr>
          <a:xfrm>
            <a:off x="1014413" y="266700"/>
            <a:ext cx="11177587" cy="55245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nvGrpSpPr>
          <p:cNvPr id="386" name="Google Shape;386;p41"/>
          <p:cNvGrpSpPr/>
          <p:nvPr/>
        </p:nvGrpSpPr>
        <p:grpSpPr>
          <a:xfrm>
            <a:off x="271463" y="171450"/>
            <a:ext cx="790575" cy="742950"/>
            <a:chOff x="11182350" y="171450"/>
            <a:chExt cx="790575" cy="742950"/>
          </a:xfrm>
        </p:grpSpPr>
        <p:sp>
          <p:nvSpPr>
            <p:cNvPr id="387" name="Google Shape;387;p41"/>
            <p:cNvSpPr/>
            <p:nvPr/>
          </p:nvSpPr>
          <p:spPr>
            <a:xfrm>
              <a:off x="11182350" y="171450"/>
              <a:ext cx="742950" cy="742950"/>
            </a:xfrm>
            <a:prstGeom prst="rect">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388" name="Google Shape;388;p41"/>
            <p:cNvSpPr/>
            <p:nvPr/>
          </p:nvSpPr>
          <p:spPr>
            <a:xfrm>
              <a:off x="11925300" y="171450"/>
              <a:ext cx="47625" cy="9525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389" name="Google Shape;389;p41"/>
            <p:cNvSpPr/>
            <p:nvPr/>
          </p:nvSpPr>
          <p:spPr>
            <a:xfrm flipH="1" rot="10800000">
              <a:off x="11925300" y="819150"/>
              <a:ext cx="47625" cy="9525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grpSp>
        <p:nvGrpSpPr>
          <p:cNvPr id="390" name="Google Shape;390;p41"/>
          <p:cNvGrpSpPr/>
          <p:nvPr/>
        </p:nvGrpSpPr>
        <p:grpSpPr>
          <a:xfrm>
            <a:off x="451715" y="377056"/>
            <a:ext cx="382447" cy="331736"/>
            <a:chOff x="304800" y="822325"/>
            <a:chExt cx="287338" cy="249238"/>
          </a:xfrm>
        </p:grpSpPr>
        <p:sp>
          <p:nvSpPr>
            <p:cNvPr id="391" name="Google Shape;391;p41"/>
            <p:cNvSpPr/>
            <p:nvPr/>
          </p:nvSpPr>
          <p:spPr>
            <a:xfrm>
              <a:off x="333375" y="957263"/>
              <a:ext cx="76200" cy="57150"/>
            </a:xfrm>
            <a:custGeom>
              <a:rect b="b" l="l" r="r" t="t"/>
              <a:pathLst>
                <a:path extrusionOk="0" h="181" w="241">
                  <a:moveTo>
                    <a:pt x="211" y="151"/>
                  </a:moveTo>
                  <a:lnTo>
                    <a:pt x="30" y="151"/>
                  </a:lnTo>
                  <a:lnTo>
                    <a:pt x="30" y="30"/>
                  </a:lnTo>
                  <a:lnTo>
                    <a:pt x="211" y="30"/>
                  </a:lnTo>
                  <a:lnTo>
                    <a:pt x="211" y="151"/>
                  </a:lnTo>
                  <a:close/>
                  <a:moveTo>
                    <a:pt x="226" y="0"/>
                  </a:moveTo>
                  <a:lnTo>
                    <a:pt x="15" y="0"/>
                  </a:lnTo>
                  <a:lnTo>
                    <a:pt x="12" y="0"/>
                  </a:lnTo>
                  <a:lnTo>
                    <a:pt x="9" y="1"/>
                  </a:lnTo>
                  <a:lnTo>
                    <a:pt x="7" y="2"/>
                  </a:lnTo>
                  <a:lnTo>
                    <a:pt x="4" y="4"/>
                  </a:lnTo>
                  <a:lnTo>
                    <a:pt x="2" y="6"/>
                  </a:lnTo>
                  <a:lnTo>
                    <a:pt x="1" y="8"/>
                  </a:lnTo>
                  <a:lnTo>
                    <a:pt x="0" y="12"/>
                  </a:lnTo>
                  <a:lnTo>
                    <a:pt x="0" y="15"/>
                  </a:lnTo>
                  <a:lnTo>
                    <a:pt x="0" y="166"/>
                  </a:lnTo>
                  <a:lnTo>
                    <a:pt x="0" y="169"/>
                  </a:lnTo>
                  <a:lnTo>
                    <a:pt x="1" y="171"/>
                  </a:lnTo>
                  <a:lnTo>
                    <a:pt x="2" y="175"/>
                  </a:lnTo>
                  <a:lnTo>
                    <a:pt x="4" y="177"/>
                  </a:lnTo>
                  <a:lnTo>
                    <a:pt x="7" y="179"/>
                  </a:lnTo>
                  <a:lnTo>
                    <a:pt x="9" y="180"/>
                  </a:lnTo>
                  <a:lnTo>
                    <a:pt x="12" y="181"/>
                  </a:lnTo>
                  <a:lnTo>
                    <a:pt x="15" y="181"/>
                  </a:lnTo>
                  <a:lnTo>
                    <a:pt x="226" y="181"/>
                  </a:lnTo>
                  <a:lnTo>
                    <a:pt x="230" y="181"/>
                  </a:lnTo>
                  <a:lnTo>
                    <a:pt x="233" y="180"/>
                  </a:lnTo>
                  <a:lnTo>
                    <a:pt x="235" y="178"/>
                  </a:lnTo>
                  <a:lnTo>
                    <a:pt x="237" y="177"/>
                  </a:lnTo>
                  <a:lnTo>
                    <a:pt x="239" y="175"/>
                  </a:lnTo>
                  <a:lnTo>
                    <a:pt x="240" y="171"/>
                  </a:lnTo>
                  <a:lnTo>
                    <a:pt x="241" y="169"/>
                  </a:lnTo>
                  <a:lnTo>
                    <a:pt x="241" y="166"/>
                  </a:lnTo>
                  <a:lnTo>
                    <a:pt x="241" y="15"/>
                  </a:lnTo>
                  <a:lnTo>
                    <a:pt x="241" y="12"/>
                  </a:lnTo>
                  <a:lnTo>
                    <a:pt x="240" y="8"/>
                  </a:lnTo>
                  <a:lnTo>
                    <a:pt x="239" y="6"/>
                  </a:lnTo>
                  <a:lnTo>
                    <a:pt x="237" y="4"/>
                  </a:lnTo>
                  <a:lnTo>
                    <a:pt x="235" y="2"/>
                  </a:lnTo>
                  <a:lnTo>
                    <a:pt x="233" y="1"/>
                  </a:lnTo>
                  <a:lnTo>
                    <a:pt x="230" y="0"/>
                  </a:lnTo>
                  <a:lnTo>
                    <a:pt x="2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92" name="Google Shape;392;p41"/>
            <p:cNvSpPr/>
            <p:nvPr/>
          </p:nvSpPr>
          <p:spPr>
            <a:xfrm>
              <a:off x="409575" y="841375"/>
              <a:ext cx="77788" cy="57150"/>
            </a:xfrm>
            <a:custGeom>
              <a:rect b="b" l="l" r="r" t="t"/>
              <a:pathLst>
                <a:path extrusionOk="0" h="182" w="243">
                  <a:moveTo>
                    <a:pt x="213" y="152"/>
                  </a:moveTo>
                  <a:lnTo>
                    <a:pt x="32" y="152"/>
                  </a:lnTo>
                  <a:lnTo>
                    <a:pt x="32" y="30"/>
                  </a:lnTo>
                  <a:lnTo>
                    <a:pt x="213" y="30"/>
                  </a:lnTo>
                  <a:lnTo>
                    <a:pt x="213" y="152"/>
                  </a:lnTo>
                  <a:close/>
                  <a:moveTo>
                    <a:pt x="228" y="0"/>
                  </a:moveTo>
                  <a:lnTo>
                    <a:pt x="15" y="0"/>
                  </a:lnTo>
                  <a:lnTo>
                    <a:pt x="13" y="0"/>
                  </a:lnTo>
                  <a:lnTo>
                    <a:pt x="10" y="1"/>
                  </a:lnTo>
                  <a:lnTo>
                    <a:pt x="8" y="3"/>
                  </a:lnTo>
                  <a:lnTo>
                    <a:pt x="6" y="5"/>
                  </a:lnTo>
                  <a:lnTo>
                    <a:pt x="4" y="7"/>
                  </a:lnTo>
                  <a:lnTo>
                    <a:pt x="2" y="10"/>
                  </a:lnTo>
                  <a:lnTo>
                    <a:pt x="2" y="12"/>
                  </a:lnTo>
                  <a:lnTo>
                    <a:pt x="0" y="15"/>
                  </a:lnTo>
                  <a:lnTo>
                    <a:pt x="0" y="167"/>
                  </a:lnTo>
                  <a:lnTo>
                    <a:pt x="2" y="170"/>
                  </a:lnTo>
                  <a:lnTo>
                    <a:pt x="2" y="173"/>
                  </a:lnTo>
                  <a:lnTo>
                    <a:pt x="4" y="175"/>
                  </a:lnTo>
                  <a:lnTo>
                    <a:pt x="6" y="177"/>
                  </a:lnTo>
                  <a:lnTo>
                    <a:pt x="8" y="179"/>
                  </a:lnTo>
                  <a:lnTo>
                    <a:pt x="10" y="180"/>
                  </a:lnTo>
                  <a:lnTo>
                    <a:pt x="13" y="182"/>
                  </a:lnTo>
                  <a:lnTo>
                    <a:pt x="15" y="182"/>
                  </a:lnTo>
                  <a:lnTo>
                    <a:pt x="228" y="182"/>
                  </a:lnTo>
                  <a:lnTo>
                    <a:pt x="231" y="182"/>
                  </a:lnTo>
                  <a:lnTo>
                    <a:pt x="233" y="180"/>
                  </a:lnTo>
                  <a:lnTo>
                    <a:pt x="236" y="179"/>
                  </a:lnTo>
                  <a:lnTo>
                    <a:pt x="239" y="177"/>
                  </a:lnTo>
                  <a:lnTo>
                    <a:pt x="241" y="175"/>
                  </a:lnTo>
                  <a:lnTo>
                    <a:pt x="242" y="173"/>
                  </a:lnTo>
                  <a:lnTo>
                    <a:pt x="243" y="170"/>
                  </a:lnTo>
                  <a:lnTo>
                    <a:pt x="243" y="167"/>
                  </a:lnTo>
                  <a:lnTo>
                    <a:pt x="243" y="15"/>
                  </a:lnTo>
                  <a:lnTo>
                    <a:pt x="243" y="12"/>
                  </a:lnTo>
                  <a:lnTo>
                    <a:pt x="242" y="10"/>
                  </a:lnTo>
                  <a:lnTo>
                    <a:pt x="241" y="7"/>
                  </a:lnTo>
                  <a:lnTo>
                    <a:pt x="239" y="5"/>
                  </a:lnTo>
                  <a:lnTo>
                    <a:pt x="236" y="4"/>
                  </a:lnTo>
                  <a:lnTo>
                    <a:pt x="233" y="1"/>
                  </a:lnTo>
                  <a:lnTo>
                    <a:pt x="231" y="0"/>
                  </a:lnTo>
                  <a:lnTo>
                    <a:pt x="228"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93" name="Google Shape;393;p41"/>
            <p:cNvSpPr/>
            <p:nvPr/>
          </p:nvSpPr>
          <p:spPr>
            <a:xfrm>
              <a:off x="304800" y="822325"/>
              <a:ext cx="287338" cy="249238"/>
            </a:xfrm>
            <a:custGeom>
              <a:rect b="b" l="l" r="r" t="t"/>
              <a:pathLst>
                <a:path extrusionOk="0" h="786" w="907">
                  <a:moveTo>
                    <a:pt x="877" y="756"/>
                  </a:moveTo>
                  <a:lnTo>
                    <a:pt x="515" y="756"/>
                  </a:lnTo>
                  <a:lnTo>
                    <a:pt x="515" y="696"/>
                  </a:lnTo>
                  <a:lnTo>
                    <a:pt x="515" y="690"/>
                  </a:lnTo>
                  <a:lnTo>
                    <a:pt x="517" y="684"/>
                  </a:lnTo>
                  <a:lnTo>
                    <a:pt x="520" y="679"/>
                  </a:lnTo>
                  <a:lnTo>
                    <a:pt x="523" y="675"/>
                  </a:lnTo>
                  <a:lnTo>
                    <a:pt x="528" y="670"/>
                  </a:lnTo>
                  <a:lnTo>
                    <a:pt x="533" y="668"/>
                  </a:lnTo>
                  <a:lnTo>
                    <a:pt x="538" y="666"/>
                  </a:lnTo>
                  <a:lnTo>
                    <a:pt x="545" y="665"/>
                  </a:lnTo>
                  <a:lnTo>
                    <a:pt x="847" y="665"/>
                  </a:lnTo>
                  <a:lnTo>
                    <a:pt x="854" y="666"/>
                  </a:lnTo>
                  <a:lnTo>
                    <a:pt x="859" y="668"/>
                  </a:lnTo>
                  <a:lnTo>
                    <a:pt x="864" y="670"/>
                  </a:lnTo>
                  <a:lnTo>
                    <a:pt x="869" y="675"/>
                  </a:lnTo>
                  <a:lnTo>
                    <a:pt x="872" y="679"/>
                  </a:lnTo>
                  <a:lnTo>
                    <a:pt x="875" y="684"/>
                  </a:lnTo>
                  <a:lnTo>
                    <a:pt x="877" y="690"/>
                  </a:lnTo>
                  <a:lnTo>
                    <a:pt x="877" y="696"/>
                  </a:lnTo>
                  <a:lnTo>
                    <a:pt x="877" y="756"/>
                  </a:lnTo>
                  <a:close/>
                  <a:moveTo>
                    <a:pt x="545" y="424"/>
                  </a:moveTo>
                  <a:lnTo>
                    <a:pt x="545" y="417"/>
                  </a:lnTo>
                  <a:lnTo>
                    <a:pt x="547" y="412"/>
                  </a:lnTo>
                  <a:lnTo>
                    <a:pt x="550" y="407"/>
                  </a:lnTo>
                  <a:lnTo>
                    <a:pt x="553" y="402"/>
                  </a:lnTo>
                  <a:lnTo>
                    <a:pt x="558" y="398"/>
                  </a:lnTo>
                  <a:lnTo>
                    <a:pt x="563" y="396"/>
                  </a:lnTo>
                  <a:lnTo>
                    <a:pt x="568" y="394"/>
                  </a:lnTo>
                  <a:lnTo>
                    <a:pt x="575" y="393"/>
                  </a:lnTo>
                  <a:lnTo>
                    <a:pt x="817" y="393"/>
                  </a:lnTo>
                  <a:lnTo>
                    <a:pt x="823" y="394"/>
                  </a:lnTo>
                  <a:lnTo>
                    <a:pt x="829" y="396"/>
                  </a:lnTo>
                  <a:lnTo>
                    <a:pt x="834" y="398"/>
                  </a:lnTo>
                  <a:lnTo>
                    <a:pt x="839" y="402"/>
                  </a:lnTo>
                  <a:lnTo>
                    <a:pt x="842" y="407"/>
                  </a:lnTo>
                  <a:lnTo>
                    <a:pt x="845" y="412"/>
                  </a:lnTo>
                  <a:lnTo>
                    <a:pt x="846" y="417"/>
                  </a:lnTo>
                  <a:lnTo>
                    <a:pt x="847" y="424"/>
                  </a:lnTo>
                  <a:lnTo>
                    <a:pt x="847" y="635"/>
                  </a:lnTo>
                  <a:lnTo>
                    <a:pt x="545" y="635"/>
                  </a:lnTo>
                  <a:lnTo>
                    <a:pt x="545" y="424"/>
                  </a:lnTo>
                  <a:close/>
                  <a:moveTo>
                    <a:pt x="385" y="393"/>
                  </a:moveTo>
                  <a:lnTo>
                    <a:pt x="381" y="386"/>
                  </a:lnTo>
                  <a:lnTo>
                    <a:pt x="375" y="381"/>
                  </a:lnTo>
                  <a:lnTo>
                    <a:pt x="370" y="376"/>
                  </a:lnTo>
                  <a:lnTo>
                    <a:pt x="364" y="371"/>
                  </a:lnTo>
                  <a:lnTo>
                    <a:pt x="356" y="368"/>
                  </a:lnTo>
                  <a:lnTo>
                    <a:pt x="349" y="365"/>
                  </a:lnTo>
                  <a:lnTo>
                    <a:pt x="341" y="364"/>
                  </a:lnTo>
                  <a:lnTo>
                    <a:pt x="332" y="363"/>
                  </a:lnTo>
                  <a:lnTo>
                    <a:pt x="272" y="363"/>
                  </a:lnTo>
                  <a:lnTo>
                    <a:pt x="272" y="333"/>
                  </a:lnTo>
                  <a:lnTo>
                    <a:pt x="273" y="326"/>
                  </a:lnTo>
                  <a:lnTo>
                    <a:pt x="275" y="321"/>
                  </a:lnTo>
                  <a:lnTo>
                    <a:pt x="278" y="316"/>
                  </a:lnTo>
                  <a:lnTo>
                    <a:pt x="281" y="311"/>
                  </a:lnTo>
                  <a:lnTo>
                    <a:pt x="285" y="308"/>
                  </a:lnTo>
                  <a:lnTo>
                    <a:pt x="291" y="305"/>
                  </a:lnTo>
                  <a:lnTo>
                    <a:pt x="296" y="303"/>
                  </a:lnTo>
                  <a:lnTo>
                    <a:pt x="302" y="303"/>
                  </a:lnTo>
                  <a:lnTo>
                    <a:pt x="605" y="303"/>
                  </a:lnTo>
                  <a:lnTo>
                    <a:pt x="611" y="303"/>
                  </a:lnTo>
                  <a:lnTo>
                    <a:pt x="617" y="305"/>
                  </a:lnTo>
                  <a:lnTo>
                    <a:pt x="622" y="308"/>
                  </a:lnTo>
                  <a:lnTo>
                    <a:pt x="626" y="311"/>
                  </a:lnTo>
                  <a:lnTo>
                    <a:pt x="631" y="316"/>
                  </a:lnTo>
                  <a:lnTo>
                    <a:pt x="633" y="321"/>
                  </a:lnTo>
                  <a:lnTo>
                    <a:pt x="635" y="326"/>
                  </a:lnTo>
                  <a:lnTo>
                    <a:pt x="636" y="333"/>
                  </a:lnTo>
                  <a:lnTo>
                    <a:pt x="636" y="363"/>
                  </a:lnTo>
                  <a:lnTo>
                    <a:pt x="575" y="363"/>
                  </a:lnTo>
                  <a:lnTo>
                    <a:pt x="566" y="364"/>
                  </a:lnTo>
                  <a:lnTo>
                    <a:pt x="559" y="365"/>
                  </a:lnTo>
                  <a:lnTo>
                    <a:pt x="551" y="368"/>
                  </a:lnTo>
                  <a:lnTo>
                    <a:pt x="545" y="371"/>
                  </a:lnTo>
                  <a:lnTo>
                    <a:pt x="538" y="376"/>
                  </a:lnTo>
                  <a:lnTo>
                    <a:pt x="532" y="381"/>
                  </a:lnTo>
                  <a:lnTo>
                    <a:pt x="528" y="386"/>
                  </a:lnTo>
                  <a:lnTo>
                    <a:pt x="523" y="393"/>
                  </a:lnTo>
                  <a:lnTo>
                    <a:pt x="385" y="393"/>
                  </a:lnTo>
                  <a:close/>
                  <a:moveTo>
                    <a:pt x="60" y="635"/>
                  </a:moveTo>
                  <a:lnTo>
                    <a:pt x="60" y="424"/>
                  </a:lnTo>
                  <a:lnTo>
                    <a:pt x="61" y="417"/>
                  </a:lnTo>
                  <a:lnTo>
                    <a:pt x="63" y="412"/>
                  </a:lnTo>
                  <a:lnTo>
                    <a:pt x="65" y="407"/>
                  </a:lnTo>
                  <a:lnTo>
                    <a:pt x="70" y="402"/>
                  </a:lnTo>
                  <a:lnTo>
                    <a:pt x="74" y="398"/>
                  </a:lnTo>
                  <a:lnTo>
                    <a:pt x="79" y="396"/>
                  </a:lnTo>
                  <a:lnTo>
                    <a:pt x="85" y="394"/>
                  </a:lnTo>
                  <a:lnTo>
                    <a:pt x="91" y="393"/>
                  </a:lnTo>
                  <a:lnTo>
                    <a:pt x="332" y="393"/>
                  </a:lnTo>
                  <a:lnTo>
                    <a:pt x="339" y="394"/>
                  </a:lnTo>
                  <a:lnTo>
                    <a:pt x="344" y="396"/>
                  </a:lnTo>
                  <a:lnTo>
                    <a:pt x="350" y="398"/>
                  </a:lnTo>
                  <a:lnTo>
                    <a:pt x="354" y="402"/>
                  </a:lnTo>
                  <a:lnTo>
                    <a:pt x="358" y="407"/>
                  </a:lnTo>
                  <a:lnTo>
                    <a:pt x="360" y="412"/>
                  </a:lnTo>
                  <a:lnTo>
                    <a:pt x="363" y="417"/>
                  </a:lnTo>
                  <a:lnTo>
                    <a:pt x="364" y="424"/>
                  </a:lnTo>
                  <a:lnTo>
                    <a:pt x="364" y="635"/>
                  </a:lnTo>
                  <a:lnTo>
                    <a:pt x="60" y="635"/>
                  </a:lnTo>
                  <a:close/>
                  <a:moveTo>
                    <a:pt x="394" y="756"/>
                  </a:moveTo>
                  <a:lnTo>
                    <a:pt x="30" y="756"/>
                  </a:lnTo>
                  <a:lnTo>
                    <a:pt x="30" y="696"/>
                  </a:lnTo>
                  <a:lnTo>
                    <a:pt x="31" y="690"/>
                  </a:lnTo>
                  <a:lnTo>
                    <a:pt x="32" y="684"/>
                  </a:lnTo>
                  <a:lnTo>
                    <a:pt x="35" y="679"/>
                  </a:lnTo>
                  <a:lnTo>
                    <a:pt x="40" y="675"/>
                  </a:lnTo>
                  <a:lnTo>
                    <a:pt x="44" y="670"/>
                  </a:lnTo>
                  <a:lnTo>
                    <a:pt x="48" y="668"/>
                  </a:lnTo>
                  <a:lnTo>
                    <a:pt x="55" y="666"/>
                  </a:lnTo>
                  <a:lnTo>
                    <a:pt x="60" y="665"/>
                  </a:lnTo>
                  <a:lnTo>
                    <a:pt x="364" y="665"/>
                  </a:lnTo>
                  <a:lnTo>
                    <a:pt x="369" y="666"/>
                  </a:lnTo>
                  <a:lnTo>
                    <a:pt x="375" y="668"/>
                  </a:lnTo>
                  <a:lnTo>
                    <a:pt x="380" y="670"/>
                  </a:lnTo>
                  <a:lnTo>
                    <a:pt x="385" y="675"/>
                  </a:lnTo>
                  <a:lnTo>
                    <a:pt x="388" y="679"/>
                  </a:lnTo>
                  <a:lnTo>
                    <a:pt x="391" y="684"/>
                  </a:lnTo>
                  <a:lnTo>
                    <a:pt x="393" y="690"/>
                  </a:lnTo>
                  <a:lnTo>
                    <a:pt x="394" y="696"/>
                  </a:lnTo>
                  <a:lnTo>
                    <a:pt x="394" y="756"/>
                  </a:lnTo>
                  <a:close/>
                  <a:moveTo>
                    <a:pt x="302" y="60"/>
                  </a:moveTo>
                  <a:lnTo>
                    <a:pt x="304" y="54"/>
                  </a:lnTo>
                  <a:lnTo>
                    <a:pt x="305" y="49"/>
                  </a:lnTo>
                  <a:lnTo>
                    <a:pt x="308" y="43"/>
                  </a:lnTo>
                  <a:lnTo>
                    <a:pt x="311" y="39"/>
                  </a:lnTo>
                  <a:lnTo>
                    <a:pt x="316" y="36"/>
                  </a:lnTo>
                  <a:lnTo>
                    <a:pt x="321" y="33"/>
                  </a:lnTo>
                  <a:lnTo>
                    <a:pt x="327" y="30"/>
                  </a:lnTo>
                  <a:lnTo>
                    <a:pt x="332" y="30"/>
                  </a:lnTo>
                  <a:lnTo>
                    <a:pt x="575" y="30"/>
                  </a:lnTo>
                  <a:lnTo>
                    <a:pt x="581" y="30"/>
                  </a:lnTo>
                  <a:lnTo>
                    <a:pt x="587" y="33"/>
                  </a:lnTo>
                  <a:lnTo>
                    <a:pt x="592" y="36"/>
                  </a:lnTo>
                  <a:lnTo>
                    <a:pt x="596" y="39"/>
                  </a:lnTo>
                  <a:lnTo>
                    <a:pt x="600" y="43"/>
                  </a:lnTo>
                  <a:lnTo>
                    <a:pt x="603" y="49"/>
                  </a:lnTo>
                  <a:lnTo>
                    <a:pt x="605" y="54"/>
                  </a:lnTo>
                  <a:lnTo>
                    <a:pt x="605" y="60"/>
                  </a:lnTo>
                  <a:lnTo>
                    <a:pt x="605" y="273"/>
                  </a:lnTo>
                  <a:lnTo>
                    <a:pt x="302" y="273"/>
                  </a:lnTo>
                  <a:lnTo>
                    <a:pt x="302" y="60"/>
                  </a:lnTo>
                  <a:close/>
                  <a:moveTo>
                    <a:pt x="877" y="644"/>
                  </a:moveTo>
                  <a:lnTo>
                    <a:pt x="877" y="424"/>
                  </a:lnTo>
                  <a:lnTo>
                    <a:pt x="877" y="417"/>
                  </a:lnTo>
                  <a:lnTo>
                    <a:pt x="876" y="411"/>
                  </a:lnTo>
                  <a:lnTo>
                    <a:pt x="875" y="406"/>
                  </a:lnTo>
                  <a:lnTo>
                    <a:pt x="873" y="400"/>
                  </a:lnTo>
                  <a:lnTo>
                    <a:pt x="870" y="395"/>
                  </a:lnTo>
                  <a:lnTo>
                    <a:pt x="868" y="389"/>
                  </a:lnTo>
                  <a:lnTo>
                    <a:pt x="863" y="385"/>
                  </a:lnTo>
                  <a:lnTo>
                    <a:pt x="860" y="381"/>
                  </a:lnTo>
                  <a:lnTo>
                    <a:pt x="856" y="377"/>
                  </a:lnTo>
                  <a:lnTo>
                    <a:pt x="850" y="373"/>
                  </a:lnTo>
                  <a:lnTo>
                    <a:pt x="846" y="370"/>
                  </a:lnTo>
                  <a:lnTo>
                    <a:pt x="841" y="368"/>
                  </a:lnTo>
                  <a:lnTo>
                    <a:pt x="835" y="366"/>
                  </a:lnTo>
                  <a:lnTo>
                    <a:pt x="829" y="364"/>
                  </a:lnTo>
                  <a:lnTo>
                    <a:pt x="824" y="364"/>
                  </a:lnTo>
                  <a:lnTo>
                    <a:pt x="817" y="363"/>
                  </a:lnTo>
                  <a:lnTo>
                    <a:pt x="666" y="363"/>
                  </a:lnTo>
                  <a:lnTo>
                    <a:pt x="666" y="333"/>
                  </a:lnTo>
                  <a:lnTo>
                    <a:pt x="665" y="324"/>
                  </a:lnTo>
                  <a:lnTo>
                    <a:pt x="664" y="317"/>
                  </a:lnTo>
                  <a:lnTo>
                    <a:pt x="661" y="309"/>
                  </a:lnTo>
                  <a:lnTo>
                    <a:pt x="657" y="303"/>
                  </a:lnTo>
                  <a:lnTo>
                    <a:pt x="653" y="296"/>
                  </a:lnTo>
                  <a:lnTo>
                    <a:pt x="648" y="290"/>
                  </a:lnTo>
                  <a:lnTo>
                    <a:pt x="642" y="284"/>
                  </a:lnTo>
                  <a:lnTo>
                    <a:pt x="636" y="280"/>
                  </a:lnTo>
                  <a:lnTo>
                    <a:pt x="636" y="60"/>
                  </a:lnTo>
                  <a:lnTo>
                    <a:pt x="635" y="54"/>
                  </a:lnTo>
                  <a:lnTo>
                    <a:pt x="634" y="49"/>
                  </a:lnTo>
                  <a:lnTo>
                    <a:pt x="633" y="42"/>
                  </a:lnTo>
                  <a:lnTo>
                    <a:pt x="631" y="37"/>
                  </a:lnTo>
                  <a:lnTo>
                    <a:pt x="628" y="31"/>
                  </a:lnTo>
                  <a:lnTo>
                    <a:pt x="625" y="27"/>
                  </a:lnTo>
                  <a:lnTo>
                    <a:pt x="622" y="22"/>
                  </a:lnTo>
                  <a:lnTo>
                    <a:pt x="618" y="18"/>
                  </a:lnTo>
                  <a:lnTo>
                    <a:pt x="613" y="14"/>
                  </a:lnTo>
                  <a:lnTo>
                    <a:pt x="609" y="10"/>
                  </a:lnTo>
                  <a:lnTo>
                    <a:pt x="604" y="7"/>
                  </a:lnTo>
                  <a:lnTo>
                    <a:pt x="598" y="5"/>
                  </a:lnTo>
                  <a:lnTo>
                    <a:pt x="593" y="3"/>
                  </a:lnTo>
                  <a:lnTo>
                    <a:pt x="587" y="1"/>
                  </a:lnTo>
                  <a:lnTo>
                    <a:pt x="581" y="0"/>
                  </a:lnTo>
                  <a:lnTo>
                    <a:pt x="575" y="0"/>
                  </a:lnTo>
                  <a:lnTo>
                    <a:pt x="332" y="0"/>
                  </a:lnTo>
                  <a:lnTo>
                    <a:pt x="327" y="0"/>
                  </a:lnTo>
                  <a:lnTo>
                    <a:pt x="321" y="1"/>
                  </a:lnTo>
                  <a:lnTo>
                    <a:pt x="315" y="3"/>
                  </a:lnTo>
                  <a:lnTo>
                    <a:pt x="309" y="5"/>
                  </a:lnTo>
                  <a:lnTo>
                    <a:pt x="304" y="7"/>
                  </a:lnTo>
                  <a:lnTo>
                    <a:pt x="299" y="10"/>
                  </a:lnTo>
                  <a:lnTo>
                    <a:pt x="294" y="14"/>
                  </a:lnTo>
                  <a:lnTo>
                    <a:pt x="290" y="18"/>
                  </a:lnTo>
                  <a:lnTo>
                    <a:pt x="286" y="22"/>
                  </a:lnTo>
                  <a:lnTo>
                    <a:pt x="283" y="27"/>
                  </a:lnTo>
                  <a:lnTo>
                    <a:pt x="280" y="31"/>
                  </a:lnTo>
                  <a:lnTo>
                    <a:pt x="277" y="37"/>
                  </a:lnTo>
                  <a:lnTo>
                    <a:pt x="275" y="42"/>
                  </a:lnTo>
                  <a:lnTo>
                    <a:pt x="273" y="49"/>
                  </a:lnTo>
                  <a:lnTo>
                    <a:pt x="272" y="54"/>
                  </a:lnTo>
                  <a:lnTo>
                    <a:pt x="272" y="60"/>
                  </a:lnTo>
                  <a:lnTo>
                    <a:pt x="272" y="280"/>
                  </a:lnTo>
                  <a:lnTo>
                    <a:pt x="266" y="284"/>
                  </a:lnTo>
                  <a:lnTo>
                    <a:pt x="260" y="290"/>
                  </a:lnTo>
                  <a:lnTo>
                    <a:pt x="255" y="296"/>
                  </a:lnTo>
                  <a:lnTo>
                    <a:pt x="251" y="303"/>
                  </a:lnTo>
                  <a:lnTo>
                    <a:pt x="247" y="309"/>
                  </a:lnTo>
                  <a:lnTo>
                    <a:pt x="245" y="317"/>
                  </a:lnTo>
                  <a:lnTo>
                    <a:pt x="242" y="324"/>
                  </a:lnTo>
                  <a:lnTo>
                    <a:pt x="242" y="333"/>
                  </a:lnTo>
                  <a:lnTo>
                    <a:pt x="242" y="363"/>
                  </a:lnTo>
                  <a:lnTo>
                    <a:pt x="91" y="363"/>
                  </a:lnTo>
                  <a:lnTo>
                    <a:pt x="85" y="364"/>
                  </a:lnTo>
                  <a:lnTo>
                    <a:pt x="78" y="364"/>
                  </a:lnTo>
                  <a:lnTo>
                    <a:pt x="73" y="366"/>
                  </a:lnTo>
                  <a:lnTo>
                    <a:pt x="68" y="368"/>
                  </a:lnTo>
                  <a:lnTo>
                    <a:pt x="62" y="370"/>
                  </a:lnTo>
                  <a:lnTo>
                    <a:pt x="57" y="373"/>
                  </a:lnTo>
                  <a:lnTo>
                    <a:pt x="53" y="377"/>
                  </a:lnTo>
                  <a:lnTo>
                    <a:pt x="48" y="381"/>
                  </a:lnTo>
                  <a:lnTo>
                    <a:pt x="44" y="385"/>
                  </a:lnTo>
                  <a:lnTo>
                    <a:pt x="41" y="389"/>
                  </a:lnTo>
                  <a:lnTo>
                    <a:pt x="38" y="395"/>
                  </a:lnTo>
                  <a:lnTo>
                    <a:pt x="35" y="400"/>
                  </a:lnTo>
                  <a:lnTo>
                    <a:pt x="33" y="406"/>
                  </a:lnTo>
                  <a:lnTo>
                    <a:pt x="31" y="411"/>
                  </a:lnTo>
                  <a:lnTo>
                    <a:pt x="31" y="417"/>
                  </a:lnTo>
                  <a:lnTo>
                    <a:pt x="30" y="424"/>
                  </a:lnTo>
                  <a:lnTo>
                    <a:pt x="30" y="644"/>
                  </a:lnTo>
                  <a:lnTo>
                    <a:pt x="24" y="648"/>
                  </a:lnTo>
                  <a:lnTo>
                    <a:pt x="18" y="653"/>
                  </a:lnTo>
                  <a:lnTo>
                    <a:pt x="13" y="659"/>
                  </a:lnTo>
                  <a:lnTo>
                    <a:pt x="9" y="665"/>
                  </a:lnTo>
                  <a:lnTo>
                    <a:pt x="4" y="672"/>
                  </a:lnTo>
                  <a:lnTo>
                    <a:pt x="2" y="680"/>
                  </a:lnTo>
                  <a:lnTo>
                    <a:pt x="1" y="688"/>
                  </a:lnTo>
                  <a:lnTo>
                    <a:pt x="0" y="696"/>
                  </a:lnTo>
                  <a:lnTo>
                    <a:pt x="0" y="771"/>
                  </a:lnTo>
                  <a:lnTo>
                    <a:pt x="0" y="774"/>
                  </a:lnTo>
                  <a:lnTo>
                    <a:pt x="1" y="778"/>
                  </a:lnTo>
                  <a:lnTo>
                    <a:pt x="2" y="780"/>
                  </a:lnTo>
                  <a:lnTo>
                    <a:pt x="4" y="782"/>
                  </a:lnTo>
                  <a:lnTo>
                    <a:pt x="6" y="784"/>
                  </a:lnTo>
                  <a:lnTo>
                    <a:pt x="10" y="785"/>
                  </a:lnTo>
                  <a:lnTo>
                    <a:pt x="12" y="786"/>
                  </a:lnTo>
                  <a:lnTo>
                    <a:pt x="15" y="786"/>
                  </a:lnTo>
                  <a:lnTo>
                    <a:pt x="409" y="786"/>
                  </a:lnTo>
                  <a:lnTo>
                    <a:pt x="412" y="786"/>
                  </a:lnTo>
                  <a:lnTo>
                    <a:pt x="414" y="785"/>
                  </a:lnTo>
                  <a:lnTo>
                    <a:pt x="417" y="784"/>
                  </a:lnTo>
                  <a:lnTo>
                    <a:pt x="419" y="782"/>
                  </a:lnTo>
                  <a:lnTo>
                    <a:pt x="421" y="780"/>
                  </a:lnTo>
                  <a:lnTo>
                    <a:pt x="423" y="778"/>
                  </a:lnTo>
                  <a:lnTo>
                    <a:pt x="424" y="774"/>
                  </a:lnTo>
                  <a:lnTo>
                    <a:pt x="424" y="771"/>
                  </a:lnTo>
                  <a:lnTo>
                    <a:pt x="424" y="696"/>
                  </a:lnTo>
                  <a:lnTo>
                    <a:pt x="423" y="688"/>
                  </a:lnTo>
                  <a:lnTo>
                    <a:pt x="421" y="680"/>
                  </a:lnTo>
                  <a:lnTo>
                    <a:pt x="419" y="672"/>
                  </a:lnTo>
                  <a:lnTo>
                    <a:pt x="415" y="665"/>
                  </a:lnTo>
                  <a:lnTo>
                    <a:pt x="411" y="659"/>
                  </a:lnTo>
                  <a:lnTo>
                    <a:pt x="405" y="653"/>
                  </a:lnTo>
                  <a:lnTo>
                    <a:pt x="400" y="648"/>
                  </a:lnTo>
                  <a:lnTo>
                    <a:pt x="394" y="644"/>
                  </a:lnTo>
                  <a:lnTo>
                    <a:pt x="394" y="424"/>
                  </a:lnTo>
                  <a:lnTo>
                    <a:pt x="515" y="424"/>
                  </a:lnTo>
                  <a:lnTo>
                    <a:pt x="515" y="644"/>
                  </a:lnTo>
                  <a:lnTo>
                    <a:pt x="508" y="648"/>
                  </a:lnTo>
                  <a:lnTo>
                    <a:pt x="502" y="653"/>
                  </a:lnTo>
                  <a:lnTo>
                    <a:pt x="497" y="659"/>
                  </a:lnTo>
                  <a:lnTo>
                    <a:pt x="492" y="665"/>
                  </a:lnTo>
                  <a:lnTo>
                    <a:pt x="489" y="672"/>
                  </a:lnTo>
                  <a:lnTo>
                    <a:pt x="486" y="680"/>
                  </a:lnTo>
                  <a:lnTo>
                    <a:pt x="485" y="688"/>
                  </a:lnTo>
                  <a:lnTo>
                    <a:pt x="484" y="696"/>
                  </a:lnTo>
                  <a:lnTo>
                    <a:pt x="484" y="771"/>
                  </a:lnTo>
                  <a:lnTo>
                    <a:pt x="485" y="774"/>
                  </a:lnTo>
                  <a:lnTo>
                    <a:pt x="486" y="778"/>
                  </a:lnTo>
                  <a:lnTo>
                    <a:pt x="487" y="780"/>
                  </a:lnTo>
                  <a:lnTo>
                    <a:pt x="489" y="782"/>
                  </a:lnTo>
                  <a:lnTo>
                    <a:pt x="491" y="784"/>
                  </a:lnTo>
                  <a:lnTo>
                    <a:pt x="493" y="785"/>
                  </a:lnTo>
                  <a:lnTo>
                    <a:pt x="497" y="786"/>
                  </a:lnTo>
                  <a:lnTo>
                    <a:pt x="500" y="786"/>
                  </a:lnTo>
                  <a:lnTo>
                    <a:pt x="892" y="786"/>
                  </a:lnTo>
                  <a:lnTo>
                    <a:pt x="896" y="786"/>
                  </a:lnTo>
                  <a:lnTo>
                    <a:pt x="899" y="785"/>
                  </a:lnTo>
                  <a:lnTo>
                    <a:pt x="901" y="784"/>
                  </a:lnTo>
                  <a:lnTo>
                    <a:pt x="903" y="782"/>
                  </a:lnTo>
                  <a:lnTo>
                    <a:pt x="905" y="780"/>
                  </a:lnTo>
                  <a:lnTo>
                    <a:pt x="906" y="778"/>
                  </a:lnTo>
                  <a:lnTo>
                    <a:pt x="907" y="774"/>
                  </a:lnTo>
                  <a:lnTo>
                    <a:pt x="907" y="771"/>
                  </a:lnTo>
                  <a:lnTo>
                    <a:pt x="907" y="696"/>
                  </a:lnTo>
                  <a:lnTo>
                    <a:pt x="907" y="688"/>
                  </a:lnTo>
                  <a:lnTo>
                    <a:pt x="905" y="680"/>
                  </a:lnTo>
                  <a:lnTo>
                    <a:pt x="903" y="672"/>
                  </a:lnTo>
                  <a:lnTo>
                    <a:pt x="900" y="665"/>
                  </a:lnTo>
                  <a:lnTo>
                    <a:pt x="896" y="659"/>
                  </a:lnTo>
                  <a:lnTo>
                    <a:pt x="890" y="653"/>
                  </a:lnTo>
                  <a:lnTo>
                    <a:pt x="884" y="648"/>
                  </a:lnTo>
                  <a:lnTo>
                    <a:pt x="877" y="64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94" name="Google Shape;394;p41"/>
            <p:cNvSpPr/>
            <p:nvPr/>
          </p:nvSpPr>
          <p:spPr>
            <a:xfrm>
              <a:off x="487363" y="957263"/>
              <a:ext cx="76200" cy="57150"/>
            </a:xfrm>
            <a:custGeom>
              <a:rect b="b" l="l" r="r" t="t"/>
              <a:pathLst>
                <a:path extrusionOk="0" h="181" w="242">
                  <a:moveTo>
                    <a:pt x="212" y="151"/>
                  </a:moveTo>
                  <a:lnTo>
                    <a:pt x="30" y="151"/>
                  </a:lnTo>
                  <a:lnTo>
                    <a:pt x="30" y="30"/>
                  </a:lnTo>
                  <a:lnTo>
                    <a:pt x="212" y="30"/>
                  </a:lnTo>
                  <a:lnTo>
                    <a:pt x="212" y="151"/>
                  </a:lnTo>
                  <a:close/>
                  <a:moveTo>
                    <a:pt x="227" y="0"/>
                  </a:moveTo>
                  <a:lnTo>
                    <a:pt x="15" y="0"/>
                  </a:lnTo>
                  <a:lnTo>
                    <a:pt x="12" y="0"/>
                  </a:lnTo>
                  <a:lnTo>
                    <a:pt x="10" y="1"/>
                  </a:lnTo>
                  <a:lnTo>
                    <a:pt x="6" y="2"/>
                  </a:lnTo>
                  <a:lnTo>
                    <a:pt x="4" y="4"/>
                  </a:lnTo>
                  <a:lnTo>
                    <a:pt x="3" y="6"/>
                  </a:lnTo>
                  <a:lnTo>
                    <a:pt x="1" y="8"/>
                  </a:lnTo>
                  <a:lnTo>
                    <a:pt x="0" y="12"/>
                  </a:lnTo>
                  <a:lnTo>
                    <a:pt x="0" y="15"/>
                  </a:lnTo>
                  <a:lnTo>
                    <a:pt x="0" y="166"/>
                  </a:lnTo>
                  <a:lnTo>
                    <a:pt x="0" y="169"/>
                  </a:lnTo>
                  <a:lnTo>
                    <a:pt x="1" y="171"/>
                  </a:lnTo>
                  <a:lnTo>
                    <a:pt x="3" y="175"/>
                  </a:lnTo>
                  <a:lnTo>
                    <a:pt x="4" y="177"/>
                  </a:lnTo>
                  <a:lnTo>
                    <a:pt x="6" y="179"/>
                  </a:lnTo>
                  <a:lnTo>
                    <a:pt x="10" y="180"/>
                  </a:lnTo>
                  <a:lnTo>
                    <a:pt x="12" y="181"/>
                  </a:lnTo>
                  <a:lnTo>
                    <a:pt x="15" y="181"/>
                  </a:lnTo>
                  <a:lnTo>
                    <a:pt x="227" y="181"/>
                  </a:lnTo>
                  <a:lnTo>
                    <a:pt x="230" y="181"/>
                  </a:lnTo>
                  <a:lnTo>
                    <a:pt x="233" y="180"/>
                  </a:lnTo>
                  <a:lnTo>
                    <a:pt x="236" y="178"/>
                  </a:lnTo>
                  <a:lnTo>
                    <a:pt x="238" y="177"/>
                  </a:lnTo>
                  <a:lnTo>
                    <a:pt x="239" y="175"/>
                  </a:lnTo>
                  <a:lnTo>
                    <a:pt x="241" y="171"/>
                  </a:lnTo>
                  <a:lnTo>
                    <a:pt x="242" y="169"/>
                  </a:lnTo>
                  <a:lnTo>
                    <a:pt x="242" y="166"/>
                  </a:lnTo>
                  <a:lnTo>
                    <a:pt x="242" y="15"/>
                  </a:lnTo>
                  <a:lnTo>
                    <a:pt x="242" y="12"/>
                  </a:lnTo>
                  <a:lnTo>
                    <a:pt x="241" y="8"/>
                  </a:lnTo>
                  <a:lnTo>
                    <a:pt x="239" y="6"/>
                  </a:lnTo>
                  <a:lnTo>
                    <a:pt x="238" y="4"/>
                  </a:lnTo>
                  <a:lnTo>
                    <a:pt x="236" y="2"/>
                  </a:lnTo>
                  <a:lnTo>
                    <a:pt x="233" y="1"/>
                  </a:lnTo>
                  <a:lnTo>
                    <a:pt x="230" y="0"/>
                  </a:lnTo>
                  <a:lnTo>
                    <a:pt x="227"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395" name="Google Shape;395;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C:\Users\Admin\Downloads\logo (2).png" id="396" name="Google Shape;396;p41"/>
          <p:cNvPicPr preferRelativeResize="0"/>
          <p:nvPr/>
        </p:nvPicPr>
        <p:blipFill rotWithShape="1">
          <a:blip r:embed="rId3">
            <a:alphaModFix/>
          </a:blip>
          <a:srcRect b="0" l="0" r="0" t="0"/>
          <a:stretch/>
        </p:blipFill>
        <p:spPr>
          <a:xfrm>
            <a:off x="10737606" y="5569228"/>
            <a:ext cx="1314450" cy="838200"/>
          </a:xfrm>
          <a:prstGeom prst="rect">
            <a:avLst/>
          </a:prstGeom>
          <a:noFill/>
          <a:ln>
            <a:noFill/>
          </a:ln>
        </p:spPr>
      </p:pic>
      <p:sp>
        <p:nvSpPr>
          <p:cNvPr id="397" name="Google Shape;397;p41"/>
          <p:cNvSpPr/>
          <p:nvPr/>
        </p:nvSpPr>
        <p:spPr>
          <a:xfrm>
            <a:off x="6657471" y="1405725"/>
            <a:ext cx="5054400" cy="22518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As we can see that we get a featured snippet for the blog which helps to increase the credibility of the website</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rPr b="1" lang="en-US"/>
              <a:t>Our </a:t>
            </a:r>
            <a:r>
              <a:rPr b="1" lang="en-US"/>
              <a:t>Approach</a:t>
            </a:r>
            <a:r>
              <a:rPr b="1" lang="en-US"/>
              <a:t> </a:t>
            </a:r>
            <a:r>
              <a:rPr b="1" i="0" lang="en-US" sz="1400" u="none" cap="none" strike="noStrike">
                <a:solidFill>
                  <a:srgbClr val="000000"/>
                </a:solidFill>
              </a:rPr>
              <a:t> </a:t>
            </a:r>
            <a:endParaRPr b="1" i="0" sz="1400" u="none" cap="none" strike="noStrike">
              <a:solidFill>
                <a:srgbClr val="000000"/>
              </a:solidFill>
            </a:endParaRPr>
          </a:p>
          <a:p>
            <a:pPr indent="0" lvl="0" marL="0" marR="0" rtl="0" algn="l">
              <a:lnSpc>
                <a:spcPct val="100000"/>
              </a:lnSpc>
              <a:spcBef>
                <a:spcPts val="0"/>
              </a:spcBef>
              <a:spcAft>
                <a:spcPts val="0"/>
              </a:spcAft>
              <a:buNone/>
            </a:pPr>
            <a:r>
              <a:t/>
            </a:r>
            <a:endParaRPr b="1"/>
          </a:p>
          <a:p>
            <a:pPr indent="0" lvl="0" marL="0" marR="0" rtl="0" algn="l">
              <a:lnSpc>
                <a:spcPct val="100000"/>
              </a:lnSpc>
              <a:spcBef>
                <a:spcPts val="0"/>
              </a:spcBef>
              <a:spcAft>
                <a:spcPts val="0"/>
              </a:spcAft>
              <a:buNone/>
            </a:pPr>
            <a:r>
              <a:rPr lang="en-US"/>
              <a:t>We have done the </a:t>
            </a:r>
            <a:r>
              <a:rPr lang="en-US"/>
              <a:t>strategy</a:t>
            </a:r>
            <a:r>
              <a:rPr lang="en-US"/>
              <a:t> to interlink the blogs with each other</a:t>
            </a:r>
            <a:endParaRPr/>
          </a:p>
        </p:txBody>
      </p:sp>
      <p:pic>
        <p:nvPicPr>
          <p:cNvPr id="398" name="Google Shape;398;p41"/>
          <p:cNvPicPr preferRelativeResize="0"/>
          <p:nvPr/>
        </p:nvPicPr>
        <p:blipFill rotWithShape="1">
          <a:blip r:embed="rId4">
            <a:alphaModFix/>
          </a:blip>
          <a:srcRect b="0" l="0" r="0" t="0"/>
          <a:stretch/>
        </p:blipFill>
        <p:spPr>
          <a:xfrm>
            <a:off x="517765" y="1132985"/>
            <a:ext cx="5429000" cy="4659167"/>
          </a:xfrm>
          <a:prstGeom prst="rect">
            <a:avLst/>
          </a:prstGeom>
          <a:noFill/>
          <a:ln>
            <a:noFill/>
          </a:ln>
        </p:spPr>
      </p:pic>
      <p:sp>
        <p:nvSpPr>
          <p:cNvPr id="399" name="Google Shape;399;p41"/>
          <p:cNvSpPr txBox="1"/>
          <p:nvPr/>
        </p:nvSpPr>
        <p:spPr>
          <a:xfrm>
            <a:off x="1285876" y="327481"/>
            <a:ext cx="9636000" cy="861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Clr>
                <a:schemeClr val="dk1"/>
              </a:buClr>
              <a:buSzPts val="2800"/>
              <a:buFont typeface="Arial"/>
              <a:buNone/>
            </a:pPr>
            <a:r>
              <a:rPr lang="en-US" sz="2800">
                <a:solidFill>
                  <a:schemeClr val="lt1"/>
                </a:solidFill>
                <a:latin typeface="Century Gothic"/>
                <a:ea typeface="Century Gothic"/>
                <a:cs typeface="Century Gothic"/>
                <a:sym typeface="Century Gothic"/>
              </a:rPr>
              <a:t>Featured Snippet Achievement </a:t>
            </a:r>
            <a:endParaRPr sz="2800">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800"/>
              <a:buFont typeface="Arial"/>
              <a:buNone/>
            </a:pPr>
            <a:r>
              <a:t/>
            </a:r>
            <a:endParaRPr sz="2800">
              <a:solidFill>
                <a:schemeClr val="lt1"/>
              </a:solidFill>
              <a:latin typeface="Century Gothic"/>
              <a:ea typeface="Century Gothic"/>
              <a:cs typeface="Century Gothic"/>
              <a:sym typeface="Century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g31af8622fb0_0_45"/>
          <p:cNvSpPr/>
          <p:nvPr/>
        </p:nvSpPr>
        <p:spPr>
          <a:xfrm>
            <a:off x="1014413" y="266700"/>
            <a:ext cx="11177700" cy="5526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nvGrpSpPr>
          <p:cNvPr id="405" name="Google Shape;405;g31af8622fb0_0_45"/>
          <p:cNvGrpSpPr/>
          <p:nvPr/>
        </p:nvGrpSpPr>
        <p:grpSpPr>
          <a:xfrm>
            <a:off x="271463" y="171450"/>
            <a:ext cx="790650" cy="743100"/>
            <a:chOff x="11182350" y="171450"/>
            <a:chExt cx="790650" cy="743100"/>
          </a:xfrm>
        </p:grpSpPr>
        <p:sp>
          <p:nvSpPr>
            <p:cNvPr id="406" name="Google Shape;406;g31af8622fb0_0_45"/>
            <p:cNvSpPr/>
            <p:nvPr/>
          </p:nvSpPr>
          <p:spPr>
            <a:xfrm>
              <a:off x="11182350" y="171450"/>
              <a:ext cx="743100" cy="743100"/>
            </a:xfrm>
            <a:prstGeom prst="rect">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07" name="Google Shape;407;g31af8622fb0_0_45"/>
            <p:cNvSpPr/>
            <p:nvPr/>
          </p:nvSpPr>
          <p:spPr>
            <a:xfrm>
              <a:off x="11925300" y="171450"/>
              <a:ext cx="47700" cy="9540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08" name="Google Shape;408;g31af8622fb0_0_45"/>
            <p:cNvSpPr/>
            <p:nvPr/>
          </p:nvSpPr>
          <p:spPr>
            <a:xfrm flipH="1" rot="10800000">
              <a:off x="11925300" y="819300"/>
              <a:ext cx="47700" cy="9510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grpSp>
        <p:nvGrpSpPr>
          <p:cNvPr id="409" name="Google Shape;409;g31af8622fb0_0_45"/>
          <p:cNvGrpSpPr/>
          <p:nvPr/>
        </p:nvGrpSpPr>
        <p:grpSpPr>
          <a:xfrm>
            <a:off x="451715" y="377055"/>
            <a:ext cx="382446" cy="331737"/>
            <a:chOff x="304800" y="822325"/>
            <a:chExt cx="287338" cy="249239"/>
          </a:xfrm>
        </p:grpSpPr>
        <p:sp>
          <p:nvSpPr>
            <p:cNvPr id="410" name="Google Shape;410;g31af8622fb0_0_45"/>
            <p:cNvSpPr/>
            <p:nvPr/>
          </p:nvSpPr>
          <p:spPr>
            <a:xfrm>
              <a:off x="333375" y="957263"/>
              <a:ext cx="76200" cy="57150"/>
            </a:xfrm>
            <a:custGeom>
              <a:rect b="b" l="l" r="r" t="t"/>
              <a:pathLst>
                <a:path extrusionOk="0" h="181" w="241">
                  <a:moveTo>
                    <a:pt x="211" y="151"/>
                  </a:moveTo>
                  <a:lnTo>
                    <a:pt x="30" y="151"/>
                  </a:lnTo>
                  <a:lnTo>
                    <a:pt x="30" y="30"/>
                  </a:lnTo>
                  <a:lnTo>
                    <a:pt x="211" y="30"/>
                  </a:lnTo>
                  <a:lnTo>
                    <a:pt x="211" y="151"/>
                  </a:lnTo>
                  <a:close/>
                  <a:moveTo>
                    <a:pt x="226" y="0"/>
                  </a:moveTo>
                  <a:lnTo>
                    <a:pt x="15" y="0"/>
                  </a:lnTo>
                  <a:lnTo>
                    <a:pt x="12" y="0"/>
                  </a:lnTo>
                  <a:lnTo>
                    <a:pt x="9" y="1"/>
                  </a:lnTo>
                  <a:lnTo>
                    <a:pt x="7" y="2"/>
                  </a:lnTo>
                  <a:lnTo>
                    <a:pt x="4" y="4"/>
                  </a:lnTo>
                  <a:lnTo>
                    <a:pt x="2" y="6"/>
                  </a:lnTo>
                  <a:lnTo>
                    <a:pt x="1" y="8"/>
                  </a:lnTo>
                  <a:lnTo>
                    <a:pt x="0" y="12"/>
                  </a:lnTo>
                  <a:lnTo>
                    <a:pt x="0" y="15"/>
                  </a:lnTo>
                  <a:lnTo>
                    <a:pt x="0" y="166"/>
                  </a:lnTo>
                  <a:lnTo>
                    <a:pt x="0" y="169"/>
                  </a:lnTo>
                  <a:lnTo>
                    <a:pt x="1" y="171"/>
                  </a:lnTo>
                  <a:lnTo>
                    <a:pt x="2" y="175"/>
                  </a:lnTo>
                  <a:lnTo>
                    <a:pt x="4" y="177"/>
                  </a:lnTo>
                  <a:lnTo>
                    <a:pt x="7" y="179"/>
                  </a:lnTo>
                  <a:lnTo>
                    <a:pt x="9" y="180"/>
                  </a:lnTo>
                  <a:lnTo>
                    <a:pt x="12" y="181"/>
                  </a:lnTo>
                  <a:lnTo>
                    <a:pt x="15" y="181"/>
                  </a:lnTo>
                  <a:lnTo>
                    <a:pt x="226" y="181"/>
                  </a:lnTo>
                  <a:lnTo>
                    <a:pt x="230" y="181"/>
                  </a:lnTo>
                  <a:lnTo>
                    <a:pt x="233" y="180"/>
                  </a:lnTo>
                  <a:lnTo>
                    <a:pt x="235" y="178"/>
                  </a:lnTo>
                  <a:lnTo>
                    <a:pt x="237" y="177"/>
                  </a:lnTo>
                  <a:lnTo>
                    <a:pt x="239" y="175"/>
                  </a:lnTo>
                  <a:lnTo>
                    <a:pt x="240" y="171"/>
                  </a:lnTo>
                  <a:lnTo>
                    <a:pt x="241" y="169"/>
                  </a:lnTo>
                  <a:lnTo>
                    <a:pt x="241" y="166"/>
                  </a:lnTo>
                  <a:lnTo>
                    <a:pt x="241" y="15"/>
                  </a:lnTo>
                  <a:lnTo>
                    <a:pt x="241" y="12"/>
                  </a:lnTo>
                  <a:lnTo>
                    <a:pt x="240" y="8"/>
                  </a:lnTo>
                  <a:lnTo>
                    <a:pt x="239" y="6"/>
                  </a:lnTo>
                  <a:lnTo>
                    <a:pt x="237" y="4"/>
                  </a:lnTo>
                  <a:lnTo>
                    <a:pt x="235" y="2"/>
                  </a:lnTo>
                  <a:lnTo>
                    <a:pt x="233" y="1"/>
                  </a:lnTo>
                  <a:lnTo>
                    <a:pt x="230" y="0"/>
                  </a:lnTo>
                  <a:lnTo>
                    <a:pt x="2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11" name="Google Shape;411;g31af8622fb0_0_45"/>
            <p:cNvSpPr/>
            <p:nvPr/>
          </p:nvSpPr>
          <p:spPr>
            <a:xfrm>
              <a:off x="409575" y="841375"/>
              <a:ext cx="77788" cy="57150"/>
            </a:xfrm>
            <a:custGeom>
              <a:rect b="b" l="l" r="r" t="t"/>
              <a:pathLst>
                <a:path extrusionOk="0" h="182" w="243">
                  <a:moveTo>
                    <a:pt x="213" y="152"/>
                  </a:moveTo>
                  <a:lnTo>
                    <a:pt x="32" y="152"/>
                  </a:lnTo>
                  <a:lnTo>
                    <a:pt x="32" y="30"/>
                  </a:lnTo>
                  <a:lnTo>
                    <a:pt x="213" y="30"/>
                  </a:lnTo>
                  <a:lnTo>
                    <a:pt x="213" y="152"/>
                  </a:lnTo>
                  <a:close/>
                  <a:moveTo>
                    <a:pt x="228" y="0"/>
                  </a:moveTo>
                  <a:lnTo>
                    <a:pt x="15" y="0"/>
                  </a:lnTo>
                  <a:lnTo>
                    <a:pt x="13" y="0"/>
                  </a:lnTo>
                  <a:lnTo>
                    <a:pt x="10" y="1"/>
                  </a:lnTo>
                  <a:lnTo>
                    <a:pt x="8" y="3"/>
                  </a:lnTo>
                  <a:lnTo>
                    <a:pt x="6" y="5"/>
                  </a:lnTo>
                  <a:lnTo>
                    <a:pt x="4" y="7"/>
                  </a:lnTo>
                  <a:lnTo>
                    <a:pt x="2" y="10"/>
                  </a:lnTo>
                  <a:lnTo>
                    <a:pt x="2" y="12"/>
                  </a:lnTo>
                  <a:lnTo>
                    <a:pt x="0" y="15"/>
                  </a:lnTo>
                  <a:lnTo>
                    <a:pt x="0" y="167"/>
                  </a:lnTo>
                  <a:lnTo>
                    <a:pt x="2" y="170"/>
                  </a:lnTo>
                  <a:lnTo>
                    <a:pt x="2" y="173"/>
                  </a:lnTo>
                  <a:lnTo>
                    <a:pt x="4" y="175"/>
                  </a:lnTo>
                  <a:lnTo>
                    <a:pt x="6" y="177"/>
                  </a:lnTo>
                  <a:lnTo>
                    <a:pt x="8" y="179"/>
                  </a:lnTo>
                  <a:lnTo>
                    <a:pt x="10" y="180"/>
                  </a:lnTo>
                  <a:lnTo>
                    <a:pt x="13" y="182"/>
                  </a:lnTo>
                  <a:lnTo>
                    <a:pt x="15" y="182"/>
                  </a:lnTo>
                  <a:lnTo>
                    <a:pt x="228" y="182"/>
                  </a:lnTo>
                  <a:lnTo>
                    <a:pt x="231" y="182"/>
                  </a:lnTo>
                  <a:lnTo>
                    <a:pt x="233" y="180"/>
                  </a:lnTo>
                  <a:lnTo>
                    <a:pt x="236" y="179"/>
                  </a:lnTo>
                  <a:lnTo>
                    <a:pt x="239" y="177"/>
                  </a:lnTo>
                  <a:lnTo>
                    <a:pt x="241" y="175"/>
                  </a:lnTo>
                  <a:lnTo>
                    <a:pt x="242" y="173"/>
                  </a:lnTo>
                  <a:lnTo>
                    <a:pt x="243" y="170"/>
                  </a:lnTo>
                  <a:lnTo>
                    <a:pt x="243" y="167"/>
                  </a:lnTo>
                  <a:lnTo>
                    <a:pt x="243" y="15"/>
                  </a:lnTo>
                  <a:lnTo>
                    <a:pt x="243" y="12"/>
                  </a:lnTo>
                  <a:lnTo>
                    <a:pt x="242" y="10"/>
                  </a:lnTo>
                  <a:lnTo>
                    <a:pt x="241" y="7"/>
                  </a:lnTo>
                  <a:lnTo>
                    <a:pt x="239" y="5"/>
                  </a:lnTo>
                  <a:lnTo>
                    <a:pt x="236" y="4"/>
                  </a:lnTo>
                  <a:lnTo>
                    <a:pt x="233" y="1"/>
                  </a:lnTo>
                  <a:lnTo>
                    <a:pt x="231" y="0"/>
                  </a:lnTo>
                  <a:lnTo>
                    <a:pt x="228"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12" name="Google Shape;412;g31af8622fb0_0_45"/>
            <p:cNvSpPr/>
            <p:nvPr/>
          </p:nvSpPr>
          <p:spPr>
            <a:xfrm>
              <a:off x="304800" y="822325"/>
              <a:ext cx="287338" cy="249239"/>
            </a:xfrm>
            <a:custGeom>
              <a:rect b="b" l="l" r="r" t="t"/>
              <a:pathLst>
                <a:path extrusionOk="0" h="786" w="907">
                  <a:moveTo>
                    <a:pt x="877" y="756"/>
                  </a:moveTo>
                  <a:lnTo>
                    <a:pt x="515" y="756"/>
                  </a:lnTo>
                  <a:lnTo>
                    <a:pt x="515" y="696"/>
                  </a:lnTo>
                  <a:lnTo>
                    <a:pt x="515" y="690"/>
                  </a:lnTo>
                  <a:lnTo>
                    <a:pt x="517" y="684"/>
                  </a:lnTo>
                  <a:lnTo>
                    <a:pt x="520" y="679"/>
                  </a:lnTo>
                  <a:lnTo>
                    <a:pt x="523" y="675"/>
                  </a:lnTo>
                  <a:lnTo>
                    <a:pt x="528" y="670"/>
                  </a:lnTo>
                  <a:lnTo>
                    <a:pt x="533" y="668"/>
                  </a:lnTo>
                  <a:lnTo>
                    <a:pt x="538" y="666"/>
                  </a:lnTo>
                  <a:lnTo>
                    <a:pt x="545" y="665"/>
                  </a:lnTo>
                  <a:lnTo>
                    <a:pt x="847" y="665"/>
                  </a:lnTo>
                  <a:lnTo>
                    <a:pt x="854" y="666"/>
                  </a:lnTo>
                  <a:lnTo>
                    <a:pt x="859" y="668"/>
                  </a:lnTo>
                  <a:lnTo>
                    <a:pt x="864" y="670"/>
                  </a:lnTo>
                  <a:lnTo>
                    <a:pt x="869" y="675"/>
                  </a:lnTo>
                  <a:lnTo>
                    <a:pt x="872" y="679"/>
                  </a:lnTo>
                  <a:lnTo>
                    <a:pt x="875" y="684"/>
                  </a:lnTo>
                  <a:lnTo>
                    <a:pt x="877" y="690"/>
                  </a:lnTo>
                  <a:lnTo>
                    <a:pt x="877" y="696"/>
                  </a:lnTo>
                  <a:lnTo>
                    <a:pt x="877" y="756"/>
                  </a:lnTo>
                  <a:close/>
                  <a:moveTo>
                    <a:pt x="545" y="424"/>
                  </a:moveTo>
                  <a:lnTo>
                    <a:pt x="545" y="417"/>
                  </a:lnTo>
                  <a:lnTo>
                    <a:pt x="547" y="412"/>
                  </a:lnTo>
                  <a:lnTo>
                    <a:pt x="550" y="407"/>
                  </a:lnTo>
                  <a:lnTo>
                    <a:pt x="553" y="402"/>
                  </a:lnTo>
                  <a:lnTo>
                    <a:pt x="558" y="398"/>
                  </a:lnTo>
                  <a:lnTo>
                    <a:pt x="563" y="396"/>
                  </a:lnTo>
                  <a:lnTo>
                    <a:pt x="568" y="394"/>
                  </a:lnTo>
                  <a:lnTo>
                    <a:pt x="575" y="393"/>
                  </a:lnTo>
                  <a:lnTo>
                    <a:pt x="817" y="393"/>
                  </a:lnTo>
                  <a:lnTo>
                    <a:pt x="823" y="394"/>
                  </a:lnTo>
                  <a:lnTo>
                    <a:pt x="829" y="396"/>
                  </a:lnTo>
                  <a:lnTo>
                    <a:pt x="834" y="398"/>
                  </a:lnTo>
                  <a:lnTo>
                    <a:pt x="839" y="402"/>
                  </a:lnTo>
                  <a:lnTo>
                    <a:pt x="842" y="407"/>
                  </a:lnTo>
                  <a:lnTo>
                    <a:pt x="845" y="412"/>
                  </a:lnTo>
                  <a:lnTo>
                    <a:pt x="846" y="417"/>
                  </a:lnTo>
                  <a:lnTo>
                    <a:pt x="847" y="424"/>
                  </a:lnTo>
                  <a:lnTo>
                    <a:pt x="847" y="635"/>
                  </a:lnTo>
                  <a:lnTo>
                    <a:pt x="545" y="635"/>
                  </a:lnTo>
                  <a:lnTo>
                    <a:pt x="545" y="424"/>
                  </a:lnTo>
                  <a:close/>
                  <a:moveTo>
                    <a:pt x="385" y="393"/>
                  </a:moveTo>
                  <a:lnTo>
                    <a:pt x="381" y="386"/>
                  </a:lnTo>
                  <a:lnTo>
                    <a:pt x="375" y="381"/>
                  </a:lnTo>
                  <a:lnTo>
                    <a:pt x="370" y="376"/>
                  </a:lnTo>
                  <a:lnTo>
                    <a:pt x="364" y="371"/>
                  </a:lnTo>
                  <a:lnTo>
                    <a:pt x="356" y="368"/>
                  </a:lnTo>
                  <a:lnTo>
                    <a:pt x="349" y="365"/>
                  </a:lnTo>
                  <a:lnTo>
                    <a:pt x="341" y="364"/>
                  </a:lnTo>
                  <a:lnTo>
                    <a:pt x="332" y="363"/>
                  </a:lnTo>
                  <a:lnTo>
                    <a:pt x="272" y="363"/>
                  </a:lnTo>
                  <a:lnTo>
                    <a:pt x="272" y="333"/>
                  </a:lnTo>
                  <a:lnTo>
                    <a:pt x="273" y="326"/>
                  </a:lnTo>
                  <a:lnTo>
                    <a:pt x="275" y="321"/>
                  </a:lnTo>
                  <a:lnTo>
                    <a:pt x="278" y="316"/>
                  </a:lnTo>
                  <a:lnTo>
                    <a:pt x="281" y="311"/>
                  </a:lnTo>
                  <a:lnTo>
                    <a:pt x="285" y="308"/>
                  </a:lnTo>
                  <a:lnTo>
                    <a:pt x="291" y="305"/>
                  </a:lnTo>
                  <a:lnTo>
                    <a:pt x="296" y="303"/>
                  </a:lnTo>
                  <a:lnTo>
                    <a:pt x="302" y="303"/>
                  </a:lnTo>
                  <a:lnTo>
                    <a:pt x="605" y="303"/>
                  </a:lnTo>
                  <a:lnTo>
                    <a:pt x="611" y="303"/>
                  </a:lnTo>
                  <a:lnTo>
                    <a:pt x="617" y="305"/>
                  </a:lnTo>
                  <a:lnTo>
                    <a:pt x="622" y="308"/>
                  </a:lnTo>
                  <a:lnTo>
                    <a:pt x="626" y="311"/>
                  </a:lnTo>
                  <a:lnTo>
                    <a:pt x="631" y="316"/>
                  </a:lnTo>
                  <a:lnTo>
                    <a:pt x="633" y="321"/>
                  </a:lnTo>
                  <a:lnTo>
                    <a:pt x="635" y="326"/>
                  </a:lnTo>
                  <a:lnTo>
                    <a:pt x="636" y="333"/>
                  </a:lnTo>
                  <a:lnTo>
                    <a:pt x="636" y="363"/>
                  </a:lnTo>
                  <a:lnTo>
                    <a:pt x="575" y="363"/>
                  </a:lnTo>
                  <a:lnTo>
                    <a:pt x="566" y="364"/>
                  </a:lnTo>
                  <a:lnTo>
                    <a:pt x="559" y="365"/>
                  </a:lnTo>
                  <a:lnTo>
                    <a:pt x="551" y="368"/>
                  </a:lnTo>
                  <a:lnTo>
                    <a:pt x="545" y="371"/>
                  </a:lnTo>
                  <a:lnTo>
                    <a:pt x="538" y="376"/>
                  </a:lnTo>
                  <a:lnTo>
                    <a:pt x="532" y="381"/>
                  </a:lnTo>
                  <a:lnTo>
                    <a:pt x="528" y="386"/>
                  </a:lnTo>
                  <a:lnTo>
                    <a:pt x="523" y="393"/>
                  </a:lnTo>
                  <a:lnTo>
                    <a:pt x="385" y="393"/>
                  </a:lnTo>
                  <a:close/>
                  <a:moveTo>
                    <a:pt x="60" y="635"/>
                  </a:moveTo>
                  <a:lnTo>
                    <a:pt x="60" y="424"/>
                  </a:lnTo>
                  <a:lnTo>
                    <a:pt x="61" y="417"/>
                  </a:lnTo>
                  <a:lnTo>
                    <a:pt x="63" y="412"/>
                  </a:lnTo>
                  <a:lnTo>
                    <a:pt x="65" y="407"/>
                  </a:lnTo>
                  <a:lnTo>
                    <a:pt x="70" y="402"/>
                  </a:lnTo>
                  <a:lnTo>
                    <a:pt x="74" y="398"/>
                  </a:lnTo>
                  <a:lnTo>
                    <a:pt x="79" y="396"/>
                  </a:lnTo>
                  <a:lnTo>
                    <a:pt x="85" y="394"/>
                  </a:lnTo>
                  <a:lnTo>
                    <a:pt x="91" y="393"/>
                  </a:lnTo>
                  <a:lnTo>
                    <a:pt x="332" y="393"/>
                  </a:lnTo>
                  <a:lnTo>
                    <a:pt x="339" y="394"/>
                  </a:lnTo>
                  <a:lnTo>
                    <a:pt x="344" y="396"/>
                  </a:lnTo>
                  <a:lnTo>
                    <a:pt x="350" y="398"/>
                  </a:lnTo>
                  <a:lnTo>
                    <a:pt x="354" y="402"/>
                  </a:lnTo>
                  <a:lnTo>
                    <a:pt x="358" y="407"/>
                  </a:lnTo>
                  <a:lnTo>
                    <a:pt x="360" y="412"/>
                  </a:lnTo>
                  <a:lnTo>
                    <a:pt x="363" y="417"/>
                  </a:lnTo>
                  <a:lnTo>
                    <a:pt x="364" y="424"/>
                  </a:lnTo>
                  <a:lnTo>
                    <a:pt x="364" y="635"/>
                  </a:lnTo>
                  <a:lnTo>
                    <a:pt x="60" y="635"/>
                  </a:lnTo>
                  <a:close/>
                  <a:moveTo>
                    <a:pt x="394" y="756"/>
                  </a:moveTo>
                  <a:lnTo>
                    <a:pt x="30" y="756"/>
                  </a:lnTo>
                  <a:lnTo>
                    <a:pt x="30" y="696"/>
                  </a:lnTo>
                  <a:lnTo>
                    <a:pt x="31" y="690"/>
                  </a:lnTo>
                  <a:lnTo>
                    <a:pt x="32" y="684"/>
                  </a:lnTo>
                  <a:lnTo>
                    <a:pt x="35" y="679"/>
                  </a:lnTo>
                  <a:lnTo>
                    <a:pt x="40" y="675"/>
                  </a:lnTo>
                  <a:lnTo>
                    <a:pt x="44" y="670"/>
                  </a:lnTo>
                  <a:lnTo>
                    <a:pt x="48" y="668"/>
                  </a:lnTo>
                  <a:lnTo>
                    <a:pt x="55" y="666"/>
                  </a:lnTo>
                  <a:lnTo>
                    <a:pt x="60" y="665"/>
                  </a:lnTo>
                  <a:lnTo>
                    <a:pt x="364" y="665"/>
                  </a:lnTo>
                  <a:lnTo>
                    <a:pt x="369" y="666"/>
                  </a:lnTo>
                  <a:lnTo>
                    <a:pt x="375" y="668"/>
                  </a:lnTo>
                  <a:lnTo>
                    <a:pt x="380" y="670"/>
                  </a:lnTo>
                  <a:lnTo>
                    <a:pt x="385" y="675"/>
                  </a:lnTo>
                  <a:lnTo>
                    <a:pt x="388" y="679"/>
                  </a:lnTo>
                  <a:lnTo>
                    <a:pt x="391" y="684"/>
                  </a:lnTo>
                  <a:lnTo>
                    <a:pt x="393" y="690"/>
                  </a:lnTo>
                  <a:lnTo>
                    <a:pt x="394" y="696"/>
                  </a:lnTo>
                  <a:lnTo>
                    <a:pt x="394" y="756"/>
                  </a:lnTo>
                  <a:close/>
                  <a:moveTo>
                    <a:pt x="302" y="60"/>
                  </a:moveTo>
                  <a:lnTo>
                    <a:pt x="304" y="54"/>
                  </a:lnTo>
                  <a:lnTo>
                    <a:pt x="305" y="49"/>
                  </a:lnTo>
                  <a:lnTo>
                    <a:pt x="308" y="43"/>
                  </a:lnTo>
                  <a:lnTo>
                    <a:pt x="311" y="39"/>
                  </a:lnTo>
                  <a:lnTo>
                    <a:pt x="316" y="36"/>
                  </a:lnTo>
                  <a:lnTo>
                    <a:pt x="321" y="33"/>
                  </a:lnTo>
                  <a:lnTo>
                    <a:pt x="327" y="30"/>
                  </a:lnTo>
                  <a:lnTo>
                    <a:pt x="332" y="30"/>
                  </a:lnTo>
                  <a:lnTo>
                    <a:pt x="575" y="30"/>
                  </a:lnTo>
                  <a:lnTo>
                    <a:pt x="581" y="30"/>
                  </a:lnTo>
                  <a:lnTo>
                    <a:pt x="587" y="33"/>
                  </a:lnTo>
                  <a:lnTo>
                    <a:pt x="592" y="36"/>
                  </a:lnTo>
                  <a:lnTo>
                    <a:pt x="596" y="39"/>
                  </a:lnTo>
                  <a:lnTo>
                    <a:pt x="600" y="43"/>
                  </a:lnTo>
                  <a:lnTo>
                    <a:pt x="603" y="49"/>
                  </a:lnTo>
                  <a:lnTo>
                    <a:pt x="605" y="54"/>
                  </a:lnTo>
                  <a:lnTo>
                    <a:pt x="605" y="60"/>
                  </a:lnTo>
                  <a:lnTo>
                    <a:pt x="605" y="273"/>
                  </a:lnTo>
                  <a:lnTo>
                    <a:pt x="302" y="273"/>
                  </a:lnTo>
                  <a:lnTo>
                    <a:pt x="302" y="60"/>
                  </a:lnTo>
                  <a:close/>
                  <a:moveTo>
                    <a:pt x="877" y="644"/>
                  </a:moveTo>
                  <a:lnTo>
                    <a:pt x="877" y="424"/>
                  </a:lnTo>
                  <a:lnTo>
                    <a:pt x="877" y="417"/>
                  </a:lnTo>
                  <a:lnTo>
                    <a:pt x="876" y="411"/>
                  </a:lnTo>
                  <a:lnTo>
                    <a:pt x="875" y="406"/>
                  </a:lnTo>
                  <a:lnTo>
                    <a:pt x="873" y="400"/>
                  </a:lnTo>
                  <a:lnTo>
                    <a:pt x="870" y="395"/>
                  </a:lnTo>
                  <a:lnTo>
                    <a:pt x="868" y="389"/>
                  </a:lnTo>
                  <a:lnTo>
                    <a:pt x="863" y="385"/>
                  </a:lnTo>
                  <a:lnTo>
                    <a:pt x="860" y="381"/>
                  </a:lnTo>
                  <a:lnTo>
                    <a:pt x="856" y="377"/>
                  </a:lnTo>
                  <a:lnTo>
                    <a:pt x="850" y="373"/>
                  </a:lnTo>
                  <a:lnTo>
                    <a:pt x="846" y="370"/>
                  </a:lnTo>
                  <a:lnTo>
                    <a:pt x="841" y="368"/>
                  </a:lnTo>
                  <a:lnTo>
                    <a:pt x="835" y="366"/>
                  </a:lnTo>
                  <a:lnTo>
                    <a:pt x="829" y="364"/>
                  </a:lnTo>
                  <a:lnTo>
                    <a:pt x="824" y="364"/>
                  </a:lnTo>
                  <a:lnTo>
                    <a:pt x="817" y="363"/>
                  </a:lnTo>
                  <a:lnTo>
                    <a:pt x="666" y="363"/>
                  </a:lnTo>
                  <a:lnTo>
                    <a:pt x="666" y="333"/>
                  </a:lnTo>
                  <a:lnTo>
                    <a:pt x="665" y="324"/>
                  </a:lnTo>
                  <a:lnTo>
                    <a:pt x="664" y="317"/>
                  </a:lnTo>
                  <a:lnTo>
                    <a:pt x="661" y="309"/>
                  </a:lnTo>
                  <a:lnTo>
                    <a:pt x="657" y="303"/>
                  </a:lnTo>
                  <a:lnTo>
                    <a:pt x="653" y="296"/>
                  </a:lnTo>
                  <a:lnTo>
                    <a:pt x="648" y="290"/>
                  </a:lnTo>
                  <a:lnTo>
                    <a:pt x="642" y="284"/>
                  </a:lnTo>
                  <a:lnTo>
                    <a:pt x="636" y="280"/>
                  </a:lnTo>
                  <a:lnTo>
                    <a:pt x="636" y="60"/>
                  </a:lnTo>
                  <a:lnTo>
                    <a:pt x="635" y="54"/>
                  </a:lnTo>
                  <a:lnTo>
                    <a:pt x="634" y="49"/>
                  </a:lnTo>
                  <a:lnTo>
                    <a:pt x="633" y="42"/>
                  </a:lnTo>
                  <a:lnTo>
                    <a:pt x="631" y="37"/>
                  </a:lnTo>
                  <a:lnTo>
                    <a:pt x="628" y="31"/>
                  </a:lnTo>
                  <a:lnTo>
                    <a:pt x="625" y="27"/>
                  </a:lnTo>
                  <a:lnTo>
                    <a:pt x="622" y="22"/>
                  </a:lnTo>
                  <a:lnTo>
                    <a:pt x="618" y="18"/>
                  </a:lnTo>
                  <a:lnTo>
                    <a:pt x="613" y="14"/>
                  </a:lnTo>
                  <a:lnTo>
                    <a:pt x="609" y="10"/>
                  </a:lnTo>
                  <a:lnTo>
                    <a:pt x="604" y="7"/>
                  </a:lnTo>
                  <a:lnTo>
                    <a:pt x="598" y="5"/>
                  </a:lnTo>
                  <a:lnTo>
                    <a:pt x="593" y="3"/>
                  </a:lnTo>
                  <a:lnTo>
                    <a:pt x="587" y="1"/>
                  </a:lnTo>
                  <a:lnTo>
                    <a:pt x="581" y="0"/>
                  </a:lnTo>
                  <a:lnTo>
                    <a:pt x="575" y="0"/>
                  </a:lnTo>
                  <a:lnTo>
                    <a:pt x="332" y="0"/>
                  </a:lnTo>
                  <a:lnTo>
                    <a:pt x="327" y="0"/>
                  </a:lnTo>
                  <a:lnTo>
                    <a:pt x="321" y="1"/>
                  </a:lnTo>
                  <a:lnTo>
                    <a:pt x="315" y="3"/>
                  </a:lnTo>
                  <a:lnTo>
                    <a:pt x="309" y="5"/>
                  </a:lnTo>
                  <a:lnTo>
                    <a:pt x="304" y="7"/>
                  </a:lnTo>
                  <a:lnTo>
                    <a:pt x="299" y="10"/>
                  </a:lnTo>
                  <a:lnTo>
                    <a:pt x="294" y="14"/>
                  </a:lnTo>
                  <a:lnTo>
                    <a:pt x="290" y="18"/>
                  </a:lnTo>
                  <a:lnTo>
                    <a:pt x="286" y="22"/>
                  </a:lnTo>
                  <a:lnTo>
                    <a:pt x="283" y="27"/>
                  </a:lnTo>
                  <a:lnTo>
                    <a:pt x="280" y="31"/>
                  </a:lnTo>
                  <a:lnTo>
                    <a:pt x="277" y="37"/>
                  </a:lnTo>
                  <a:lnTo>
                    <a:pt x="275" y="42"/>
                  </a:lnTo>
                  <a:lnTo>
                    <a:pt x="273" y="49"/>
                  </a:lnTo>
                  <a:lnTo>
                    <a:pt x="272" y="54"/>
                  </a:lnTo>
                  <a:lnTo>
                    <a:pt x="272" y="60"/>
                  </a:lnTo>
                  <a:lnTo>
                    <a:pt x="272" y="280"/>
                  </a:lnTo>
                  <a:lnTo>
                    <a:pt x="266" y="284"/>
                  </a:lnTo>
                  <a:lnTo>
                    <a:pt x="260" y="290"/>
                  </a:lnTo>
                  <a:lnTo>
                    <a:pt x="255" y="296"/>
                  </a:lnTo>
                  <a:lnTo>
                    <a:pt x="251" y="303"/>
                  </a:lnTo>
                  <a:lnTo>
                    <a:pt x="247" y="309"/>
                  </a:lnTo>
                  <a:lnTo>
                    <a:pt x="245" y="317"/>
                  </a:lnTo>
                  <a:lnTo>
                    <a:pt x="242" y="324"/>
                  </a:lnTo>
                  <a:lnTo>
                    <a:pt x="242" y="333"/>
                  </a:lnTo>
                  <a:lnTo>
                    <a:pt x="242" y="363"/>
                  </a:lnTo>
                  <a:lnTo>
                    <a:pt x="91" y="363"/>
                  </a:lnTo>
                  <a:lnTo>
                    <a:pt x="85" y="364"/>
                  </a:lnTo>
                  <a:lnTo>
                    <a:pt x="78" y="364"/>
                  </a:lnTo>
                  <a:lnTo>
                    <a:pt x="73" y="366"/>
                  </a:lnTo>
                  <a:lnTo>
                    <a:pt x="68" y="368"/>
                  </a:lnTo>
                  <a:lnTo>
                    <a:pt x="62" y="370"/>
                  </a:lnTo>
                  <a:lnTo>
                    <a:pt x="57" y="373"/>
                  </a:lnTo>
                  <a:lnTo>
                    <a:pt x="53" y="377"/>
                  </a:lnTo>
                  <a:lnTo>
                    <a:pt x="48" y="381"/>
                  </a:lnTo>
                  <a:lnTo>
                    <a:pt x="44" y="385"/>
                  </a:lnTo>
                  <a:lnTo>
                    <a:pt x="41" y="389"/>
                  </a:lnTo>
                  <a:lnTo>
                    <a:pt x="38" y="395"/>
                  </a:lnTo>
                  <a:lnTo>
                    <a:pt x="35" y="400"/>
                  </a:lnTo>
                  <a:lnTo>
                    <a:pt x="33" y="406"/>
                  </a:lnTo>
                  <a:lnTo>
                    <a:pt x="31" y="411"/>
                  </a:lnTo>
                  <a:lnTo>
                    <a:pt x="31" y="417"/>
                  </a:lnTo>
                  <a:lnTo>
                    <a:pt x="30" y="424"/>
                  </a:lnTo>
                  <a:lnTo>
                    <a:pt x="30" y="644"/>
                  </a:lnTo>
                  <a:lnTo>
                    <a:pt x="24" y="648"/>
                  </a:lnTo>
                  <a:lnTo>
                    <a:pt x="18" y="653"/>
                  </a:lnTo>
                  <a:lnTo>
                    <a:pt x="13" y="659"/>
                  </a:lnTo>
                  <a:lnTo>
                    <a:pt x="9" y="665"/>
                  </a:lnTo>
                  <a:lnTo>
                    <a:pt x="4" y="672"/>
                  </a:lnTo>
                  <a:lnTo>
                    <a:pt x="2" y="680"/>
                  </a:lnTo>
                  <a:lnTo>
                    <a:pt x="1" y="688"/>
                  </a:lnTo>
                  <a:lnTo>
                    <a:pt x="0" y="696"/>
                  </a:lnTo>
                  <a:lnTo>
                    <a:pt x="0" y="771"/>
                  </a:lnTo>
                  <a:lnTo>
                    <a:pt x="0" y="774"/>
                  </a:lnTo>
                  <a:lnTo>
                    <a:pt x="1" y="778"/>
                  </a:lnTo>
                  <a:lnTo>
                    <a:pt x="2" y="780"/>
                  </a:lnTo>
                  <a:lnTo>
                    <a:pt x="4" y="782"/>
                  </a:lnTo>
                  <a:lnTo>
                    <a:pt x="6" y="784"/>
                  </a:lnTo>
                  <a:lnTo>
                    <a:pt x="10" y="785"/>
                  </a:lnTo>
                  <a:lnTo>
                    <a:pt x="12" y="786"/>
                  </a:lnTo>
                  <a:lnTo>
                    <a:pt x="15" y="786"/>
                  </a:lnTo>
                  <a:lnTo>
                    <a:pt x="409" y="786"/>
                  </a:lnTo>
                  <a:lnTo>
                    <a:pt x="412" y="786"/>
                  </a:lnTo>
                  <a:lnTo>
                    <a:pt x="414" y="785"/>
                  </a:lnTo>
                  <a:lnTo>
                    <a:pt x="417" y="784"/>
                  </a:lnTo>
                  <a:lnTo>
                    <a:pt x="419" y="782"/>
                  </a:lnTo>
                  <a:lnTo>
                    <a:pt x="421" y="780"/>
                  </a:lnTo>
                  <a:lnTo>
                    <a:pt x="423" y="778"/>
                  </a:lnTo>
                  <a:lnTo>
                    <a:pt x="424" y="774"/>
                  </a:lnTo>
                  <a:lnTo>
                    <a:pt x="424" y="771"/>
                  </a:lnTo>
                  <a:lnTo>
                    <a:pt x="424" y="696"/>
                  </a:lnTo>
                  <a:lnTo>
                    <a:pt x="423" y="688"/>
                  </a:lnTo>
                  <a:lnTo>
                    <a:pt x="421" y="680"/>
                  </a:lnTo>
                  <a:lnTo>
                    <a:pt x="419" y="672"/>
                  </a:lnTo>
                  <a:lnTo>
                    <a:pt x="415" y="665"/>
                  </a:lnTo>
                  <a:lnTo>
                    <a:pt x="411" y="659"/>
                  </a:lnTo>
                  <a:lnTo>
                    <a:pt x="405" y="653"/>
                  </a:lnTo>
                  <a:lnTo>
                    <a:pt x="400" y="648"/>
                  </a:lnTo>
                  <a:lnTo>
                    <a:pt x="394" y="644"/>
                  </a:lnTo>
                  <a:lnTo>
                    <a:pt x="394" y="424"/>
                  </a:lnTo>
                  <a:lnTo>
                    <a:pt x="515" y="424"/>
                  </a:lnTo>
                  <a:lnTo>
                    <a:pt x="515" y="644"/>
                  </a:lnTo>
                  <a:lnTo>
                    <a:pt x="508" y="648"/>
                  </a:lnTo>
                  <a:lnTo>
                    <a:pt x="502" y="653"/>
                  </a:lnTo>
                  <a:lnTo>
                    <a:pt x="497" y="659"/>
                  </a:lnTo>
                  <a:lnTo>
                    <a:pt x="492" y="665"/>
                  </a:lnTo>
                  <a:lnTo>
                    <a:pt x="489" y="672"/>
                  </a:lnTo>
                  <a:lnTo>
                    <a:pt x="486" y="680"/>
                  </a:lnTo>
                  <a:lnTo>
                    <a:pt x="485" y="688"/>
                  </a:lnTo>
                  <a:lnTo>
                    <a:pt x="484" y="696"/>
                  </a:lnTo>
                  <a:lnTo>
                    <a:pt x="484" y="771"/>
                  </a:lnTo>
                  <a:lnTo>
                    <a:pt x="485" y="774"/>
                  </a:lnTo>
                  <a:lnTo>
                    <a:pt x="486" y="778"/>
                  </a:lnTo>
                  <a:lnTo>
                    <a:pt x="487" y="780"/>
                  </a:lnTo>
                  <a:lnTo>
                    <a:pt x="489" y="782"/>
                  </a:lnTo>
                  <a:lnTo>
                    <a:pt x="491" y="784"/>
                  </a:lnTo>
                  <a:lnTo>
                    <a:pt x="493" y="785"/>
                  </a:lnTo>
                  <a:lnTo>
                    <a:pt x="497" y="786"/>
                  </a:lnTo>
                  <a:lnTo>
                    <a:pt x="500" y="786"/>
                  </a:lnTo>
                  <a:lnTo>
                    <a:pt x="892" y="786"/>
                  </a:lnTo>
                  <a:lnTo>
                    <a:pt x="896" y="786"/>
                  </a:lnTo>
                  <a:lnTo>
                    <a:pt x="899" y="785"/>
                  </a:lnTo>
                  <a:lnTo>
                    <a:pt x="901" y="784"/>
                  </a:lnTo>
                  <a:lnTo>
                    <a:pt x="903" y="782"/>
                  </a:lnTo>
                  <a:lnTo>
                    <a:pt x="905" y="780"/>
                  </a:lnTo>
                  <a:lnTo>
                    <a:pt x="906" y="778"/>
                  </a:lnTo>
                  <a:lnTo>
                    <a:pt x="907" y="774"/>
                  </a:lnTo>
                  <a:lnTo>
                    <a:pt x="907" y="771"/>
                  </a:lnTo>
                  <a:lnTo>
                    <a:pt x="907" y="696"/>
                  </a:lnTo>
                  <a:lnTo>
                    <a:pt x="907" y="688"/>
                  </a:lnTo>
                  <a:lnTo>
                    <a:pt x="905" y="680"/>
                  </a:lnTo>
                  <a:lnTo>
                    <a:pt x="903" y="672"/>
                  </a:lnTo>
                  <a:lnTo>
                    <a:pt x="900" y="665"/>
                  </a:lnTo>
                  <a:lnTo>
                    <a:pt x="896" y="659"/>
                  </a:lnTo>
                  <a:lnTo>
                    <a:pt x="890" y="653"/>
                  </a:lnTo>
                  <a:lnTo>
                    <a:pt x="884" y="648"/>
                  </a:lnTo>
                  <a:lnTo>
                    <a:pt x="877" y="64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13" name="Google Shape;413;g31af8622fb0_0_45"/>
            <p:cNvSpPr/>
            <p:nvPr/>
          </p:nvSpPr>
          <p:spPr>
            <a:xfrm>
              <a:off x="487363" y="957263"/>
              <a:ext cx="76200" cy="57150"/>
            </a:xfrm>
            <a:custGeom>
              <a:rect b="b" l="l" r="r" t="t"/>
              <a:pathLst>
                <a:path extrusionOk="0" h="181" w="242">
                  <a:moveTo>
                    <a:pt x="212" y="151"/>
                  </a:moveTo>
                  <a:lnTo>
                    <a:pt x="30" y="151"/>
                  </a:lnTo>
                  <a:lnTo>
                    <a:pt x="30" y="30"/>
                  </a:lnTo>
                  <a:lnTo>
                    <a:pt x="212" y="30"/>
                  </a:lnTo>
                  <a:lnTo>
                    <a:pt x="212" y="151"/>
                  </a:lnTo>
                  <a:close/>
                  <a:moveTo>
                    <a:pt x="227" y="0"/>
                  </a:moveTo>
                  <a:lnTo>
                    <a:pt x="15" y="0"/>
                  </a:lnTo>
                  <a:lnTo>
                    <a:pt x="12" y="0"/>
                  </a:lnTo>
                  <a:lnTo>
                    <a:pt x="10" y="1"/>
                  </a:lnTo>
                  <a:lnTo>
                    <a:pt x="6" y="2"/>
                  </a:lnTo>
                  <a:lnTo>
                    <a:pt x="4" y="4"/>
                  </a:lnTo>
                  <a:lnTo>
                    <a:pt x="3" y="6"/>
                  </a:lnTo>
                  <a:lnTo>
                    <a:pt x="1" y="8"/>
                  </a:lnTo>
                  <a:lnTo>
                    <a:pt x="0" y="12"/>
                  </a:lnTo>
                  <a:lnTo>
                    <a:pt x="0" y="15"/>
                  </a:lnTo>
                  <a:lnTo>
                    <a:pt x="0" y="166"/>
                  </a:lnTo>
                  <a:lnTo>
                    <a:pt x="0" y="169"/>
                  </a:lnTo>
                  <a:lnTo>
                    <a:pt x="1" y="171"/>
                  </a:lnTo>
                  <a:lnTo>
                    <a:pt x="3" y="175"/>
                  </a:lnTo>
                  <a:lnTo>
                    <a:pt x="4" y="177"/>
                  </a:lnTo>
                  <a:lnTo>
                    <a:pt x="6" y="179"/>
                  </a:lnTo>
                  <a:lnTo>
                    <a:pt x="10" y="180"/>
                  </a:lnTo>
                  <a:lnTo>
                    <a:pt x="12" y="181"/>
                  </a:lnTo>
                  <a:lnTo>
                    <a:pt x="15" y="181"/>
                  </a:lnTo>
                  <a:lnTo>
                    <a:pt x="227" y="181"/>
                  </a:lnTo>
                  <a:lnTo>
                    <a:pt x="230" y="181"/>
                  </a:lnTo>
                  <a:lnTo>
                    <a:pt x="233" y="180"/>
                  </a:lnTo>
                  <a:lnTo>
                    <a:pt x="236" y="178"/>
                  </a:lnTo>
                  <a:lnTo>
                    <a:pt x="238" y="177"/>
                  </a:lnTo>
                  <a:lnTo>
                    <a:pt x="239" y="175"/>
                  </a:lnTo>
                  <a:lnTo>
                    <a:pt x="241" y="171"/>
                  </a:lnTo>
                  <a:lnTo>
                    <a:pt x="242" y="169"/>
                  </a:lnTo>
                  <a:lnTo>
                    <a:pt x="242" y="166"/>
                  </a:lnTo>
                  <a:lnTo>
                    <a:pt x="242" y="15"/>
                  </a:lnTo>
                  <a:lnTo>
                    <a:pt x="242" y="12"/>
                  </a:lnTo>
                  <a:lnTo>
                    <a:pt x="241" y="8"/>
                  </a:lnTo>
                  <a:lnTo>
                    <a:pt x="239" y="6"/>
                  </a:lnTo>
                  <a:lnTo>
                    <a:pt x="238" y="4"/>
                  </a:lnTo>
                  <a:lnTo>
                    <a:pt x="236" y="2"/>
                  </a:lnTo>
                  <a:lnTo>
                    <a:pt x="233" y="1"/>
                  </a:lnTo>
                  <a:lnTo>
                    <a:pt x="230" y="0"/>
                  </a:lnTo>
                  <a:lnTo>
                    <a:pt x="227"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414" name="Google Shape;414;g31af8622fb0_0_4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C:\Users\Admin\Downloads\logo (2).png" id="415" name="Google Shape;415;g31af8622fb0_0_45"/>
          <p:cNvPicPr preferRelativeResize="0"/>
          <p:nvPr/>
        </p:nvPicPr>
        <p:blipFill rotWithShape="1">
          <a:blip r:embed="rId3">
            <a:alphaModFix/>
          </a:blip>
          <a:srcRect b="0" l="0" r="0" t="0"/>
          <a:stretch/>
        </p:blipFill>
        <p:spPr>
          <a:xfrm>
            <a:off x="10737606" y="5569228"/>
            <a:ext cx="1314450" cy="838200"/>
          </a:xfrm>
          <a:prstGeom prst="rect">
            <a:avLst/>
          </a:prstGeom>
          <a:noFill/>
          <a:ln>
            <a:noFill/>
          </a:ln>
        </p:spPr>
      </p:pic>
      <p:sp>
        <p:nvSpPr>
          <p:cNvPr id="416" name="Google Shape;416;g31af8622fb0_0_45"/>
          <p:cNvSpPr txBox="1"/>
          <p:nvPr/>
        </p:nvSpPr>
        <p:spPr>
          <a:xfrm>
            <a:off x="1285876" y="327481"/>
            <a:ext cx="9636000" cy="431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lang="en-US" sz="2800">
                <a:solidFill>
                  <a:schemeClr val="lt1"/>
                </a:solidFill>
                <a:latin typeface="Century Gothic"/>
                <a:ea typeface="Century Gothic"/>
                <a:cs typeface="Century Gothic"/>
                <a:sym typeface="Century Gothic"/>
              </a:rPr>
              <a:t>Achievement In Organic Keyword</a:t>
            </a:r>
            <a:r>
              <a:rPr lang="en-US" sz="2800">
                <a:solidFill>
                  <a:schemeClr val="lt1"/>
                </a:solidFill>
                <a:latin typeface="Century Gothic"/>
                <a:ea typeface="Century Gothic"/>
                <a:cs typeface="Century Gothic"/>
                <a:sym typeface="Century Gothic"/>
              </a:rPr>
              <a:t> </a:t>
            </a:r>
            <a:endParaRPr b="0" i="0" sz="2800" u="none" cap="none" strike="noStrike">
              <a:solidFill>
                <a:schemeClr val="lt1"/>
              </a:solidFill>
              <a:latin typeface="Century Gothic"/>
              <a:ea typeface="Century Gothic"/>
              <a:cs typeface="Century Gothic"/>
              <a:sym typeface="Century Gothic"/>
            </a:endParaRPr>
          </a:p>
        </p:txBody>
      </p:sp>
      <p:pic>
        <p:nvPicPr>
          <p:cNvPr id="417" name="Google Shape;417;g31af8622fb0_0_45"/>
          <p:cNvPicPr preferRelativeResize="0"/>
          <p:nvPr/>
        </p:nvPicPr>
        <p:blipFill>
          <a:blip r:embed="rId4">
            <a:alphaModFix/>
          </a:blip>
          <a:stretch>
            <a:fillRect/>
          </a:stretch>
        </p:blipFill>
        <p:spPr>
          <a:xfrm>
            <a:off x="1835950" y="1162064"/>
            <a:ext cx="8401050" cy="3314700"/>
          </a:xfrm>
          <a:prstGeom prst="rect">
            <a:avLst/>
          </a:prstGeom>
          <a:noFill/>
          <a:ln>
            <a:noFill/>
          </a:ln>
        </p:spPr>
      </p:pic>
      <p:sp>
        <p:nvSpPr>
          <p:cNvPr id="418" name="Google Shape;418;g31af8622fb0_0_45"/>
          <p:cNvSpPr txBox="1"/>
          <p:nvPr/>
        </p:nvSpPr>
        <p:spPr>
          <a:xfrm>
            <a:off x="451725" y="4822900"/>
            <a:ext cx="1086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t>Organic keyword rankings overview showing distribution across Top 3, 4-10, and other positions as of November, 2024</a:t>
            </a:r>
            <a:endParaRPr b="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8"/>
          <p:cNvSpPr/>
          <p:nvPr/>
        </p:nvSpPr>
        <p:spPr>
          <a:xfrm>
            <a:off x="0" y="266700"/>
            <a:ext cx="12192000" cy="55245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nvGrpSpPr>
          <p:cNvPr id="424" name="Google Shape;424;p8"/>
          <p:cNvGrpSpPr/>
          <p:nvPr/>
        </p:nvGrpSpPr>
        <p:grpSpPr>
          <a:xfrm>
            <a:off x="271463" y="171450"/>
            <a:ext cx="790575" cy="742950"/>
            <a:chOff x="11182350" y="171450"/>
            <a:chExt cx="790575" cy="742950"/>
          </a:xfrm>
        </p:grpSpPr>
        <p:sp>
          <p:nvSpPr>
            <p:cNvPr id="425" name="Google Shape;425;p8"/>
            <p:cNvSpPr/>
            <p:nvPr/>
          </p:nvSpPr>
          <p:spPr>
            <a:xfrm>
              <a:off x="11182350" y="171450"/>
              <a:ext cx="742950" cy="742950"/>
            </a:xfrm>
            <a:prstGeom prst="rect">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26" name="Google Shape;426;p8"/>
            <p:cNvSpPr/>
            <p:nvPr/>
          </p:nvSpPr>
          <p:spPr>
            <a:xfrm>
              <a:off x="11925300" y="171450"/>
              <a:ext cx="47625" cy="9525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27" name="Google Shape;427;p8"/>
            <p:cNvSpPr/>
            <p:nvPr/>
          </p:nvSpPr>
          <p:spPr>
            <a:xfrm flipH="1" rot="10800000">
              <a:off x="11925300" y="819150"/>
              <a:ext cx="47625" cy="9525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sp>
        <p:nvSpPr>
          <p:cNvPr id="428" name="Google Shape;428;p8"/>
          <p:cNvSpPr txBox="1"/>
          <p:nvPr/>
        </p:nvSpPr>
        <p:spPr>
          <a:xfrm>
            <a:off x="1285876" y="327481"/>
            <a:ext cx="9636124" cy="430887"/>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2800" u="none" cap="none" strike="noStrike">
                <a:solidFill>
                  <a:schemeClr val="lt1"/>
                </a:solidFill>
                <a:latin typeface="Century Gothic"/>
                <a:ea typeface="Century Gothic"/>
                <a:cs typeface="Century Gothic"/>
                <a:sym typeface="Century Gothic"/>
              </a:rPr>
              <a:t>SEO Keyword Ranking</a:t>
            </a:r>
            <a:endParaRPr b="1" i="0" sz="2800" u="none" cap="none" strike="noStrike">
              <a:solidFill>
                <a:schemeClr val="lt1"/>
              </a:solidFill>
              <a:latin typeface="Century Gothic"/>
              <a:ea typeface="Century Gothic"/>
              <a:cs typeface="Century Gothic"/>
              <a:sym typeface="Century Gothic"/>
            </a:endParaRPr>
          </a:p>
        </p:txBody>
      </p:sp>
      <p:grpSp>
        <p:nvGrpSpPr>
          <p:cNvPr id="429" name="Google Shape;429;p8"/>
          <p:cNvGrpSpPr/>
          <p:nvPr/>
        </p:nvGrpSpPr>
        <p:grpSpPr>
          <a:xfrm>
            <a:off x="451715" y="377056"/>
            <a:ext cx="382447" cy="331736"/>
            <a:chOff x="304800" y="822325"/>
            <a:chExt cx="287338" cy="249238"/>
          </a:xfrm>
        </p:grpSpPr>
        <p:sp>
          <p:nvSpPr>
            <p:cNvPr id="430" name="Google Shape;430;p8"/>
            <p:cNvSpPr/>
            <p:nvPr/>
          </p:nvSpPr>
          <p:spPr>
            <a:xfrm>
              <a:off x="333375" y="957263"/>
              <a:ext cx="76200" cy="57150"/>
            </a:xfrm>
            <a:custGeom>
              <a:rect b="b" l="l" r="r" t="t"/>
              <a:pathLst>
                <a:path extrusionOk="0" h="181" w="241">
                  <a:moveTo>
                    <a:pt x="211" y="151"/>
                  </a:moveTo>
                  <a:lnTo>
                    <a:pt x="30" y="151"/>
                  </a:lnTo>
                  <a:lnTo>
                    <a:pt x="30" y="30"/>
                  </a:lnTo>
                  <a:lnTo>
                    <a:pt x="211" y="30"/>
                  </a:lnTo>
                  <a:lnTo>
                    <a:pt x="211" y="151"/>
                  </a:lnTo>
                  <a:close/>
                  <a:moveTo>
                    <a:pt x="226" y="0"/>
                  </a:moveTo>
                  <a:lnTo>
                    <a:pt x="15" y="0"/>
                  </a:lnTo>
                  <a:lnTo>
                    <a:pt x="12" y="0"/>
                  </a:lnTo>
                  <a:lnTo>
                    <a:pt x="9" y="1"/>
                  </a:lnTo>
                  <a:lnTo>
                    <a:pt x="7" y="2"/>
                  </a:lnTo>
                  <a:lnTo>
                    <a:pt x="4" y="4"/>
                  </a:lnTo>
                  <a:lnTo>
                    <a:pt x="2" y="6"/>
                  </a:lnTo>
                  <a:lnTo>
                    <a:pt x="1" y="8"/>
                  </a:lnTo>
                  <a:lnTo>
                    <a:pt x="0" y="12"/>
                  </a:lnTo>
                  <a:lnTo>
                    <a:pt x="0" y="15"/>
                  </a:lnTo>
                  <a:lnTo>
                    <a:pt x="0" y="166"/>
                  </a:lnTo>
                  <a:lnTo>
                    <a:pt x="0" y="169"/>
                  </a:lnTo>
                  <a:lnTo>
                    <a:pt x="1" y="171"/>
                  </a:lnTo>
                  <a:lnTo>
                    <a:pt x="2" y="175"/>
                  </a:lnTo>
                  <a:lnTo>
                    <a:pt x="4" y="177"/>
                  </a:lnTo>
                  <a:lnTo>
                    <a:pt x="7" y="179"/>
                  </a:lnTo>
                  <a:lnTo>
                    <a:pt x="9" y="180"/>
                  </a:lnTo>
                  <a:lnTo>
                    <a:pt x="12" y="181"/>
                  </a:lnTo>
                  <a:lnTo>
                    <a:pt x="15" y="181"/>
                  </a:lnTo>
                  <a:lnTo>
                    <a:pt x="226" y="181"/>
                  </a:lnTo>
                  <a:lnTo>
                    <a:pt x="230" y="181"/>
                  </a:lnTo>
                  <a:lnTo>
                    <a:pt x="233" y="180"/>
                  </a:lnTo>
                  <a:lnTo>
                    <a:pt x="235" y="178"/>
                  </a:lnTo>
                  <a:lnTo>
                    <a:pt x="237" y="177"/>
                  </a:lnTo>
                  <a:lnTo>
                    <a:pt x="239" y="175"/>
                  </a:lnTo>
                  <a:lnTo>
                    <a:pt x="240" y="171"/>
                  </a:lnTo>
                  <a:lnTo>
                    <a:pt x="241" y="169"/>
                  </a:lnTo>
                  <a:lnTo>
                    <a:pt x="241" y="166"/>
                  </a:lnTo>
                  <a:lnTo>
                    <a:pt x="241" y="15"/>
                  </a:lnTo>
                  <a:lnTo>
                    <a:pt x="241" y="12"/>
                  </a:lnTo>
                  <a:lnTo>
                    <a:pt x="240" y="8"/>
                  </a:lnTo>
                  <a:lnTo>
                    <a:pt x="239" y="6"/>
                  </a:lnTo>
                  <a:lnTo>
                    <a:pt x="237" y="4"/>
                  </a:lnTo>
                  <a:lnTo>
                    <a:pt x="235" y="2"/>
                  </a:lnTo>
                  <a:lnTo>
                    <a:pt x="233" y="1"/>
                  </a:lnTo>
                  <a:lnTo>
                    <a:pt x="230" y="0"/>
                  </a:lnTo>
                  <a:lnTo>
                    <a:pt x="2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31" name="Google Shape;431;p8"/>
            <p:cNvSpPr/>
            <p:nvPr/>
          </p:nvSpPr>
          <p:spPr>
            <a:xfrm>
              <a:off x="409575" y="841375"/>
              <a:ext cx="77788" cy="57150"/>
            </a:xfrm>
            <a:custGeom>
              <a:rect b="b" l="l" r="r" t="t"/>
              <a:pathLst>
                <a:path extrusionOk="0" h="182" w="243">
                  <a:moveTo>
                    <a:pt x="213" y="152"/>
                  </a:moveTo>
                  <a:lnTo>
                    <a:pt x="32" y="152"/>
                  </a:lnTo>
                  <a:lnTo>
                    <a:pt x="32" y="30"/>
                  </a:lnTo>
                  <a:lnTo>
                    <a:pt x="213" y="30"/>
                  </a:lnTo>
                  <a:lnTo>
                    <a:pt x="213" y="152"/>
                  </a:lnTo>
                  <a:close/>
                  <a:moveTo>
                    <a:pt x="228" y="0"/>
                  </a:moveTo>
                  <a:lnTo>
                    <a:pt x="15" y="0"/>
                  </a:lnTo>
                  <a:lnTo>
                    <a:pt x="13" y="0"/>
                  </a:lnTo>
                  <a:lnTo>
                    <a:pt x="10" y="1"/>
                  </a:lnTo>
                  <a:lnTo>
                    <a:pt x="8" y="3"/>
                  </a:lnTo>
                  <a:lnTo>
                    <a:pt x="6" y="5"/>
                  </a:lnTo>
                  <a:lnTo>
                    <a:pt x="4" y="7"/>
                  </a:lnTo>
                  <a:lnTo>
                    <a:pt x="2" y="10"/>
                  </a:lnTo>
                  <a:lnTo>
                    <a:pt x="2" y="12"/>
                  </a:lnTo>
                  <a:lnTo>
                    <a:pt x="0" y="15"/>
                  </a:lnTo>
                  <a:lnTo>
                    <a:pt x="0" y="167"/>
                  </a:lnTo>
                  <a:lnTo>
                    <a:pt x="2" y="170"/>
                  </a:lnTo>
                  <a:lnTo>
                    <a:pt x="2" y="173"/>
                  </a:lnTo>
                  <a:lnTo>
                    <a:pt x="4" y="175"/>
                  </a:lnTo>
                  <a:lnTo>
                    <a:pt x="6" y="177"/>
                  </a:lnTo>
                  <a:lnTo>
                    <a:pt x="8" y="179"/>
                  </a:lnTo>
                  <a:lnTo>
                    <a:pt x="10" y="180"/>
                  </a:lnTo>
                  <a:lnTo>
                    <a:pt x="13" y="182"/>
                  </a:lnTo>
                  <a:lnTo>
                    <a:pt x="15" y="182"/>
                  </a:lnTo>
                  <a:lnTo>
                    <a:pt x="228" y="182"/>
                  </a:lnTo>
                  <a:lnTo>
                    <a:pt x="231" y="182"/>
                  </a:lnTo>
                  <a:lnTo>
                    <a:pt x="233" y="180"/>
                  </a:lnTo>
                  <a:lnTo>
                    <a:pt x="236" y="179"/>
                  </a:lnTo>
                  <a:lnTo>
                    <a:pt x="239" y="177"/>
                  </a:lnTo>
                  <a:lnTo>
                    <a:pt x="241" y="175"/>
                  </a:lnTo>
                  <a:lnTo>
                    <a:pt x="242" y="173"/>
                  </a:lnTo>
                  <a:lnTo>
                    <a:pt x="243" y="170"/>
                  </a:lnTo>
                  <a:lnTo>
                    <a:pt x="243" y="167"/>
                  </a:lnTo>
                  <a:lnTo>
                    <a:pt x="243" y="15"/>
                  </a:lnTo>
                  <a:lnTo>
                    <a:pt x="243" y="12"/>
                  </a:lnTo>
                  <a:lnTo>
                    <a:pt x="242" y="10"/>
                  </a:lnTo>
                  <a:lnTo>
                    <a:pt x="241" y="7"/>
                  </a:lnTo>
                  <a:lnTo>
                    <a:pt x="239" y="5"/>
                  </a:lnTo>
                  <a:lnTo>
                    <a:pt x="236" y="4"/>
                  </a:lnTo>
                  <a:lnTo>
                    <a:pt x="233" y="1"/>
                  </a:lnTo>
                  <a:lnTo>
                    <a:pt x="231" y="0"/>
                  </a:lnTo>
                  <a:lnTo>
                    <a:pt x="228"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32" name="Google Shape;432;p8"/>
            <p:cNvSpPr/>
            <p:nvPr/>
          </p:nvSpPr>
          <p:spPr>
            <a:xfrm>
              <a:off x="304800" y="822325"/>
              <a:ext cx="287338" cy="249238"/>
            </a:xfrm>
            <a:custGeom>
              <a:rect b="b" l="l" r="r" t="t"/>
              <a:pathLst>
                <a:path extrusionOk="0" h="786" w="907">
                  <a:moveTo>
                    <a:pt x="877" y="756"/>
                  </a:moveTo>
                  <a:lnTo>
                    <a:pt x="515" y="756"/>
                  </a:lnTo>
                  <a:lnTo>
                    <a:pt x="515" y="696"/>
                  </a:lnTo>
                  <a:lnTo>
                    <a:pt x="515" y="690"/>
                  </a:lnTo>
                  <a:lnTo>
                    <a:pt x="517" y="684"/>
                  </a:lnTo>
                  <a:lnTo>
                    <a:pt x="520" y="679"/>
                  </a:lnTo>
                  <a:lnTo>
                    <a:pt x="523" y="675"/>
                  </a:lnTo>
                  <a:lnTo>
                    <a:pt x="528" y="670"/>
                  </a:lnTo>
                  <a:lnTo>
                    <a:pt x="533" y="668"/>
                  </a:lnTo>
                  <a:lnTo>
                    <a:pt x="538" y="666"/>
                  </a:lnTo>
                  <a:lnTo>
                    <a:pt x="545" y="665"/>
                  </a:lnTo>
                  <a:lnTo>
                    <a:pt x="847" y="665"/>
                  </a:lnTo>
                  <a:lnTo>
                    <a:pt x="854" y="666"/>
                  </a:lnTo>
                  <a:lnTo>
                    <a:pt x="859" y="668"/>
                  </a:lnTo>
                  <a:lnTo>
                    <a:pt x="864" y="670"/>
                  </a:lnTo>
                  <a:lnTo>
                    <a:pt x="869" y="675"/>
                  </a:lnTo>
                  <a:lnTo>
                    <a:pt x="872" y="679"/>
                  </a:lnTo>
                  <a:lnTo>
                    <a:pt x="875" y="684"/>
                  </a:lnTo>
                  <a:lnTo>
                    <a:pt x="877" y="690"/>
                  </a:lnTo>
                  <a:lnTo>
                    <a:pt x="877" y="696"/>
                  </a:lnTo>
                  <a:lnTo>
                    <a:pt x="877" y="756"/>
                  </a:lnTo>
                  <a:close/>
                  <a:moveTo>
                    <a:pt x="545" y="424"/>
                  </a:moveTo>
                  <a:lnTo>
                    <a:pt x="545" y="417"/>
                  </a:lnTo>
                  <a:lnTo>
                    <a:pt x="547" y="412"/>
                  </a:lnTo>
                  <a:lnTo>
                    <a:pt x="550" y="407"/>
                  </a:lnTo>
                  <a:lnTo>
                    <a:pt x="553" y="402"/>
                  </a:lnTo>
                  <a:lnTo>
                    <a:pt x="558" y="398"/>
                  </a:lnTo>
                  <a:lnTo>
                    <a:pt x="563" y="396"/>
                  </a:lnTo>
                  <a:lnTo>
                    <a:pt x="568" y="394"/>
                  </a:lnTo>
                  <a:lnTo>
                    <a:pt x="575" y="393"/>
                  </a:lnTo>
                  <a:lnTo>
                    <a:pt x="817" y="393"/>
                  </a:lnTo>
                  <a:lnTo>
                    <a:pt x="823" y="394"/>
                  </a:lnTo>
                  <a:lnTo>
                    <a:pt x="829" y="396"/>
                  </a:lnTo>
                  <a:lnTo>
                    <a:pt x="834" y="398"/>
                  </a:lnTo>
                  <a:lnTo>
                    <a:pt x="839" y="402"/>
                  </a:lnTo>
                  <a:lnTo>
                    <a:pt x="842" y="407"/>
                  </a:lnTo>
                  <a:lnTo>
                    <a:pt x="845" y="412"/>
                  </a:lnTo>
                  <a:lnTo>
                    <a:pt x="846" y="417"/>
                  </a:lnTo>
                  <a:lnTo>
                    <a:pt x="847" y="424"/>
                  </a:lnTo>
                  <a:lnTo>
                    <a:pt x="847" y="635"/>
                  </a:lnTo>
                  <a:lnTo>
                    <a:pt x="545" y="635"/>
                  </a:lnTo>
                  <a:lnTo>
                    <a:pt x="545" y="424"/>
                  </a:lnTo>
                  <a:close/>
                  <a:moveTo>
                    <a:pt x="385" y="393"/>
                  </a:moveTo>
                  <a:lnTo>
                    <a:pt x="381" y="386"/>
                  </a:lnTo>
                  <a:lnTo>
                    <a:pt x="375" y="381"/>
                  </a:lnTo>
                  <a:lnTo>
                    <a:pt x="370" y="376"/>
                  </a:lnTo>
                  <a:lnTo>
                    <a:pt x="364" y="371"/>
                  </a:lnTo>
                  <a:lnTo>
                    <a:pt x="356" y="368"/>
                  </a:lnTo>
                  <a:lnTo>
                    <a:pt x="349" y="365"/>
                  </a:lnTo>
                  <a:lnTo>
                    <a:pt x="341" y="364"/>
                  </a:lnTo>
                  <a:lnTo>
                    <a:pt x="332" y="363"/>
                  </a:lnTo>
                  <a:lnTo>
                    <a:pt x="272" y="363"/>
                  </a:lnTo>
                  <a:lnTo>
                    <a:pt x="272" y="333"/>
                  </a:lnTo>
                  <a:lnTo>
                    <a:pt x="273" y="326"/>
                  </a:lnTo>
                  <a:lnTo>
                    <a:pt x="275" y="321"/>
                  </a:lnTo>
                  <a:lnTo>
                    <a:pt x="278" y="316"/>
                  </a:lnTo>
                  <a:lnTo>
                    <a:pt x="281" y="311"/>
                  </a:lnTo>
                  <a:lnTo>
                    <a:pt x="285" y="308"/>
                  </a:lnTo>
                  <a:lnTo>
                    <a:pt x="291" y="305"/>
                  </a:lnTo>
                  <a:lnTo>
                    <a:pt x="296" y="303"/>
                  </a:lnTo>
                  <a:lnTo>
                    <a:pt x="302" y="303"/>
                  </a:lnTo>
                  <a:lnTo>
                    <a:pt x="605" y="303"/>
                  </a:lnTo>
                  <a:lnTo>
                    <a:pt x="611" y="303"/>
                  </a:lnTo>
                  <a:lnTo>
                    <a:pt x="617" y="305"/>
                  </a:lnTo>
                  <a:lnTo>
                    <a:pt x="622" y="308"/>
                  </a:lnTo>
                  <a:lnTo>
                    <a:pt x="626" y="311"/>
                  </a:lnTo>
                  <a:lnTo>
                    <a:pt x="631" y="316"/>
                  </a:lnTo>
                  <a:lnTo>
                    <a:pt x="633" y="321"/>
                  </a:lnTo>
                  <a:lnTo>
                    <a:pt x="635" y="326"/>
                  </a:lnTo>
                  <a:lnTo>
                    <a:pt x="636" y="333"/>
                  </a:lnTo>
                  <a:lnTo>
                    <a:pt x="636" y="363"/>
                  </a:lnTo>
                  <a:lnTo>
                    <a:pt x="575" y="363"/>
                  </a:lnTo>
                  <a:lnTo>
                    <a:pt x="566" y="364"/>
                  </a:lnTo>
                  <a:lnTo>
                    <a:pt x="559" y="365"/>
                  </a:lnTo>
                  <a:lnTo>
                    <a:pt x="551" y="368"/>
                  </a:lnTo>
                  <a:lnTo>
                    <a:pt x="545" y="371"/>
                  </a:lnTo>
                  <a:lnTo>
                    <a:pt x="538" y="376"/>
                  </a:lnTo>
                  <a:lnTo>
                    <a:pt x="532" y="381"/>
                  </a:lnTo>
                  <a:lnTo>
                    <a:pt x="528" y="386"/>
                  </a:lnTo>
                  <a:lnTo>
                    <a:pt x="523" y="393"/>
                  </a:lnTo>
                  <a:lnTo>
                    <a:pt x="385" y="393"/>
                  </a:lnTo>
                  <a:close/>
                  <a:moveTo>
                    <a:pt x="60" y="635"/>
                  </a:moveTo>
                  <a:lnTo>
                    <a:pt x="60" y="424"/>
                  </a:lnTo>
                  <a:lnTo>
                    <a:pt x="61" y="417"/>
                  </a:lnTo>
                  <a:lnTo>
                    <a:pt x="63" y="412"/>
                  </a:lnTo>
                  <a:lnTo>
                    <a:pt x="65" y="407"/>
                  </a:lnTo>
                  <a:lnTo>
                    <a:pt x="70" y="402"/>
                  </a:lnTo>
                  <a:lnTo>
                    <a:pt x="74" y="398"/>
                  </a:lnTo>
                  <a:lnTo>
                    <a:pt x="79" y="396"/>
                  </a:lnTo>
                  <a:lnTo>
                    <a:pt x="85" y="394"/>
                  </a:lnTo>
                  <a:lnTo>
                    <a:pt x="91" y="393"/>
                  </a:lnTo>
                  <a:lnTo>
                    <a:pt x="332" y="393"/>
                  </a:lnTo>
                  <a:lnTo>
                    <a:pt x="339" y="394"/>
                  </a:lnTo>
                  <a:lnTo>
                    <a:pt x="344" y="396"/>
                  </a:lnTo>
                  <a:lnTo>
                    <a:pt x="350" y="398"/>
                  </a:lnTo>
                  <a:lnTo>
                    <a:pt x="354" y="402"/>
                  </a:lnTo>
                  <a:lnTo>
                    <a:pt x="358" y="407"/>
                  </a:lnTo>
                  <a:lnTo>
                    <a:pt x="360" y="412"/>
                  </a:lnTo>
                  <a:lnTo>
                    <a:pt x="363" y="417"/>
                  </a:lnTo>
                  <a:lnTo>
                    <a:pt x="364" y="424"/>
                  </a:lnTo>
                  <a:lnTo>
                    <a:pt x="364" y="635"/>
                  </a:lnTo>
                  <a:lnTo>
                    <a:pt x="60" y="635"/>
                  </a:lnTo>
                  <a:close/>
                  <a:moveTo>
                    <a:pt x="394" y="756"/>
                  </a:moveTo>
                  <a:lnTo>
                    <a:pt x="30" y="756"/>
                  </a:lnTo>
                  <a:lnTo>
                    <a:pt x="30" y="696"/>
                  </a:lnTo>
                  <a:lnTo>
                    <a:pt x="31" y="690"/>
                  </a:lnTo>
                  <a:lnTo>
                    <a:pt x="32" y="684"/>
                  </a:lnTo>
                  <a:lnTo>
                    <a:pt x="35" y="679"/>
                  </a:lnTo>
                  <a:lnTo>
                    <a:pt x="40" y="675"/>
                  </a:lnTo>
                  <a:lnTo>
                    <a:pt x="44" y="670"/>
                  </a:lnTo>
                  <a:lnTo>
                    <a:pt x="48" y="668"/>
                  </a:lnTo>
                  <a:lnTo>
                    <a:pt x="55" y="666"/>
                  </a:lnTo>
                  <a:lnTo>
                    <a:pt x="60" y="665"/>
                  </a:lnTo>
                  <a:lnTo>
                    <a:pt x="364" y="665"/>
                  </a:lnTo>
                  <a:lnTo>
                    <a:pt x="369" y="666"/>
                  </a:lnTo>
                  <a:lnTo>
                    <a:pt x="375" y="668"/>
                  </a:lnTo>
                  <a:lnTo>
                    <a:pt x="380" y="670"/>
                  </a:lnTo>
                  <a:lnTo>
                    <a:pt x="385" y="675"/>
                  </a:lnTo>
                  <a:lnTo>
                    <a:pt x="388" y="679"/>
                  </a:lnTo>
                  <a:lnTo>
                    <a:pt x="391" y="684"/>
                  </a:lnTo>
                  <a:lnTo>
                    <a:pt x="393" y="690"/>
                  </a:lnTo>
                  <a:lnTo>
                    <a:pt x="394" y="696"/>
                  </a:lnTo>
                  <a:lnTo>
                    <a:pt x="394" y="756"/>
                  </a:lnTo>
                  <a:close/>
                  <a:moveTo>
                    <a:pt x="302" y="60"/>
                  </a:moveTo>
                  <a:lnTo>
                    <a:pt x="304" y="54"/>
                  </a:lnTo>
                  <a:lnTo>
                    <a:pt x="305" y="49"/>
                  </a:lnTo>
                  <a:lnTo>
                    <a:pt x="308" y="43"/>
                  </a:lnTo>
                  <a:lnTo>
                    <a:pt x="311" y="39"/>
                  </a:lnTo>
                  <a:lnTo>
                    <a:pt x="316" y="36"/>
                  </a:lnTo>
                  <a:lnTo>
                    <a:pt x="321" y="33"/>
                  </a:lnTo>
                  <a:lnTo>
                    <a:pt x="327" y="30"/>
                  </a:lnTo>
                  <a:lnTo>
                    <a:pt x="332" y="30"/>
                  </a:lnTo>
                  <a:lnTo>
                    <a:pt x="575" y="30"/>
                  </a:lnTo>
                  <a:lnTo>
                    <a:pt x="581" y="30"/>
                  </a:lnTo>
                  <a:lnTo>
                    <a:pt x="587" y="33"/>
                  </a:lnTo>
                  <a:lnTo>
                    <a:pt x="592" y="36"/>
                  </a:lnTo>
                  <a:lnTo>
                    <a:pt x="596" y="39"/>
                  </a:lnTo>
                  <a:lnTo>
                    <a:pt x="600" y="43"/>
                  </a:lnTo>
                  <a:lnTo>
                    <a:pt x="603" y="49"/>
                  </a:lnTo>
                  <a:lnTo>
                    <a:pt x="605" y="54"/>
                  </a:lnTo>
                  <a:lnTo>
                    <a:pt x="605" y="60"/>
                  </a:lnTo>
                  <a:lnTo>
                    <a:pt x="605" y="273"/>
                  </a:lnTo>
                  <a:lnTo>
                    <a:pt x="302" y="273"/>
                  </a:lnTo>
                  <a:lnTo>
                    <a:pt x="302" y="60"/>
                  </a:lnTo>
                  <a:close/>
                  <a:moveTo>
                    <a:pt x="877" y="644"/>
                  </a:moveTo>
                  <a:lnTo>
                    <a:pt x="877" y="424"/>
                  </a:lnTo>
                  <a:lnTo>
                    <a:pt x="877" y="417"/>
                  </a:lnTo>
                  <a:lnTo>
                    <a:pt x="876" y="411"/>
                  </a:lnTo>
                  <a:lnTo>
                    <a:pt x="875" y="406"/>
                  </a:lnTo>
                  <a:lnTo>
                    <a:pt x="873" y="400"/>
                  </a:lnTo>
                  <a:lnTo>
                    <a:pt x="870" y="395"/>
                  </a:lnTo>
                  <a:lnTo>
                    <a:pt x="868" y="389"/>
                  </a:lnTo>
                  <a:lnTo>
                    <a:pt x="863" y="385"/>
                  </a:lnTo>
                  <a:lnTo>
                    <a:pt x="860" y="381"/>
                  </a:lnTo>
                  <a:lnTo>
                    <a:pt x="856" y="377"/>
                  </a:lnTo>
                  <a:lnTo>
                    <a:pt x="850" y="373"/>
                  </a:lnTo>
                  <a:lnTo>
                    <a:pt x="846" y="370"/>
                  </a:lnTo>
                  <a:lnTo>
                    <a:pt x="841" y="368"/>
                  </a:lnTo>
                  <a:lnTo>
                    <a:pt x="835" y="366"/>
                  </a:lnTo>
                  <a:lnTo>
                    <a:pt x="829" y="364"/>
                  </a:lnTo>
                  <a:lnTo>
                    <a:pt x="824" y="364"/>
                  </a:lnTo>
                  <a:lnTo>
                    <a:pt x="817" y="363"/>
                  </a:lnTo>
                  <a:lnTo>
                    <a:pt x="666" y="363"/>
                  </a:lnTo>
                  <a:lnTo>
                    <a:pt x="666" y="333"/>
                  </a:lnTo>
                  <a:lnTo>
                    <a:pt x="665" y="324"/>
                  </a:lnTo>
                  <a:lnTo>
                    <a:pt x="664" y="317"/>
                  </a:lnTo>
                  <a:lnTo>
                    <a:pt x="661" y="309"/>
                  </a:lnTo>
                  <a:lnTo>
                    <a:pt x="657" y="303"/>
                  </a:lnTo>
                  <a:lnTo>
                    <a:pt x="653" y="296"/>
                  </a:lnTo>
                  <a:lnTo>
                    <a:pt x="648" y="290"/>
                  </a:lnTo>
                  <a:lnTo>
                    <a:pt x="642" y="284"/>
                  </a:lnTo>
                  <a:lnTo>
                    <a:pt x="636" y="280"/>
                  </a:lnTo>
                  <a:lnTo>
                    <a:pt x="636" y="60"/>
                  </a:lnTo>
                  <a:lnTo>
                    <a:pt x="635" y="54"/>
                  </a:lnTo>
                  <a:lnTo>
                    <a:pt x="634" y="49"/>
                  </a:lnTo>
                  <a:lnTo>
                    <a:pt x="633" y="42"/>
                  </a:lnTo>
                  <a:lnTo>
                    <a:pt x="631" y="37"/>
                  </a:lnTo>
                  <a:lnTo>
                    <a:pt x="628" y="31"/>
                  </a:lnTo>
                  <a:lnTo>
                    <a:pt x="625" y="27"/>
                  </a:lnTo>
                  <a:lnTo>
                    <a:pt x="622" y="22"/>
                  </a:lnTo>
                  <a:lnTo>
                    <a:pt x="618" y="18"/>
                  </a:lnTo>
                  <a:lnTo>
                    <a:pt x="613" y="14"/>
                  </a:lnTo>
                  <a:lnTo>
                    <a:pt x="609" y="10"/>
                  </a:lnTo>
                  <a:lnTo>
                    <a:pt x="604" y="7"/>
                  </a:lnTo>
                  <a:lnTo>
                    <a:pt x="598" y="5"/>
                  </a:lnTo>
                  <a:lnTo>
                    <a:pt x="593" y="3"/>
                  </a:lnTo>
                  <a:lnTo>
                    <a:pt x="587" y="1"/>
                  </a:lnTo>
                  <a:lnTo>
                    <a:pt x="581" y="0"/>
                  </a:lnTo>
                  <a:lnTo>
                    <a:pt x="575" y="0"/>
                  </a:lnTo>
                  <a:lnTo>
                    <a:pt x="332" y="0"/>
                  </a:lnTo>
                  <a:lnTo>
                    <a:pt x="327" y="0"/>
                  </a:lnTo>
                  <a:lnTo>
                    <a:pt x="321" y="1"/>
                  </a:lnTo>
                  <a:lnTo>
                    <a:pt x="315" y="3"/>
                  </a:lnTo>
                  <a:lnTo>
                    <a:pt x="309" y="5"/>
                  </a:lnTo>
                  <a:lnTo>
                    <a:pt x="304" y="7"/>
                  </a:lnTo>
                  <a:lnTo>
                    <a:pt x="299" y="10"/>
                  </a:lnTo>
                  <a:lnTo>
                    <a:pt x="294" y="14"/>
                  </a:lnTo>
                  <a:lnTo>
                    <a:pt x="290" y="18"/>
                  </a:lnTo>
                  <a:lnTo>
                    <a:pt x="286" y="22"/>
                  </a:lnTo>
                  <a:lnTo>
                    <a:pt x="283" y="27"/>
                  </a:lnTo>
                  <a:lnTo>
                    <a:pt x="280" y="31"/>
                  </a:lnTo>
                  <a:lnTo>
                    <a:pt x="277" y="37"/>
                  </a:lnTo>
                  <a:lnTo>
                    <a:pt x="275" y="42"/>
                  </a:lnTo>
                  <a:lnTo>
                    <a:pt x="273" y="49"/>
                  </a:lnTo>
                  <a:lnTo>
                    <a:pt x="272" y="54"/>
                  </a:lnTo>
                  <a:lnTo>
                    <a:pt x="272" y="60"/>
                  </a:lnTo>
                  <a:lnTo>
                    <a:pt x="272" y="280"/>
                  </a:lnTo>
                  <a:lnTo>
                    <a:pt x="266" y="284"/>
                  </a:lnTo>
                  <a:lnTo>
                    <a:pt x="260" y="290"/>
                  </a:lnTo>
                  <a:lnTo>
                    <a:pt x="255" y="296"/>
                  </a:lnTo>
                  <a:lnTo>
                    <a:pt x="251" y="303"/>
                  </a:lnTo>
                  <a:lnTo>
                    <a:pt x="247" y="309"/>
                  </a:lnTo>
                  <a:lnTo>
                    <a:pt x="245" y="317"/>
                  </a:lnTo>
                  <a:lnTo>
                    <a:pt x="242" y="324"/>
                  </a:lnTo>
                  <a:lnTo>
                    <a:pt x="242" y="333"/>
                  </a:lnTo>
                  <a:lnTo>
                    <a:pt x="242" y="363"/>
                  </a:lnTo>
                  <a:lnTo>
                    <a:pt x="91" y="363"/>
                  </a:lnTo>
                  <a:lnTo>
                    <a:pt x="85" y="364"/>
                  </a:lnTo>
                  <a:lnTo>
                    <a:pt x="78" y="364"/>
                  </a:lnTo>
                  <a:lnTo>
                    <a:pt x="73" y="366"/>
                  </a:lnTo>
                  <a:lnTo>
                    <a:pt x="68" y="368"/>
                  </a:lnTo>
                  <a:lnTo>
                    <a:pt x="62" y="370"/>
                  </a:lnTo>
                  <a:lnTo>
                    <a:pt x="57" y="373"/>
                  </a:lnTo>
                  <a:lnTo>
                    <a:pt x="53" y="377"/>
                  </a:lnTo>
                  <a:lnTo>
                    <a:pt x="48" y="381"/>
                  </a:lnTo>
                  <a:lnTo>
                    <a:pt x="44" y="385"/>
                  </a:lnTo>
                  <a:lnTo>
                    <a:pt x="41" y="389"/>
                  </a:lnTo>
                  <a:lnTo>
                    <a:pt x="38" y="395"/>
                  </a:lnTo>
                  <a:lnTo>
                    <a:pt x="35" y="400"/>
                  </a:lnTo>
                  <a:lnTo>
                    <a:pt x="33" y="406"/>
                  </a:lnTo>
                  <a:lnTo>
                    <a:pt x="31" y="411"/>
                  </a:lnTo>
                  <a:lnTo>
                    <a:pt x="31" y="417"/>
                  </a:lnTo>
                  <a:lnTo>
                    <a:pt x="30" y="424"/>
                  </a:lnTo>
                  <a:lnTo>
                    <a:pt x="30" y="644"/>
                  </a:lnTo>
                  <a:lnTo>
                    <a:pt x="24" y="648"/>
                  </a:lnTo>
                  <a:lnTo>
                    <a:pt x="18" y="653"/>
                  </a:lnTo>
                  <a:lnTo>
                    <a:pt x="13" y="659"/>
                  </a:lnTo>
                  <a:lnTo>
                    <a:pt x="9" y="665"/>
                  </a:lnTo>
                  <a:lnTo>
                    <a:pt x="4" y="672"/>
                  </a:lnTo>
                  <a:lnTo>
                    <a:pt x="2" y="680"/>
                  </a:lnTo>
                  <a:lnTo>
                    <a:pt x="1" y="688"/>
                  </a:lnTo>
                  <a:lnTo>
                    <a:pt x="0" y="696"/>
                  </a:lnTo>
                  <a:lnTo>
                    <a:pt x="0" y="771"/>
                  </a:lnTo>
                  <a:lnTo>
                    <a:pt x="0" y="774"/>
                  </a:lnTo>
                  <a:lnTo>
                    <a:pt x="1" y="778"/>
                  </a:lnTo>
                  <a:lnTo>
                    <a:pt x="2" y="780"/>
                  </a:lnTo>
                  <a:lnTo>
                    <a:pt x="4" y="782"/>
                  </a:lnTo>
                  <a:lnTo>
                    <a:pt x="6" y="784"/>
                  </a:lnTo>
                  <a:lnTo>
                    <a:pt x="10" y="785"/>
                  </a:lnTo>
                  <a:lnTo>
                    <a:pt x="12" y="786"/>
                  </a:lnTo>
                  <a:lnTo>
                    <a:pt x="15" y="786"/>
                  </a:lnTo>
                  <a:lnTo>
                    <a:pt x="409" y="786"/>
                  </a:lnTo>
                  <a:lnTo>
                    <a:pt x="412" y="786"/>
                  </a:lnTo>
                  <a:lnTo>
                    <a:pt x="414" y="785"/>
                  </a:lnTo>
                  <a:lnTo>
                    <a:pt x="417" y="784"/>
                  </a:lnTo>
                  <a:lnTo>
                    <a:pt x="419" y="782"/>
                  </a:lnTo>
                  <a:lnTo>
                    <a:pt x="421" y="780"/>
                  </a:lnTo>
                  <a:lnTo>
                    <a:pt x="423" y="778"/>
                  </a:lnTo>
                  <a:lnTo>
                    <a:pt x="424" y="774"/>
                  </a:lnTo>
                  <a:lnTo>
                    <a:pt x="424" y="771"/>
                  </a:lnTo>
                  <a:lnTo>
                    <a:pt x="424" y="696"/>
                  </a:lnTo>
                  <a:lnTo>
                    <a:pt x="423" y="688"/>
                  </a:lnTo>
                  <a:lnTo>
                    <a:pt x="421" y="680"/>
                  </a:lnTo>
                  <a:lnTo>
                    <a:pt x="419" y="672"/>
                  </a:lnTo>
                  <a:lnTo>
                    <a:pt x="415" y="665"/>
                  </a:lnTo>
                  <a:lnTo>
                    <a:pt x="411" y="659"/>
                  </a:lnTo>
                  <a:lnTo>
                    <a:pt x="405" y="653"/>
                  </a:lnTo>
                  <a:lnTo>
                    <a:pt x="400" y="648"/>
                  </a:lnTo>
                  <a:lnTo>
                    <a:pt x="394" y="644"/>
                  </a:lnTo>
                  <a:lnTo>
                    <a:pt x="394" y="424"/>
                  </a:lnTo>
                  <a:lnTo>
                    <a:pt x="515" y="424"/>
                  </a:lnTo>
                  <a:lnTo>
                    <a:pt x="515" y="644"/>
                  </a:lnTo>
                  <a:lnTo>
                    <a:pt x="508" y="648"/>
                  </a:lnTo>
                  <a:lnTo>
                    <a:pt x="502" y="653"/>
                  </a:lnTo>
                  <a:lnTo>
                    <a:pt x="497" y="659"/>
                  </a:lnTo>
                  <a:lnTo>
                    <a:pt x="492" y="665"/>
                  </a:lnTo>
                  <a:lnTo>
                    <a:pt x="489" y="672"/>
                  </a:lnTo>
                  <a:lnTo>
                    <a:pt x="486" y="680"/>
                  </a:lnTo>
                  <a:lnTo>
                    <a:pt x="485" y="688"/>
                  </a:lnTo>
                  <a:lnTo>
                    <a:pt x="484" y="696"/>
                  </a:lnTo>
                  <a:lnTo>
                    <a:pt x="484" y="771"/>
                  </a:lnTo>
                  <a:lnTo>
                    <a:pt x="485" y="774"/>
                  </a:lnTo>
                  <a:lnTo>
                    <a:pt x="486" y="778"/>
                  </a:lnTo>
                  <a:lnTo>
                    <a:pt x="487" y="780"/>
                  </a:lnTo>
                  <a:lnTo>
                    <a:pt x="489" y="782"/>
                  </a:lnTo>
                  <a:lnTo>
                    <a:pt x="491" y="784"/>
                  </a:lnTo>
                  <a:lnTo>
                    <a:pt x="493" y="785"/>
                  </a:lnTo>
                  <a:lnTo>
                    <a:pt x="497" y="786"/>
                  </a:lnTo>
                  <a:lnTo>
                    <a:pt x="500" y="786"/>
                  </a:lnTo>
                  <a:lnTo>
                    <a:pt x="892" y="786"/>
                  </a:lnTo>
                  <a:lnTo>
                    <a:pt x="896" y="786"/>
                  </a:lnTo>
                  <a:lnTo>
                    <a:pt x="899" y="785"/>
                  </a:lnTo>
                  <a:lnTo>
                    <a:pt x="901" y="784"/>
                  </a:lnTo>
                  <a:lnTo>
                    <a:pt x="903" y="782"/>
                  </a:lnTo>
                  <a:lnTo>
                    <a:pt x="905" y="780"/>
                  </a:lnTo>
                  <a:lnTo>
                    <a:pt x="906" y="778"/>
                  </a:lnTo>
                  <a:lnTo>
                    <a:pt x="907" y="774"/>
                  </a:lnTo>
                  <a:lnTo>
                    <a:pt x="907" y="771"/>
                  </a:lnTo>
                  <a:lnTo>
                    <a:pt x="907" y="696"/>
                  </a:lnTo>
                  <a:lnTo>
                    <a:pt x="907" y="688"/>
                  </a:lnTo>
                  <a:lnTo>
                    <a:pt x="905" y="680"/>
                  </a:lnTo>
                  <a:lnTo>
                    <a:pt x="903" y="672"/>
                  </a:lnTo>
                  <a:lnTo>
                    <a:pt x="900" y="665"/>
                  </a:lnTo>
                  <a:lnTo>
                    <a:pt x="896" y="659"/>
                  </a:lnTo>
                  <a:lnTo>
                    <a:pt x="890" y="653"/>
                  </a:lnTo>
                  <a:lnTo>
                    <a:pt x="884" y="648"/>
                  </a:lnTo>
                  <a:lnTo>
                    <a:pt x="877" y="64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33" name="Google Shape;433;p8"/>
            <p:cNvSpPr/>
            <p:nvPr/>
          </p:nvSpPr>
          <p:spPr>
            <a:xfrm>
              <a:off x="487363" y="957263"/>
              <a:ext cx="76200" cy="57150"/>
            </a:xfrm>
            <a:custGeom>
              <a:rect b="b" l="l" r="r" t="t"/>
              <a:pathLst>
                <a:path extrusionOk="0" h="181" w="242">
                  <a:moveTo>
                    <a:pt x="212" y="151"/>
                  </a:moveTo>
                  <a:lnTo>
                    <a:pt x="30" y="151"/>
                  </a:lnTo>
                  <a:lnTo>
                    <a:pt x="30" y="30"/>
                  </a:lnTo>
                  <a:lnTo>
                    <a:pt x="212" y="30"/>
                  </a:lnTo>
                  <a:lnTo>
                    <a:pt x="212" y="151"/>
                  </a:lnTo>
                  <a:close/>
                  <a:moveTo>
                    <a:pt x="227" y="0"/>
                  </a:moveTo>
                  <a:lnTo>
                    <a:pt x="15" y="0"/>
                  </a:lnTo>
                  <a:lnTo>
                    <a:pt x="12" y="0"/>
                  </a:lnTo>
                  <a:lnTo>
                    <a:pt x="10" y="1"/>
                  </a:lnTo>
                  <a:lnTo>
                    <a:pt x="6" y="2"/>
                  </a:lnTo>
                  <a:lnTo>
                    <a:pt x="4" y="4"/>
                  </a:lnTo>
                  <a:lnTo>
                    <a:pt x="3" y="6"/>
                  </a:lnTo>
                  <a:lnTo>
                    <a:pt x="1" y="8"/>
                  </a:lnTo>
                  <a:lnTo>
                    <a:pt x="0" y="12"/>
                  </a:lnTo>
                  <a:lnTo>
                    <a:pt x="0" y="15"/>
                  </a:lnTo>
                  <a:lnTo>
                    <a:pt x="0" y="166"/>
                  </a:lnTo>
                  <a:lnTo>
                    <a:pt x="0" y="169"/>
                  </a:lnTo>
                  <a:lnTo>
                    <a:pt x="1" y="171"/>
                  </a:lnTo>
                  <a:lnTo>
                    <a:pt x="3" y="175"/>
                  </a:lnTo>
                  <a:lnTo>
                    <a:pt x="4" y="177"/>
                  </a:lnTo>
                  <a:lnTo>
                    <a:pt x="6" y="179"/>
                  </a:lnTo>
                  <a:lnTo>
                    <a:pt x="10" y="180"/>
                  </a:lnTo>
                  <a:lnTo>
                    <a:pt x="12" y="181"/>
                  </a:lnTo>
                  <a:lnTo>
                    <a:pt x="15" y="181"/>
                  </a:lnTo>
                  <a:lnTo>
                    <a:pt x="227" y="181"/>
                  </a:lnTo>
                  <a:lnTo>
                    <a:pt x="230" y="181"/>
                  </a:lnTo>
                  <a:lnTo>
                    <a:pt x="233" y="180"/>
                  </a:lnTo>
                  <a:lnTo>
                    <a:pt x="236" y="178"/>
                  </a:lnTo>
                  <a:lnTo>
                    <a:pt x="238" y="177"/>
                  </a:lnTo>
                  <a:lnTo>
                    <a:pt x="239" y="175"/>
                  </a:lnTo>
                  <a:lnTo>
                    <a:pt x="241" y="171"/>
                  </a:lnTo>
                  <a:lnTo>
                    <a:pt x="242" y="169"/>
                  </a:lnTo>
                  <a:lnTo>
                    <a:pt x="242" y="166"/>
                  </a:lnTo>
                  <a:lnTo>
                    <a:pt x="242" y="15"/>
                  </a:lnTo>
                  <a:lnTo>
                    <a:pt x="242" y="12"/>
                  </a:lnTo>
                  <a:lnTo>
                    <a:pt x="241" y="8"/>
                  </a:lnTo>
                  <a:lnTo>
                    <a:pt x="239" y="6"/>
                  </a:lnTo>
                  <a:lnTo>
                    <a:pt x="238" y="4"/>
                  </a:lnTo>
                  <a:lnTo>
                    <a:pt x="236" y="2"/>
                  </a:lnTo>
                  <a:lnTo>
                    <a:pt x="233" y="1"/>
                  </a:lnTo>
                  <a:lnTo>
                    <a:pt x="230" y="0"/>
                  </a:lnTo>
                  <a:lnTo>
                    <a:pt x="227"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grpSp>
      <p:sp>
        <p:nvSpPr>
          <p:cNvPr id="434" name="Google Shape;43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C:\Users\Admin\Downloads\logo (2).png" id="435" name="Google Shape;435;p8"/>
          <p:cNvPicPr preferRelativeResize="0"/>
          <p:nvPr/>
        </p:nvPicPr>
        <p:blipFill rotWithShape="1">
          <a:blip r:embed="rId3">
            <a:alphaModFix/>
          </a:blip>
          <a:srcRect b="0" l="0" r="0" t="0"/>
          <a:stretch/>
        </p:blipFill>
        <p:spPr>
          <a:xfrm>
            <a:off x="10737606" y="5569228"/>
            <a:ext cx="1314450" cy="838200"/>
          </a:xfrm>
          <a:prstGeom prst="rect">
            <a:avLst/>
          </a:prstGeom>
          <a:noFill/>
          <a:ln>
            <a:noFill/>
          </a:ln>
        </p:spPr>
      </p:pic>
      <p:sp>
        <p:nvSpPr>
          <p:cNvPr id="436" name="Google Shape;436;p8"/>
          <p:cNvSpPr txBox="1"/>
          <p:nvPr/>
        </p:nvSpPr>
        <p:spPr>
          <a:xfrm>
            <a:off x="489748" y="956928"/>
            <a:ext cx="439059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Best Performing Keywords</a:t>
            </a:r>
            <a:endParaRPr b="1" i="0" sz="1400" u="none" cap="none" strike="noStrike">
              <a:solidFill>
                <a:srgbClr val="000000"/>
              </a:solidFill>
              <a:latin typeface="Arial"/>
              <a:ea typeface="Arial"/>
              <a:cs typeface="Arial"/>
              <a:sym typeface="Arial"/>
            </a:endParaRPr>
          </a:p>
        </p:txBody>
      </p:sp>
      <p:sp>
        <p:nvSpPr>
          <p:cNvPr id="437" name="Google Shape;437;p8"/>
          <p:cNvSpPr txBox="1"/>
          <p:nvPr/>
        </p:nvSpPr>
        <p:spPr>
          <a:xfrm>
            <a:off x="591171" y="1605516"/>
            <a:ext cx="3310978"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Keywords Those are on 1</a:t>
            </a:r>
            <a:r>
              <a:rPr b="0" baseline="30000" i="0" lang="en-US" sz="1400" u="none" cap="none" strike="noStrike">
                <a:solidFill>
                  <a:srgbClr val="000000"/>
                </a:solidFill>
                <a:latin typeface="Arial"/>
                <a:ea typeface="Arial"/>
                <a:cs typeface="Arial"/>
                <a:sym typeface="Arial"/>
              </a:rPr>
              <a:t>st</a:t>
            </a:r>
            <a:r>
              <a:rPr b="0" i="0" lang="en-US" sz="1400" u="none" cap="none" strike="noStrike">
                <a:solidFill>
                  <a:srgbClr val="000000"/>
                </a:solidFill>
                <a:latin typeface="Arial"/>
                <a:ea typeface="Arial"/>
                <a:cs typeface="Arial"/>
                <a:sym typeface="Arial"/>
              </a:rPr>
              <a:t> page helped increasing traffic on the website. Also, off page submissions and backlinking strategy helped to improve ranking position for high potential keywords</a:t>
            </a:r>
            <a:endParaRPr b="0" i="0" sz="1400" u="none" cap="none" strike="noStrike">
              <a:solidFill>
                <a:srgbClr val="000000"/>
              </a:solidFill>
              <a:latin typeface="Arial"/>
              <a:ea typeface="Arial"/>
              <a:cs typeface="Arial"/>
              <a:sym typeface="Arial"/>
            </a:endParaRPr>
          </a:p>
        </p:txBody>
      </p:sp>
      <p:sp>
        <p:nvSpPr>
          <p:cNvPr id="438" name="Google Shape;438;p8"/>
          <p:cNvSpPr txBox="1"/>
          <p:nvPr/>
        </p:nvSpPr>
        <p:spPr>
          <a:xfrm>
            <a:off x="4518837" y="1605516"/>
            <a:ext cx="7166344" cy="44012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pune old age home</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old age homes pune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old age homes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old age home at pune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old age home in pune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post operative nursing care in pune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post operative care in pune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post operative care homes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dementia care in pune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dementia care homes in pune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paralysis care centre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paralysis care centre in pune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geriatric nursing care in pune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senior retirement homes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old age care centre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best old age home</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dementia care homes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paralysis patient care centre</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geriatric care services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retirement homes in pune</a:t>
            </a:r>
            <a:endParaRPr b="0" i="0" sz="1400" u="none" cap="none" strike="noStrike">
              <a:solidFill>
                <a:srgbClr val="000000"/>
              </a:solidFill>
              <a:latin typeface="Arial"/>
              <a:ea typeface="Arial"/>
              <a:cs typeface="Arial"/>
              <a:sym typeface="Arial"/>
            </a:endParaRPr>
          </a:p>
        </p:txBody>
      </p:sp>
      <p:sp>
        <p:nvSpPr>
          <p:cNvPr id="439" name="Google Shape;439;p8"/>
          <p:cNvSpPr txBox="1"/>
          <p:nvPr/>
        </p:nvSpPr>
        <p:spPr>
          <a:xfrm>
            <a:off x="7687340" y="1605516"/>
            <a:ext cx="3050266"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retirement homes pune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nursing homes in pune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best old age home in pune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senior citizen retirement homes in pune</a:t>
            </a:r>
            <a:endParaRPr b="0" i="0" sz="1400" u="none" cap="none" strike="noStrike">
              <a:solidFill>
                <a:srgbClr val="000000"/>
              </a:solidFill>
              <a:latin typeface="Arial"/>
              <a:ea typeface="Arial"/>
              <a:cs typeface="Arial"/>
              <a:sym typeface="Arial"/>
            </a:endParaRPr>
          </a:p>
        </p:txBody>
      </p:sp>
      <p:sp>
        <p:nvSpPr>
          <p:cNvPr id="440" name="Google Shape;440;p8"/>
          <p:cNvSpPr txBox="1"/>
          <p:nvPr/>
        </p:nvSpPr>
        <p:spPr>
          <a:xfrm>
            <a:off x="5263116" y="956928"/>
            <a:ext cx="455073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Top Ranked Keywords – Ranked on 1</a:t>
            </a:r>
            <a:r>
              <a:rPr b="1" baseline="30000" i="0" lang="en-US" sz="1400" u="none" cap="none" strike="noStrike">
                <a:solidFill>
                  <a:srgbClr val="000000"/>
                </a:solidFill>
                <a:latin typeface="Arial"/>
                <a:ea typeface="Arial"/>
                <a:cs typeface="Arial"/>
                <a:sym typeface="Arial"/>
              </a:rPr>
              <a:t>st</a:t>
            </a:r>
            <a:r>
              <a:rPr b="1" i="0" lang="en-US" sz="1400" u="none" cap="none" strike="noStrike">
                <a:solidFill>
                  <a:srgbClr val="000000"/>
                </a:solidFill>
                <a:latin typeface="Arial"/>
                <a:ea typeface="Arial"/>
                <a:cs typeface="Arial"/>
                <a:sym typeface="Arial"/>
              </a:rPr>
              <a:t> Page</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4" name="Shape 444"/>
        <p:cNvGrpSpPr/>
        <p:nvPr/>
      </p:nvGrpSpPr>
      <p:grpSpPr>
        <a:xfrm>
          <a:off x="0" y="0"/>
          <a:ext cx="0" cy="0"/>
          <a:chOff x="0" y="0"/>
          <a:chExt cx="0" cy="0"/>
        </a:xfrm>
      </p:grpSpPr>
      <p:sp>
        <p:nvSpPr>
          <p:cNvPr id="445" name="Google Shape;445;p14"/>
          <p:cNvSpPr/>
          <p:nvPr/>
        </p:nvSpPr>
        <p:spPr>
          <a:xfrm>
            <a:off x="0" y="1485896"/>
            <a:ext cx="12192000" cy="3887031"/>
          </a:xfrm>
          <a:prstGeom prst="rect">
            <a:avLst/>
          </a:prstGeom>
          <a:solidFill>
            <a:srgbClr val="2F2F2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nvGrpSpPr>
          <p:cNvPr id="446" name="Google Shape;446;p14"/>
          <p:cNvGrpSpPr/>
          <p:nvPr/>
        </p:nvGrpSpPr>
        <p:grpSpPr>
          <a:xfrm>
            <a:off x="3569567" y="1031580"/>
            <a:ext cx="4395348" cy="4789293"/>
            <a:chOff x="646552" y="1040215"/>
            <a:chExt cx="4395348" cy="4789293"/>
          </a:xfrm>
        </p:grpSpPr>
        <p:grpSp>
          <p:nvGrpSpPr>
            <p:cNvPr id="447" name="Google Shape;447;p14"/>
            <p:cNvGrpSpPr/>
            <p:nvPr/>
          </p:nvGrpSpPr>
          <p:grpSpPr>
            <a:xfrm>
              <a:off x="4813300" y="1051938"/>
              <a:ext cx="228600" cy="4777570"/>
              <a:chOff x="4813300" y="1051938"/>
              <a:chExt cx="228600" cy="4777570"/>
            </a:xfrm>
          </p:grpSpPr>
          <p:sp>
            <p:nvSpPr>
              <p:cNvPr id="448" name="Google Shape;448;p14"/>
              <p:cNvSpPr/>
              <p:nvPr/>
            </p:nvSpPr>
            <p:spPr>
              <a:xfrm flipH="1" rot="10800000">
                <a:off x="4813300" y="5372308"/>
                <a:ext cx="228600" cy="45720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49" name="Google Shape;449;p14"/>
              <p:cNvSpPr/>
              <p:nvPr/>
            </p:nvSpPr>
            <p:spPr>
              <a:xfrm>
                <a:off x="4813300" y="1051938"/>
                <a:ext cx="228600" cy="45720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grpSp>
          <p:nvGrpSpPr>
            <p:cNvPr id="450" name="Google Shape;450;p14"/>
            <p:cNvGrpSpPr/>
            <p:nvPr/>
          </p:nvGrpSpPr>
          <p:grpSpPr>
            <a:xfrm>
              <a:off x="963604" y="1361661"/>
              <a:ext cx="3749694" cy="4134264"/>
              <a:chOff x="1041819" y="1123536"/>
              <a:chExt cx="3822341" cy="4214361"/>
            </a:xfrm>
          </p:grpSpPr>
          <p:sp>
            <p:nvSpPr>
              <p:cNvPr id="451" name="Google Shape;451;p14"/>
              <p:cNvSpPr/>
              <p:nvPr/>
            </p:nvSpPr>
            <p:spPr>
              <a:xfrm>
                <a:off x="2524940" y="4537479"/>
                <a:ext cx="383543" cy="494853"/>
              </a:xfrm>
              <a:custGeom>
                <a:rect b="b" l="l" r="r" t="t"/>
                <a:pathLst>
                  <a:path extrusionOk="0" h="126" w="101">
                    <a:moveTo>
                      <a:pt x="0" y="118"/>
                    </a:moveTo>
                    <a:cubicBezTo>
                      <a:pt x="0" y="120"/>
                      <a:pt x="1" y="126"/>
                      <a:pt x="2" y="126"/>
                    </a:cubicBezTo>
                    <a:cubicBezTo>
                      <a:pt x="2" y="126"/>
                      <a:pt x="14" y="126"/>
                      <a:pt x="28" y="126"/>
                    </a:cubicBezTo>
                    <a:cubicBezTo>
                      <a:pt x="36" y="126"/>
                      <a:pt x="43" y="126"/>
                      <a:pt x="50" y="126"/>
                    </a:cubicBezTo>
                    <a:cubicBezTo>
                      <a:pt x="57" y="126"/>
                      <a:pt x="65" y="126"/>
                      <a:pt x="72" y="126"/>
                    </a:cubicBezTo>
                    <a:cubicBezTo>
                      <a:pt x="86" y="126"/>
                      <a:pt x="98" y="126"/>
                      <a:pt x="98" y="126"/>
                    </a:cubicBezTo>
                    <a:cubicBezTo>
                      <a:pt x="100" y="126"/>
                      <a:pt x="100" y="120"/>
                      <a:pt x="100" y="118"/>
                    </a:cubicBezTo>
                    <a:cubicBezTo>
                      <a:pt x="101" y="107"/>
                      <a:pt x="100" y="97"/>
                      <a:pt x="90" y="91"/>
                    </a:cubicBezTo>
                    <a:cubicBezTo>
                      <a:pt x="87" y="88"/>
                      <a:pt x="78" y="85"/>
                      <a:pt x="73" y="82"/>
                    </a:cubicBezTo>
                    <a:cubicBezTo>
                      <a:pt x="68" y="80"/>
                      <a:pt x="60" y="73"/>
                      <a:pt x="64" y="67"/>
                    </a:cubicBezTo>
                    <a:cubicBezTo>
                      <a:pt x="67" y="62"/>
                      <a:pt x="75" y="65"/>
                      <a:pt x="78" y="59"/>
                    </a:cubicBezTo>
                    <a:cubicBezTo>
                      <a:pt x="79" y="58"/>
                      <a:pt x="77" y="56"/>
                      <a:pt x="77" y="51"/>
                    </a:cubicBezTo>
                    <a:cubicBezTo>
                      <a:pt x="77" y="47"/>
                      <a:pt x="77" y="31"/>
                      <a:pt x="76" y="26"/>
                    </a:cubicBezTo>
                    <a:cubicBezTo>
                      <a:pt x="73" y="19"/>
                      <a:pt x="70" y="12"/>
                      <a:pt x="63" y="7"/>
                    </a:cubicBezTo>
                    <a:cubicBezTo>
                      <a:pt x="53" y="0"/>
                      <a:pt x="38" y="4"/>
                      <a:pt x="30" y="14"/>
                    </a:cubicBezTo>
                    <a:cubicBezTo>
                      <a:pt x="23" y="25"/>
                      <a:pt x="24" y="39"/>
                      <a:pt x="24" y="51"/>
                    </a:cubicBezTo>
                    <a:cubicBezTo>
                      <a:pt x="23" y="56"/>
                      <a:pt x="21" y="58"/>
                      <a:pt x="22" y="59"/>
                    </a:cubicBezTo>
                    <a:cubicBezTo>
                      <a:pt x="25" y="64"/>
                      <a:pt x="33" y="63"/>
                      <a:pt x="36" y="67"/>
                    </a:cubicBezTo>
                    <a:cubicBezTo>
                      <a:pt x="41" y="72"/>
                      <a:pt x="32" y="80"/>
                      <a:pt x="28" y="82"/>
                    </a:cubicBezTo>
                    <a:cubicBezTo>
                      <a:pt x="22" y="85"/>
                      <a:pt x="14" y="88"/>
                      <a:pt x="10" y="91"/>
                    </a:cubicBezTo>
                    <a:cubicBezTo>
                      <a:pt x="1" y="97"/>
                      <a:pt x="0" y="107"/>
                      <a:pt x="0" y="118"/>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52" name="Google Shape;452;p14"/>
              <p:cNvSpPr/>
              <p:nvPr/>
            </p:nvSpPr>
            <p:spPr>
              <a:xfrm>
                <a:off x="2848267" y="4517199"/>
                <a:ext cx="331182" cy="515133"/>
              </a:xfrm>
              <a:custGeom>
                <a:rect b="b" l="l" r="r" t="t"/>
                <a:pathLst>
                  <a:path extrusionOk="0" h="131" w="87">
                    <a:moveTo>
                      <a:pt x="25" y="6"/>
                    </a:moveTo>
                    <a:cubicBezTo>
                      <a:pt x="32" y="6"/>
                      <a:pt x="38" y="9"/>
                      <a:pt x="41" y="15"/>
                    </a:cubicBezTo>
                    <a:cubicBezTo>
                      <a:pt x="42" y="18"/>
                      <a:pt x="42" y="20"/>
                      <a:pt x="41" y="24"/>
                    </a:cubicBezTo>
                    <a:cubicBezTo>
                      <a:pt x="41" y="26"/>
                      <a:pt x="41" y="30"/>
                      <a:pt x="41" y="34"/>
                    </a:cubicBezTo>
                    <a:cubicBezTo>
                      <a:pt x="41" y="37"/>
                      <a:pt x="41" y="37"/>
                      <a:pt x="41" y="37"/>
                    </a:cubicBezTo>
                    <a:cubicBezTo>
                      <a:pt x="44" y="38"/>
                      <a:pt x="44" y="38"/>
                      <a:pt x="44" y="38"/>
                    </a:cubicBezTo>
                    <a:cubicBezTo>
                      <a:pt x="44" y="38"/>
                      <a:pt x="44" y="39"/>
                      <a:pt x="44" y="40"/>
                    </a:cubicBezTo>
                    <a:cubicBezTo>
                      <a:pt x="43" y="41"/>
                      <a:pt x="43" y="41"/>
                      <a:pt x="42" y="42"/>
                    </a:cubicBezTo>
                    <a:cubicBezTo>
                      <a:pt x="40" y="43"/>
                      <a:pt x="38" y="45"/>
                      <a:pt x="37" y="48"/>
                    </a:cubicBezTo>
                    <a:cubicBezTo>
                      <a:pt x="37" y="49"/>
                      <a:pt x="37" y="49"/>
                      <a:pt x="37" y="50"/>
                    </a:cubicBezTo>
                    <a:cubicBezTo>
                      <a:pt x="36" y="54"/>
                      <a:pt x="34" y="61"/>
                      <a:pt x="35" y="66"/>
                    </a:cubicBezTo>
                    <a:cubicBezTo>
                      <a:pt x="36" y="75"/>
                      <a:pt x="41" y="82"/>
                      <a:pt x="50" y="85"/>
                    </a:cubicBezTo>
                    <a:cubicBezTo>
                      <a:pt x="56" y="88"/>
                      <a:pt x="64" y="93"/>
                      <a:pt x="70" y="97"/>
                    </a:cubicBezTo>
                    <a:cubicBezTo>
                      <a:pt x="77" y="102"/>
                      <a:pt x="79" y="118"/>
                      <a:pt x="78" y="125"/>
                    </a:cubicBezTo>
                    <a:cubicBezTo>
                      <a:pt x="31" y="125"/>
                      <a:pt x="31" y="125"/>
                      <a:pt x="31" y="125"/>
                    </a:cubicBezTo>
                    <a:cubicBezTo>
                      <a:pt x="31" y="125"/>
                      <a:pt x="31" y="125"/>
                      <a:pt x="31" y="125"/>
                    </a:cubicBezTo>
                    <a:cubicBezTo>
                      <a:pt x="31" y="124"/>
                      <a:pt x="31" y="124"/>
                      <a:pt x="31" y="124"/>
                    </a:cubicBezTo>
                    <a:cubicBezTo>
                      <a:pt x="32" y="117"/>
                      <a:pt x="33" y="95"/>
                      <a:pt x="14" y="82"/>
                    </a:cubicBezTo>
                    <a:cubicBezTo>
                      <a:pt x="13" y="81"/>
                      <a:pt x="11" y="80"/>
                      <a:pt x="9" y="79"/>
                    </a:cubicBezTo>
                    <a:cubicBezTo>
                      <a:pt x="13" y="76"/>
                      <a:pt x="15" y="71"/>
                      <a:pt x="16" y="66"/>
                    </a:cubicBezTo>
                    <a:cubicBezTo>
                      <a:pt x="16" y="61"/>
                      <a:pt x="15" y="54"/>
                      <a:pt x="14" y="50"/>
                    </a:cubicBezTo>
                    <a:cubicBezTo>
                      <a:pt x="14" y="49"/>
                      <a:pt x="14" y="49"/>
                      <a:pt x="14" y="48"/>
                    </a:cubicBezTo>
                    <a:cubicBezTo>
                      <a:pt x="13" y="45"/>
                      <a:pt x="11" y="43"/>
                      <a:pt x="9" y="42"/>
                    </a:cubicBezTo>
                    <a:cubicBezTo>
                      <a:pt x="7" y="41"/>
                      <a:pt x="7" y="41"/>
                      <a:pt x="7" y="40"/>
                    </a:cubicBezTo>
                    <a:cubicBezTo>
                      <a:pt x="7" y="39"/>
                      <a:pt x="7" y="39"/>
                      <a:pt x="8" y="37"/>
                    </a:cubicBezTo>
                    <a:cubicBezTo>
                      <a:pt x="8" y="35"/>
                      <a:pt x="10" y="33"/>
                      <a:pt x="9" y="29"/>
                    </a:cubicBezTo>
                    <a:cubicBezTo>
                      <a:pt x="9" y="28"/>
                      <a:pt x="9" y="26"/>
                      <a:pt x="9" y="25"/>
                    </a:cubicBezTo>
                    <a:cubicBezTo>
                      <a:pt x="8" y="21"/>
                      <a:pt x="8" y="19"/>
                      <a:pt x="9" y="17"/>
                    </a:cubicBezTo>
                    <a:cubicBezTo>
                      <a:pt x="10" y="13"/>
                      <a:pt x="13" y="9"/>
                      <a:pt x="17" y="7"/>
                    </a:cubicBezTo>
                    <a:cubicBezTo>
                      <a:pt x="20" y="6"/>
                      <a:pt x="22" y="6"/>
                      <a:pt x="25" y="6"/>
                    </a:cubicBezTo>
                    <a:moveTo>
                      <a:pt x="25" y="0"/>
                    </a:moveTo>
                    <a:cubicBezTo>
                      <a:pt x="21" y="0"/>
                      <a:pt x="18" y="0"/>
                      <a:pt x="14" y="2"/>
                    </a:cubicBezTo>
                    <a:cubicBezTo>
                      <a:pt x="9" y="5"/>
                      <a:pt x="5" y="9"/>
                      <a:pt x="3" y="15"/>
                    </a:cubicBezTo>
                    <a:cubicBezTo>
                      <a:pt x="1" y="20"/>
                      <a:pt x="3" y="24"/>
                      <a:pt x="3" y="30"/>
                    </a:cubicBezTo>
                    <a:cubicBezTo>
                      <a:pt x="4" y="34"/>
                      <a:pt x="0" y="36"/>
                      <a:pt x="1" y="41"/>
                    </a:cubicBezTo>
                    <a:cubicBezTo>
                      <a:pt x="2" y="47"/>
                      <a:pt x="7" y="47"/>
                      <a:pt x="8" y="49"/>
                    </a:cubicBezTo>
                    <a:cubicBezTo>
                      <a:pt x="8" y="52"/>
                      <a:pt x="10" y="60"/>
                      <a:pt x="10" y="66"/>
                    </a:cubicBezTo>
                    <a:cubicBezTo>
                      <a:pt x="9" y="71"/>
                      <a:pt x="6" y="75"/>
                      <a:pt x="1" y="78"/>
                    </a:cubicBezTo>
                    <a:cubicBezTo>
                      <a:pt x="0" y="80"/>
                      <a:pt x="0" y="81"/>
                      <a:pt x="2" y="82"/>
                    </a:cubicBezTo>
                    <a:cubicBezTo>
                      <a:pt x="5" y="84"/>
                      <a:pt x="9" y="86"/>
                      <a:pt x="11" y="87"/>
                    </a:cubicBezTo>
                    <a:cubicBezTo>
                      <a:pt x="27" y="98"/>
                      <a:pt x="26" y="117"/>
                      <a:pt x="25" y="124"/>
                    </a:cubicBezTo>
                    <a:cubicBezTo>
                      <a:pt x="25" y="124"/>
                      <a:pt x="25" y="124"/>
                      <a:pt x="25" y="124"/>
                    </a:cubicBezTo>
                    <a:cubicBezTo>
                      <a:pt x="25" y="126"/>
                      <a:pt x="25" y="128"/>
                      <a:pt x="25" y="130"/>
                    </a:cubicBezTo>
                    <a:cubicBezTo>
                      <a:pt x="25" y="131"/>
                      <a:pt x="25" y="131"/>
                      <a:pt x="26" y="131"/>
                    </a:cubicBezTo>
                    <a:cubicBezTo>
                      <a:pt x="28" y="131"/>
                      <a:pt x="28" y="131"/>
                      <a:pt x="28" y="131"/>
                    </a:cubicBezTo>
                    <a:cubicBezTo>
                      <a:pt x="83" y="131"/>
                      <a:pt x="83" y="131"/>
                      <a:pt x="83" y="131"/>
                    </a:cubicBezTo>
                    <a:cubicBezTo>
                      <a:pt x="85" y="131"/>
                      <a:pt x="87" y="101"/>
                      <a:pt x="74" y="92"/>
                    </a:cubicBezTo>
                    <a:cubicBezTo>
                      <a:pt x="67" y="88"/>
                      <a:pt x="59" y="83"/>
                      <a:pt x="52" y="80"/>
                    </a:cubicBezTo>
                    <a:cubicBezTo>
                      <a:pt x="45" y="77"/>
                      <a:pt x="42" y="71"/>
                      <a:pt x="41" y="66"/>
                    </a:cubicBezTo>
                    <a:cubicBezTo>
                      <a:pt x="40" y="60"/>
                      <a:pt x="42" y="52"/>
                      <a:pt x="43" y="49"/>
                    </a:cubicBezTo>
                    <a:cubicBezTo>
                      <a:pt x="43" y="47"/>
                      <a:pt x="49" y="47"/>
                      <a:pt x="50" y="41"/>
                    </a:cubicBezTo>
                    <a:cubicBezTo>
                      <a:pt x="50" y="39"/>
                      <a:pt x="50" y="34"/>
                      <a:pt x="47" y="33"/>
                    </a:cubicBezTo>
                    <a:cubicBezTo>
                      <a:pt x="46" y="25"/>
                      <a:pt x="50" y="20"/>
                      <a:pt x="46" y="12"/>
                    </a:cubicBezTo>
                    <a:cubicBezTo>
                      <a:pt x="42" y="4"/>
                      <a:pt x="34" y="0"/>
                      <a:pt x="25" y="0"/>
                    </a:cubicBezTo>
                    <a:close/>
                  </a:path>
                </a:pathLst>
              </a:custGeom>
              <a:noFill/>
              <a:ln cap="flat"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53" name="Google Shape;453;p14"/>
              <p:cNvSpPr/>
              <p:nvPr/>
            </p:nvSpPr>
            <p:spPr>
              <a:xfrm>
                <a:off x="1828540" y="4572633"/>
                <a:ext cx="464702" cy="470516"/>
              </a:xfrm>
              <a:custGeom>
                <a:rect b="b" l="l" r="r" t="t"/>
                <a:pathLst>
                  <a:path extrusionOk="0" h="120" w="122">
                    <a:moveTo>
                      <a:pt x="61" y="6"/>
                    </a:moveTo>
                    <a:cubicBezTo>
                      <a:pt x="69" y="6"/>
                      <a:pt x="75" y="7"/>
                      <a:pt x="82" y="9"/>
                    </a:cubicBezTo>
                    <a:cubicBezTo>
                      <a:pt x="89" y="12"/>
                      <a:pt x="94" y="15"/>
                      <a:pt x="99" y="20"/>
                    </a:cubicBezTo>
                    <a:cubicBezTo>
                      <a:pt x="104" y="24"/>
                      <a:pt x="109" y="30"/>
                      <a:pt x="112" y="37"/>
                    </a:cubicBezTo>
                    <a:cubicBezTo>
                      <a:pt x="115" y="44"/>
                      <a:pt x="116" y="52"/>
                      <a:pt x="116" y="61"/>
                    </a:cubicBezTo>
                    <a:cubicBezTo>
                      <a:pt x="116" y="63"/>
                      <a:pt x="116" y="64"/>
                      <a:pt x="116" y="67"/>
                    </a:cubicBezTo>
                    <a:cubicBezTo>
                      <a:pt x="116" y="69"/>
                      <a:pt x="115" y="71"/>
                      <a:pt x="115" y="74"/>
                    </a:cubicBezTo>
                    <a:cubicBezTo>
                      <a:pt x="114" y="76"/>
                      <a:pt x="114" y="79"/>
                      <a:pt x="113" y="81"/>
                    </a:cubicBezTo>
                    <a:cubicBezTo>
                      <a:pt x="112" y="84"/>
                      <a:pt x="110" y="86"/>
                      <a:pt x="109" y="89"/>
                    </a:cubicBezTo>
                    <a:cubicBezTo>
                      <a:pt x="107" y="91"/>
                      <a:pt x="105" y="92"/>
                      <a:pt x="102" y="94"/>
                    </a:cubicBezTo>
                    <a:cubicBezTo>
                      <a:pt x="100" y="95"/>
                      <a:pt x="97" y="96"/>
                      <a:pt x="93" y="96"/>
                    </a:cubicBezTo>
                    <a:cubicBezTo>
                      <a:pt x="91" y="96"/>
                      <a:pt x="88" y="95"/>
                      <a:pt x="87" y="95"/>
                    </a:cubicBezTo>
                    <a:cubicBezTo>
                      <a:pt x="85" y="94"/>
                      <a:pt x="83" y="93"/>
                      <a:pt x="82" y="92"/>
                    </a:cubicBezTo>
                    <a:cubicBezTo>
                      <a:pt x="81" y="91"/>
                      <a:pt x="81" y="90"/>
                      <a:pt x="80" y="88"/>
                    </a:cubicBezTo>
                    <a:cubicBezTo>
                      <a:pt x="79" y="87"/>
                      <a:pt x="79" y="86"/>
                      <a:pt x="79" y="84"/>
                    </a:cubicBezTo>
                    <a:cubicBezTo>
                      <a:pt x="76" y="87"/>
                      <a:pt x="72" y="90"/>
                      <a:pt x="68" y="91"/>
                    </a:cubicBezTo>
                    <a:cubicBezTo>
                      <a:pt x="64" y="93"/>
                      <a:pt x="59" y="94"/>
                      <a:pt x="54" y="94"/>
                    </a:cubicBezTo>
                    <a:cubicBezTo>
                      <a:pt x="47" y="94"/>
                      <a:pt x="42" y="92"/>
                      <a:pt x="38" y="88"/>
                    </a:cubicBezTo>
                    <a:cubicBezTo>
                      <a:pt x="34" y="84"/>
                      <a:pt x="32" y="79"/>
                      <a:pt x="32" y="73"/>
                    </a:cubicBezTo>
                    <a:cubicBezTo>
                      <a:pt x="32" y="69"/>
                      <a:pt x="33" y="66"/>
                      <a:pt x="34" y="63"/>
                    </a:cubicBezTo>
                    <a:cubicBezTo>
                      <a:pt x="36" y="60"/>
                      <a:pt x="38" y="58"/>
                      <a:pt x="41" y="56"/>
                    </a:cubicBezTo>
                    <a:cubicBezTo>
                      <a:pt x="43" y="55"/>
                      <a:pt x="46" y="53"/>
                      <a:pt x="49" y="53"/>
                    </a:cubicBezTo>
                    <a:cubicBezTo>
                      <a:pt x="52" y="52"/>
                      <a:pt x="56" y="52"/>
                      <a:pt x="59" y="52"/>
                    </a:cubicBezTo>
                    <a:cubicBezTo>
                      <a:pt x="63" y="52"/>
                      <a:pt x="66" y="52"/>
                      <a:pt x="69" y="53"/>
                    </a:cubicBezTo>
                    <a:cubicBezTo>
                      <a:pt x="71" y="53"/>
                      <a:pt x="73" y="54"/>
                      <a:pt x="75" y="55"/>
                    </a:cubicBezTo>
                    <a:cubicBezTo>
                      <a:pt x="75" y="52"/>
                      <a:pt x="74" y="50"/>
                      <a:pt x="74" y="48"/>
                    </a:cubicBezTo>
                    <a:cubicBezTo>
                      <a:pt x="73" y="46"/>
                      <a:pt x="73" y="45"/>
                      <a:pt x="71" y="43"/>
                    </a:cubicBezTo>
                    <a:cubicBezTo>
                      <a:pt x="70" y="42"/>
                      <a:pt x="69" y="41"/>
                      <a:pt x="67" y="40"/>
                    </a:cubicBezTo>
                    <a:cubicBezTo>
                      <a:pt x="64" y="39"/>
                      <a:pt x="62" y="39"/>
                      <a:pt x="59" y="39"/>
                    </a:cubicBezTo>
                    <a:cubicBezTo>
                      <a:pt x="55" y="39"/>
                      <a:pt x="51" y="40"/>
                      <a:pt x="48" y="41"/>
                    </a:cubicBezTo>
                    <a:cubicBezTo>
                      <a:pt x="47" y="41"/>
                      <a:pt x="46" y="41"/>
                      <a:pt x="46" y="42"/>
                    </a:cubicBezTo>
                    <a:cubicBezTo>
                      <a:pt x="45" y="42"/>
                      <a:pt x="44" y="42"/>
                      <a:pt x="43" y="42"/>
                    </a:cubicBezTo>
                    <a:cubicBezTo>
                      <a:pt x="41" y="42"/>
                      <a:pt x="38" y="41"/>
                      <a:pt x="37" y="38"/>
                    </a:cubicBezTo>
                    <a:cubicBezTo>
                      <a:pt x="37" y="38"/>
                      <a:pt x="37" y="38"/>
                      <a:pt x="37" y="38"/>
                    </a:cubicBezTo>
                    <a:cubicBezTo>
                      <a:pt x="36" y="35"/>
                      <a:pt x="38" y="32"/>
                      <a:pt x="40" y="31"/>
                    </a:cubicBezTo>
                    <a:cubicBezTo>
                      <a:pt x="46" y="28"/>
                      <a:pt x="53" y="26"/>
                      <a:pt x="61" y="26"/>
                    </a:cubicBezTo>
                    <a:cubicBezTo>
                      <a:pt x="68" y="26"/>
                      <a:pt x="73" y="27"/>
                      <a:pt x="76" y="29"/>
                    </a:cubicBezTo>
                    <a:cubicBezTo>
                      <a:pt x="80" y="31"/>
                      <a:pt x="83" y="33"/>
                      <a:pt x="84" y="36"/>
                    </a:cubicBezTo>
                    <a:cubicBezTo>
                      <a:pt x="86" y="39"/>
                      <a:pt x="87" y="43"/>
                      <a:pt x="88" y="46"/>
                    </a:cubicBezTo>
                    <a:cubicBezTo>
                      <a:pt x="88" y="50"/>
                      <a:pt x="88" y="53"/>
                      <a:pt x="88" y="57"/>
                    </a:cubicBezTo>
                    <a:cubicBezTo>
                      <a:pt x="88" y="68"/>
                      <a:pt x="88" y="68"/>
                      <a:pt x="88" y="68"/>
                    </a:cubicBezTo>
                    <a:cubicBezTo>
                      <a:pt x="88" y="71"/>
                      <a:pt x="88" y="73"/>
                      <a:pt x="88" y="75"/>
                    </a:cubicBezTo>
                    <a:cubicBezTo>
                      <a:pt x="89" y="77"/>
                      <a:pt x="89" y="79"/>
                      <a:pt x="89" y="80"/>
                    </a:cubicBezTo>
                    <a:cubicBezTo>
                      <a:pt x="90" y="82"/>
                      <a:pt x="91" y="83"/>
                      <a:pt x="92" y="84"/>
                    </a:cubicBezTo>
                    <a:cubicBezTo>
                      <a:pt x="92" y="85"/>
                      <a:pt x="94" y="86"/>
                      <a:pt x="95" y="86"/>
                    </a:cubicBezTo>
                    <a:cubicBezTo>
                      <a:pt x="96" y="86"/>
                      <a:pt x="96" y="86"/>
                      <a:pt x="96" y="86"/>
                    </a:cubicBezTo>
                    <a:cubicBezTo>
                      <a:pt x="98" y="85"/>
                      <a:pt x="100" y="84"/>
                      <a:pt x="102" y="82"/>
                    </a:cubicBezTo>
                    <a:cubicBezTo>
                      <a:pt x="103" y="81"/>
                      <a:pt x="104" y="78"/>
                      <a:pt x="105" y="76"/>
                    </a:cubicBezTo>
                    <a:cubicBezTo>
                      <a:pt x="106" y="73"/>
                      <a:pt x="106" y="71"/>
                      <a:pt x="106" y="68"/>
                    </a:cubicBezTo>
                    <a:cubicBezTo>
                      <a:pt x="107" y="65"/>
                      <a:pt x="107" y="63"/>
                      <a:pt x="107" y="61"/>
                    </a:cubicBezTo>
                    <a:cubicBezTo>
                      <a:pt x="107" y="54"/>
                      <a:pt x="106" y="48"/>
                      <a:pt x="104" y="42"/>
                    </a:cubicBezTo>
                    <a:cubicBezTo>
                      <a:pt x="101" y="37"/>
                      <a:pt x="98" y="32"/>
                      <a:pt x="94" y="28"/>
                    </a:cubicBezTo>
                    <a:cubicBezTo>
                      <a:pt x="90" y="24"/>
                      <a:pt x="85" y="21"/>
                      <a:pt x="80" y="18"/>
                    </a:cubicBezTo>
                    <a:cubicBezTo>
                      <a:pt x="74" y="16"/>
                      <a:pt x="68" y="15"/>
                      <a:pt x="61" y="15"/>
                    </a:cubicBezTo>
                    <a:cubicBezTo>
                      <a:pt x="54" y="15"/>
                      <a:pt x="48" y="16"/>
                      <a:pt x="42" y="18"/>
                    </a:cubicBezTo>
                    <a:cubicBezTo>
                      <a:pt x="36" y="20"/>
                      <a:pt x="32" y="24"/>
                      <a:pt x="28" y="28"/>
                    </a:cubicBezTo>
                    <a:cubicBezTo>
                      <a:pt x="24" y="32"/>
                      <a:pt x="21" y="36"/>
                      <a:pt x="18" y="42"/>
                    </a:cubicBezTo>
                    <a:cubicBezTo>
                      <a:pt x="16" y="48"/>
                      <a:pt x="15" y="54"/>
                      <a:pt x="15" y="60"/>
                    </a:cubicBezTo>
                    <a:cubicBezTo>
                      <a:pt x="15" y="66"/>
                      <a:pt x="16" y="72"/>
                      <a:pt x="18" y="78"/>
                    </a:cubicBezTo>
                    <a:cubicBezTo>
                      <a:pt x="20" y="83"/>
                      <a:pt x="23" y="88"/>
                      <a:pt x="27" y="92"/>
                    </a:cubicBezTo>
                    <a:cubicBezTo>
                      <a:pt x="31" y="96"/>
                      <a:pt x="35" y="100"/>
                      <a:pt x="41" y="102"/>
                    </a:cubicBezTo>
                    <a:cubicBezTo>
                      <a:pt x="46" y="104"/>
                      <a:pt x="52" y="106"/>
                      <a:pt x="59" y="106"/>
                    </a:cubicBezTo>
                    <a:cubicBezTo>
                      <a:pt x="64" y="106"/>
                      <a:pt x="68" y="105"/>
                      <a:pt x="71" y="104"/>
                    </a:cubicBezTo>
                    <a:cubicBezTo>
                      <a:pt x="73" y="103"/>
                      <a:pt x="75" y="103"/>
                      <a:pt x="77" y="102"/>
                    </a:cubicBezTo>
                    <a:cubicBezTo>
                      <a:pt x="78" y="102"/>
                      <a:pt x="78" y="102"/>
                      <a:pt x="79" y="102"/>
                    </a:cubicBezTo>
                    <a:cubicBezTo>
                      <a:pt x="81" y="102"/>
                      <a:pt x="82" y="103"/>
                      <a:pt x="83" y="105"/>
                    </a:cubicBezTo>
                    <a:cubicBezTo>
                      <a:pt x="84" y="107"/>
                      <a:pt x="82" y="109"/>
                      <a:pt x="80" y="110"/>
                    </a:cubicBezTo>
                    <a:cubicBezTo>
                      <a:pt x="77" y="111"/>
                      <a:pt x="74" y="112"/>
                      <a:pt x="72" y="113"/>
                    </a:cubicBezTo>
                    <a:cubicBezTo>
                      <a:pt x="67" y="114"/>
                      <a:pt x="63" y="114"/>
                      <a:pt x="58" y="114"/>
                    </a:cubicBezTo>
                    <a:cubicBezTo>
                      <a:pt x="51" y="114"/>
                      <a:pt x="44" y="113"/>
                      <a:pt x="38" y="111"/>
                    </a:cubicBezTo>
                    <a:cubicBezTo>
                      <a:pt x="32" y="108"/>
                      <a:pt x="26" y="104"/>
                      <a:pt x="21" y="100"/>
                    </a:cubicBezTo>
                    <a:cubicBezTo>
                      <a:pt x="17" y="95"/>
                      <a:pt x="13" y="89"/>
                      <a:pt x="10" y="82"/>
                    </a:cubicBezTo>
                    <a:cubicBezTo>
                      <a:pt x="7" y="76"/>
                      <a:pt x="6" y="68"/>
                      <a:pt x="6" y="60"/>
                    </a:cubicBezTo>
                    <a:cubicBezTo>
                      <a:pt x="6" y="51"/>
                      <a:pt x="7" y="43"/>
                      <a:pt x="10" y="37"/>
                    </a:cubicBezTo>
                    <a:cubicBezTo>
                      <a:pt x="14" y="30"/>
                      <a:pt x="18" y="24"/>
                      <a:pt x="23" y="20"/>
                    </a:cubicBezTo>
                    <a:cubicBezTo>
                      <a:pt x="28" y="15"/>
                      <a:pt x="34" y="12"/>
                      <a:pt x="40" y="10"/>
                    </a:cubicBezTo>
                    <a:cubicBezTo>
                      <a:pt x="47" y="7"/>
                      <a:pt x="54" y="6"/>
                      <a:pt x="61" y="6"/>
                    </a:cubicBezTo>
                    <a:moveTo>
                      <a:pt x="56" y="83"/>
                    </a:moveTo>
                    <a:cubicBezTo>
                      <a:pt x="58" y="83"/>
                      <a:pt x="59" y="82"/>
                      <a:pt x="62" y="82"/>
                    </a:cubicBezTo>
                    <a:cubicBezTo>
                      <a:pt x="64" y="82"/>
                      <a:pt x="66" y="81"/>
                      <a:pt x="68" y="80"/>
                    </a:cubicBezTo>
                    <a:cubicBezTo>
                      <a:pt x="70" y="79"/>
                      <a:pt x="72" y="78"/>
                      <a:pt x="73" y="76"/>
                    </a:cubicBezTo>
                    <a:cubicBezTo>
                      <a:pt x="74" y="75"/>
                      <a:pt x="75" y="73"/>
                      <a:pt x="75" y="71"/>
                    </a:cubicBezTo>
                    <a:cubicBezTo>
                      <a:pt x="75" y="65"/>
                      <a:pt x="75" y="65"/>
                      <a:pt x="75" y="65"/>
                    </a:cubicBezTo>
                    <a:cubicBezTo>
                      <a:pt x="73" y="65"/>
                      <a:pt x="71" y="64"/>
                      <a:pt x="68" y="63"/>
                    </a:cubicBezTo>
                    <a:cubicBezTo>
                      <a:pt x="65" y="63"/>
                      <a:pt x="62" y="62"/>
                      <a:pt x="59" y="62"/>
                    </a:cubicBezTo>
                    <a:cubicBezTo>
                      <a:pt x="55" y="62"/>
                      <a:pt x="52" y="63"/>
                      <a:pt x="49" y="65"/>
                    </a:cubicBezTo>
                    <a:cubicBezTo>
                      <a:pt x="47" y="67"/>
                      <a:pt x="46" y="69"/>
                      <a:pt x="46" y="73"/>
                    </a:cubicBezTo>
                    <a:cubicBezTo>
                      <a:pt x="46" y="76"/>
                      <a:pt x="46" y="78"/>
                      <a:pt x="48" y="80"/>
                    </a:cubicBezTo>
                    <a:cubicBezTo>
                      <a:pt x="50" y="82"/>
                      <a:pt x="52" y="83"/>
                      <a:pt x="56" y="83"/>
                    </a:cubicBezTo>
                    <a:moveTo>
                      <a:pt x="61" y="0"/>
                    </a:moveTo>
                    <a:cubicBezTo>
                      <a:pt x="53" y="0"/>
                      <a:pt x="46" y="1"/>
                      <a:pt x="38" y="4"/>
                    </a:cubicBezTo>
                    <a:cubicBezTo>
                      <a:pt x="31" y="6"/>
                      <a:pt x="24" y="10"/>
                      <a:pt x="19" y="15"/>
                    </a:cubicBezTo>
                    <a:cubicBezTo>
                      <a:pt x="13" y="20"/>
                      <a:pt x="8" y="27"/>
                      <a:pt x="5" y="34"/>
                    </a:cubicBezTo>
                    <a:cubicBezTo>
                      <a:pt x="2" y="42"/>
                      <a:pt x="0" y="50"/>
                      <a:pt x="0" y="60"/>
                    </a:cubicBezTo>
                    <a:cubicBezTo>
                      <a:pt x="0" y="69"/>
                      <a:pt x="1" y="77"/>
                      <a:pt x="4" y="85"/>
                    </a:cubicBezTo>
                    <a:cubicBezTo>
                      <a:pt x="8" y="92"/>
                      <a:pt x="12" y="99"/>
                      <a:pt x="17" y="104"/>
                    </a:cubicBezTo>
                    <a:cubicBezTo>
                      <a:pt x="22" y="109"/>
                      <a:pt x="29" y="113"/>
                      <a:pt x="36" y="116"/>
                    </a:cubicBezTo>
                    <a:cubicBezTo>
                      <a:pt x="43" y="119"/>
                      <a:pt x="50" y="120"/>
                      <a:pt x="58" y="120"/>
                    </a:cubicBezTo>
                    <a:cubicBezTo>
                      <a:pt x="63" y="120"/>
                      <a:pt x="68" y="120"/>
                      <a:pt x="73" y="119"/>
                    </a:cubicBezTo>
                    <a:cubicBezTo>
                      <a:pt x="76" y="118"/>
                      <a:pt x="79" y="117"/>
                      <a:pt x="82" y="116"/>
                    </a:cubicBezTo>
                    <a:cubicBezTo>
                      <a:pt x="88" y="114"/>
                      <a:pt x="90" y="108"/>
                      <a:pt x="89" y="103"/>
                    </a:cubicBezTo>
                    <a:cubicBezTo>
                      <a:pt x="88" y="102"/>
                      <a:pt x="88" y="102"/>
                      <a:pt x="88" y="101"/>
                    </a:cubicBezTo>
                    <a:cubicBezTo>
                      <a:pt x="90" y="101"/>
                      <a:pt x="91" y="102"/>
                      <a:pt x="93" y="102"/>
                    </a:cubicBezTo>
                    <a:cubicBezTo>
                      <a:pt x="98" y="102"/>
                      <a:pt x="102" y="101"/>
                      <a:pt x="105" y="99"/>
                    </a:cubicBezTo>
                    <a:cubicBezTo>
                      <a:pt x="108" y="97"/>
                      <a:pt x="111" y="95"/>
                      <a:pt x="114" y="92"/>
                    </a:cubicBezTo>
                    <a:cubicBezTo>
                      <a:pt x="116" y="90"/>
                      <a:pt x="117" y="87"/>
                      <a:pt x="118" y="84"/>
                    </a:cubicBezTo>
                    <a:cubicBezTo>
                      <a:pt x="119" y="81"/>
                      <a:pt x="120" y="78"/>
                      <a:pt x="121" y="75"/>
                    </a:cubicBezTo>
                    <a:cubicBezTo>
                      <a:pt x="121" y="72"/>
                      <a:pt x="122" y="70"/>
                      <a:pt x="122" y="67"/>
                    </a:cubicBezTo>
                    <a:cubicBezTo>
                      <a:pt x="122" y="65"/>
                      <a:pt x="122" y="63"/>
                      <a:pt x="122" y="61"/>
                    </a:cubicBezTo>
                    <a:cubicBezTo>
                      <a:pt x="122" y="51"/>
                      <a:pt x="120" y="42"/>
                      <a:pt x="117" y="35"/>
                    </a:cubicBezTo>
                    <a:cubicBezTo>
                      <a:pt x="114" y="27"/>
                      <a:pt x="109" y="20"/>
                      <a:pt x="103" y="15"/>
                    </a:cubicBezTo>
                    <a:cubicBezTo>
                      <a:pt x="98" y="10"/>
                      <a:pt x="91" y="6"/>
                      <a:pt x="84" y="4"/>
                    </a:cubicBezTo>
                    <a:cubicBezTo>
                      <a:pt x="77" y="1"/>
                      <a:pt x="69" y="0"/>
                      <a:pt x="61" y="0"/>
                    </a:cubicBezTo>
                    <a:close/>
                    <a:moveTo>
                      <a:pt x="96" y="80"/>
                    </a:moveTo>
                    <a:cubicBezTo>
                      <a:pt x="95" y="79"/>
                      <a:pt x="95" y="79"/>
                      <a:pt x="95" y="78"/>
                    </a:cubicBezTo>
                    <a:cubicBezTo>
                      <a:pt x="95" y="77"/>
                      <a:pt x="95" y="76"/>
                      <a:pt x="94" y="74"/>
                    </a:cubicBezTo>
                    <a:cubicBezTo>
                      <a:pt x="94" y="72"/>
                      <a:pt x="94" y="70"/>
                      <a:pt x="94" y="68"/>
                    </a:cubicBezTo>
                    <a:cubicBezTo>
                      <a:pt x="94" y="57"/>
                      <a:pt x="94" y="57"/>
                      <a:pt x="94" y="57"/>
                    </a:cubicBezTo>
                    <a:cubicBezTo>
                      <a:pt x="94" y="53"/>
                      <a:pt x="94" y="50"/>
                      <a:pt x="94" y="46"/>
                    </a:cubicBezTo>
                    <a:cubicBezTo>
                      <a:pt x="93" y="41"/>
                      <a:pt x="92" y="37"/>
                      <a:pt x="90" y="33"/>
                    </a:cubicBezTo>
                    <a:cubicBezTo>
                      <a:pt x="89" y="32"/>
                      <a:pt x="87" y="30"/>
                      <a:pt x="86" y="29"/>
                    </a:cubicBezTo>
                    <a:cubicBezTo>
                      <a:pt x="87" y="30"/>
                      <a:pt x="89" y="31"/>
                      <a:pt x="90" y="32"/>
                    </a:cubicBezTo>
                    <a:cubicBezTo>
                      <a:pt x="93" y="36"/>
                      <a:pt x="96" y="40"/>
                      <a:pt x="98" y="45"/>
                    </a:cubicBezTo>
                    <a:cubicBezTo>
                      <a:pt x="100" y="50"/>
                      <a:pt x="101" y="55"/>
                      <a:pt x="101" y="61"/>
                    </a:cubicBezTo>
                    <a:cubicBezTo>
                      <a:pt x="101" y="62"/>
                      <a:pt x="101" y="65"/>
                      <a:pt x="100" y="67"/>
                    </a:cubicBezTo>
                    <a:cubicBezTo>
                      <a:pt x="100" y="70"/>
                      <a:pt x="100" y="72"/>
                      <a:pt x="99" y="74"/>
                    </a:cubicBezTo>
                    <a:cubicBezTo>
                      <a:pt x="99" y="76"/>
                      <a:pt x="98" y="78"/>
                      <a:pt x="97" y="79"/>
                    </a:cubicBezTo>
                    <a:cubicBezTo>
                      <a:pt x="96" y="79"/>
                      <a:pt x="96" y="80"/>
                      <a:pt x="96" y="80"/>
                    </a:cubicBezTo>
                    <a:cubicBezTo>
                      <a:pt x="96" y="80"/>
                      <a:pt x="96" y="80"/>
                      <a:pt x="96" y="80"/>
                    </a:cubicBezTo>
                    <a:close/>
                    <a:moveTo>
                      <a:pt x="28" y="84"/>
                    </a:moveTo>
                    <a:cubicBezTo>
                      <a:pt x="26" y="81"/>
                      <a:pt x="25" y="79"/>
                      <a:pt x="24" y="76"/>
                    </a:cubicBezTo>
                    <a:cubicBezTo>
                      <a:pt x="22" y="71"/>
                      <a:pt x="21" y="66"/>
                      <a:pt x="21" y="60"/>
                    </a:cubicBezTo>
                    <a:cubicBezTo>
                      <a:pt x="21" y="54"/>
                      <a:pt x="22" y="49"/>
                      <a:pt x="24" y="44"/>
                    </a:cubicBezTo>
                    <a:cubicBezTo>
                      <a:pt x="26" y="40"/>
                      <a:pt x="28" y="36"/>
                      <a:pt x="32" y="32"/>
                    </a:cubicBezTo>
                    <a:cubicBezTo>
                      <a:pt x="31" y="35"/>
                      <a:pt x="31" y="37"/>
                      <a:pt x="32" y="40"/>
                    </a:cubicBezTo>
                    <a:cubicBezTo>
                      <a:pt x="32" y="40"/>
                      <a:pt x="32" y="40"/>
                      <a:pt x="32" y="40"/>
                    </a:cubicBezTo>
                    <a:cubicBezTo>
                      <a:pt x="33" y="45"/>
                      <a:pt x="38" y="48"/>
                      <a:pt x="43" y="48"/>
                    </a:cubicBezTo>
                    <a:cubicBezTo>
                      <a:pt x="43" y="48"/>
                      <a:pt x="43" y="48"/>
                      <a:pt x="43" y="48"/>
                    </a:cubicBezTo>
                    <a:cubicBezTo>
                      <a:pt x="41" y="49"/>
                      <a:pt x="39" y="50"/>
                      <a:pt x="37" y="51"/>
                    </a:cubicBezTo>
                    <a:cubicBezTo>
                      <a:pt x="34" y="54"/>
                      <a:pt x="31" y="56"/>
                      <a:pt x="29" y="60"/>
                    </a:cubicBezTo>
                    <a:cubicBezTo>
                      <a:pt x="27" y="64"/>
                      <a:pt x="26" y="68"/>
                      <a:pt x="26" y="73"/>
                    </a:cubicBezTo>
                    <a:cubicBezTo>
                      <a:pt x="26" y="77"/>
                      <a:pt x="27" y="80"/>
                      <a:pt x="28" y="84"/>
                    </a:cubicBezTo>
                    <a:close/>
                    <a:moveTo>
                      <a:pt x="49" y="47"/>
                    </a:moveTo>
                    <a:cubicBezTo>
                      <a:pt x="49" y="46"/>
                      <a:pt x="50" y="46"/>
                      <a:pt x="50" y="46"/>
                    </a:cubicBezTo>
                    <a:cubicBezTo>
                      <a:pt x="52" y="45"/>
                      <a:pt x="55" y="45"/>
                      <a:pt x="59" y="45"/>
                    </a:cubicBezTo>
                    <a:cubicBezTo>
                      <a:pt x="62" y="45"/>
                      <a:pt x="63" y="45"/>
                      <a:pt x="64" y="46"/>
                    </a:cubicBezTo>
                    <a:cubicBezTo>
                      <a:pt x="65" y="46"/>
                      <a:pt x="65" y="46"/>
                      <a:pt x="65" y="46"/>
                    </a:cubicBezTo>
                    <a:cubicBezTo>
                      <a:pt x="63" y="46"/>
                      <a:pt x="61" y="46"/>
                      <a:pt x="59" y="46"/>
                    </a:cubicBezTo>
                    <a:cubicBezTo>
                      <a:pt x="56" y="46"/>
                      <a:pt x="52" y="46"/>
                      <a:pt x="49" y="47"/>
                    </a:cubicBezTo>
                    <a:close/>
                    <a:moveTo>
                      <a:pt x="56" y="77"/>
                    </a:moveTo>
                    <a:cubicBezTo>
                      <a:pt x="54" y="77"/>
                      <a:pt x="53" y="76"/>
                      <a:pt x="52" y="76"/>
                    </a:cubicBezTo>
                    <a:cubicBezTo>
                      <a:pt x="52" y="75"/>
                      <a:pt x="52" y="74"/>
                      <a:pt x="52" y="73"/>
                    </a:cubicBezTo>
                    <a:cubicBezTo>
                      <a:pt x="52" y="70"/>
                      <a:pt x="52" y="70"/>
                      <a:pt x="53" y="70"/>
                    </a:cubicBezTo>
                    <a:cubicBezTo>
                      <a:pt x="54" y="69"/>
                      <a:pt x="55" y="68"/>
                      <a:pt x="59" y="68"/>
                    </a:cubicBezTo>
                    <a:cubicBezTo>
                      <a:pt x="62" y="68"/>
                      <a:pt x="64" y="69"/>
                      <a:pt x="67" y="69"/>
                    </a:cubicBezTo>
                    <a:cubicBezTo>
                      <a:pt x="67" y="69"/>
                      <a:pt x="68" y="69"/>
                      <a:pt x="69" y="70"/>
                    </a:cubicBezTo>
                    <a:cubicBezTo>
                      <a:pt x="69" y="71"/>
                      <a:pt x="69" y="71"/>
                      <a:pt x="69" y="71"/>
                    </a:cubicBezTo>
                    <a:cubicBezTo>
                      <a:pt x="69" y="71"/>
                      <a:pt x="68" y="72"/>
                      <a:pt x="68" y="72"/>
                    </a:cubicBezTo>
                    <a:cubicBezTo>
                      <a:pt x="67" y="73"/>
                      <a:pt x="67" y="74"/>
                      <a:pt x="65" y="74"/>
                    </a:cubicBezTo>
                    <a:cubicBezTo>
                      <a:pt x="65" y="74"/>
                      <a:pt x="65" y="74"/>
                      <a:pt x="65" y="75"/>
                    </a:cubicBezTo>
                    <a:cubicBezTo>
                      <a:pt x="64" y="75"/>
                      <a:pt x="62" y="76"/>
                      <a:pt x="61" y="76"/>
                    </a:cubicBezTo>
                    <a:cubicBezTo>
                      <a:pt x="59" y="76"/>
                      <a:pt x="57" y="77"/>
                      <a:pt x="56" y="77"/>
                    </a:cubicBezTo>
                    <a:close/>
                    <a:moveTo>
                      <a:pt x="59" y="100"/>
                    </a:moveTo>
                    <a:cubicBezTo>
                      <a:pt x="63" y="99"/>
                      <a:pt x="67" y="98"/>
                      <a:pt x="70" y="97"/>
                    </a:cubicBezTo>
                    <a:cubicBezTo>
                      <a:pt x="72" y="96"/>
                      <a:pt x="74" y="95"/>
                      <a:pt x="76" y="94"/>
                    </a:cubicBezTo>
                    <a:cubicBezTo>
                      <a:pt x="77" y="95"/>
                      <a:pt x="77" y="95"/>
                      <a:pt x="78" y="96"/>
                    </a:cubicBezTo>
                    <a:cubicBezTo>
                      <a:pt x="77" y="96"/>
                      <a:pt x="76" y="96"/>
                      <a:pt x="75" y="96"/>
                    </a:cubicBezTo>
                    <a:cubicBezTo>
                      <a:pt x="73" y="97"/>
                      <a:pt x="71" y="98"/>
                      <a:pt x="69" y="98"/>
                    </a:cubicBezTo>
                    <a:cubicBezTo>
                      <a:pt x="67" y="99"/>
                      <a:pt x="63" y="100"/>
                      <a:pt x="59" y="100"/>
                    </a:cubicBezTo>
                    <a:close/>
                  </a:path>
                </a:pathLst>
              </a:custGeom>
              <a:noFill/>
              <a:ln cap="flat"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54" name="Google Shape;454;p14"/>
              <p:cNvSpPr/>
              <p:nvPr/>
            </p:nvSpPr>
            <p:spPr>
              <a:xfrm>
                <a:off x="1425362" y="4956617"/>
                <a:ext cx="345582" cy="381280"/>
              </a:xfrm>
              <a:custGeom>
                <a:rect b="b" l="l" r="r" t="t"/>
                <a:pathLst>
                  <a:path extrusionOk="0" h="97" w="91">
                    <a:moveTo>
                      <a:pt x="86" y="40"/>
                    </a:moveTo>
                    <a:cubicBezTo>
                      <a:pt x="71" y="40"/>
                      <a:pt x="71" y="40"/>
                      <a:pt x="71" y="40"/>
                    </a:cubicBezTo>
                    <a:cubicBezTo>
                      <a:pt x="67" y="56"/>
                      <a:pt x="67" y="56"/>
                      <a:pt x="67" y="56"/>
                    </a:cubicBezTo>
                    <a:cubicBezTo>
                      <a:pt x="79" y="56"/>
                      <a:pt x="79" y="56"/>
                      <a:pt x="79" y="56"/>
                    </a:cubicBezTo>
                    <a:cubicBezTo>
                      <a:pt x="82" y="56"/>
                      <a:pt x="85" y="59"/>
                      <a:pt x="85" y="62"/>
                    </a:cubicBezTo>
                    <a:cubicBezTo>
                      <a:pt x="85" y="66"/>
                      <a:pt x="85" y="66"/>
                      <a:pt x="85" y="66"/>
                    </a:cubicBezTo>
                    <a:cubicBezTo>
                      <a:pt x="85" y="69"/>
                      <a:pt x="82" y="72"/>
                      <a:pt x="79" y="72"/>
                    </a:cubicBezTo>
                    <a:cubicBezTo>
                      <a:pt x="63" y="72"/>
                      <a:pt x="63" y="72"/>
                      <a:pt x="63" y="72"/>
                    </a:cubicBezTo>
                    <a:cubicBezTo>
                      <a:pt x="58" y="91"/>
                      <a:pt x="58" y="91"/>
                      <a:pt x="58" y="91"/>
                    </a:cubicBezTo>
                    <a:cubicBezTo>
                      <a:pt x="58" y="94"/>
                      <a:pt x="55" y="97"/>
                      <a:pt x="52" y="97"/>
                    </a:cubicBezTo>
                    <a:cubicBezTo>
                      <a:pt x="48" y="97"/>
                      <a:pt x="48" y="97"/>
                      <a:pt x="48" y="97"/>
                    </a:cubicBezTo>
                    <a:cubicBezTo>
                      <a:pt x="44" y="97"/>
                      <a:pt x="41" y="92"/>
                      <a:pt x="42" y="88"/>
                    </a:cubicBezTo>
                    <a:cubicBezTo>
                      <a:pt x="46" y="72"/>
                      <a:pt x="46" y="72"/>
                      <a:pt x="46" y="72"/>
                    </a:cubicBezTo>
                    <a:cubicBezTo>
                      <a:pt x="33" y="72"/>
                      <a:pt x="33" y="72"/>
                      <a:pt x="33" y="72"/>
                    </a:cubicBezTo>
                    <a:cubicBezTo>
                      <a:pt x="29" y="91"/>
                      <a:pt x="29" y="91"/>
                      <a:pt x="29" y="91"/>
                    </a:cubicBezTo>
                    <a:cubicBezTo>
                      <a:pt x="28" y="94"/>
                      <a:pt x="25" y="97"/>
                      <a:pt x="22" y="97"/>
                    </a:cubicBezTo>
                    <a:cubicBezTo>
                      <a:pt x="18" y="97"/>
                      <a:pt x="18" y="97"/>
                      <a:pt x="18" y="97"/>
                    </a:cubicBezTo>
                    <a:cubicBezTo>
                      <a:pt x="14" y="97"/>
                      <a:pt x="11" y="92"/>
                      <a:pt x="12" y="88"/>
                    </a:cubicBezTo>
                    <a:cubicBezTo>
                      <a:pt x="16" y="72"/>
                      <a:pt x="16" y="72"/>
                      <a:pt x="16" y="72"/>
                    </a:cubicBezTo>
                    <a:cubicBezTo>
                      <a:pt x="6" y="72"/>
                      <a:pt x="6" y="72"/>
                      <a:pt x="6" y="72"/>
                    </a:cubicBezTo>
                    <a:cubicBezTo>
                      <a:pt x="3" y="72"/>
                      <a:pt x="0" y="70"/>
                      <a:pt x="0" y="67"/>
                    </a:cubicBezTo>
                    <a:cubicBezTo>
                      <a:pt x="0" y="62"/>
                      <a:pt x="0" y="62"/>
                      <a:pt x="0" y="62"/>
                    </a:cubicBezTo>
                    <a:cubicBezTo>
                      <a:pt x="0" y="58"/>
                      <a:pt x="3" y="56"/>
                      <a:pt x="6" y="56"/>
                    </a:cubicBezTo>
                    <a:cubicBezTo>
                      <a:pt x="20" y="56"/>
                      <a:pt x="20" y="56"/>
                      <a:pt x="20" y="56"/>
                    </a:cubicBezTo>
                    <a:cubicBezTo>
                      <a:pt x="23" y="40"/>
                      <a:pt x="23" y="40"/>
                      <a:pt x="23" y="40"/>
                    </a:cubicBezTo>
                    <a:cubicBezTo>
                      <a:pt x="13" y="40"/>
                      <a:pt x="13" y="40"/>
                      <a:pt x="13" y="40"/>
                    </a:cubicBezTo>
                    <a:cubicBezTo>
                      <a:pt x="10" y="40"/>
                      <a:pt x="7" y="38"/>
                      <a:pt x="7" y="35"/>
                    </a:cubicBezTo>
                    <a:cubicBezTo>
                      <a:pt x="7" y="31"/>
                      <a:pt x="7" y="31"/>
                      <a:pt x="7" y="31"/>
                    </a:cubicBezTo>
                    <a:cubicBezTo>
                      <a:pt x="7" y="28"/>
                      <a:pt x="10" y="25"/>
                      <a:pt x="13" y="25"/>
                    </a:cubicBezTo>
                    <a:cubicBezTo>
                      <a:pt x="24" y="25"/>
                      <a:pt x="24" y="25"/>
                      <a:pt x="24" y="25"/>
                    </a:cubicBezTo>
                    <a:cubicBezTo>
                      <a:pt x="26" y="25"/>
                      <a:pt x="27" y="24"/>
                      <a:pt x="28" y="22"/>
                    </a:cubicBezTo>
                    <a:cubicBezTo>
                      <a:pt x="32" y="5"/>
                      <a:pt x="32" y="5"/>
                      <a:pt x="32" y="5"/>
                    </a:cubicBezTo>
                    <a:cubicBezTo>
                      <a:pt x="33" y="2"/>
                      <a:pt x="35" y="0"/>
                      <a:pt x="38" y="0"/>
                    </a:cubicBezTo>
                    <a:cubicBezTo>
                      <a:pt x="43" y="0"/>
                      <a:pt x="43" y="0"/>
                      <a:pt x="43" y="0"/>
                    </a:cubicBezTo>
                    <a:cubicBezTo>
                      <a:pt x="47" y="0"/>
                      <a:pt x="50" y="4"/>
                      <a:pt x="49" y="8"/>
                    </a:cubicBezTo>
                    <a:cubicBezTo>
                      <a:pt x="46" y="20"/>
                      <a:pt x="46" y="20"/>
                      <a:pt x="46" y="20"/>
                    </a:cubicBezTo>
                    <a:cubicBezTo>
                      <a:pt x="45" y="23"/>
                      <a:pt x="47" y="25"/>
                      <a:pt x="50" y="25"/>
                    </a:cubicBezTo>
                    <a:cubicBezTo>
                      <a:pt x="54" y="25"/>
                      <a:pt x="54" y="25"/>
                      <a:pt x="54" y="25"/>
                    </a:cubicBezTo>
                    <a:cubicBezTo>
                      <a:pt x="56" y="25"/>
                      <a:pt x="57" y="24"/>
                      <a:pt x="58" y="22"/>
                    </a:cubicBezTo>
                    <a:cubicBezTo>
                      <a:pt x="62" y="5"/>
                      <a:pt x="62" y="5"/>
                      <a:pt x="62" y="5"/>
                    </a:cubicBezTo>
                    <a:cubicBezTo>
                      <a:pt x="63" y="2"/>
                      <a:pt x="65" y="0"/>
                      <a:pt x="68" y="0"/>
                    </a:cubicBezTo>
                    <a:cubicBezTo>
                      <a:pt x="72" y="0"/>
                      <a:pt x="72" y="0"/>
                      <a:pt x="72" y="0"/>
                    </a:cubicBezTo>
                    <a:cubicBezTo>
                      <a:pt x="77" y="0"/>
                      <a:pt x="80" y="4"/>
                      <a:pt x="79" y="8"/>
                    </a:cubicBezTo>
                    <a:cubicBezTo>
                      <a:pt x="76" y="20"/>
                      <a:pt x="76" y="20"/>
                      <a:pt x="76" y="20"/>
                    </a:cubicBezTo>
                    <a:cubicBezTo>
                      <a:pt x="75" y="23"/>
                      <a:pt x="77" y="25"/>
                      <a:pt x="80" y="25"/>
                    </a:cubicBezTo>
                    <a:cubicBezTo>
                      <a:pt x="86" y="25"/>
                      <a:pt x="86" y="25"/>
                      <a:pt x="86" y="25"/>
                    </a:cubicBezTo>
                    <a:cubicBezTo>
                      <a:pt x="89" y="25"/>
                      <a:pt x="91" y="28"/>
                      <a:pt x="91" y="31"/>
                    </a:cubicBezTo>
                    <a:cubicBezTo>
                      <a:pt x="91" y="35"/>
                      <a:pt x="91" y="35"/>
                      <a:pt x="91" y="35"/>
                    </a:cubicBezTo>
                    <a:cubicBezTo>
                      <a:pt x="91" y="38"/>
                      <a:pt x="89" y="40"/>
                      <a:pt x="86" y="40"/>
                    </a:cubicBezTo>
                    <a:close/>
                    <a:moveTo>
                      <a:pt x="50" y="53"/>
                    </a:moveTo>
                    <a:cubicBezTo>
                      <a:pt x="52" y="45"/>
                      <a:pt x="52" y="45"/>
                      <a:pt x="52" y="45"/>
                    </a:cubicBezTo>
                    <a:cubicBezTo>
                      <a:pt x="53" y="42"/>
                      <a:pt x="51" y="40"/>
                      <a:pt x="49" y="40"/>
                    </a:cubicBezTo>
                    <a:cubicBezTo>
                      <a:pt x="44" y="40"/>
                      <a:pt x="44" y="40"/>
                      <a:pt x="44" y="40"/>
                    </a:cubicBezTo>
                    <a:cubicBezTo>
                      <a:pt x="42" y="40"/>
                      <a:pt x="40" y="41"/>
                      <a:pt x="40" y="43"/>
                    </a:cubicBezTo>
                    <a:cubicBezTo>
                      <a:pt x="38" y="52"/>
                      <a:pt x="38" y="52"/>
                      <a:pt x="38" y="52"/>
                    </a:cubicBezTo>
                    <a:cubicBezTo>
                      <a:pt x="38" y="54"/>
                      <a:pt x="39" y="56"/>
                      <a:pt x="42" y="56"/>
                    </a:cubicBezTo>
                    <a:cubicBezTo>
                      <a:pt x="47" y="56"/>
                      <a:pt x="47" y="56"/>
                      <a:pt x="47" y="56"/>
                    </a:cubicBezTo>
                    <a:cubicBezTo>
                      <a:pt x="48" y="56"/>
                      <a:pt x="50" y="55"/>
                      <a:pt x="50" y="53"/>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55" name="Google Shape;455;p14"/>
              <p:cNvSpPr/>
              <p:nvPr/>
            </p:nvSpPr>
            <p:spPr>
              <a:xfrm>
                <a:off x="3361404" y="1664359"/>
                <a:ext cx="536699" cy="164951"/>
              </a:xfrm>
              <a:custGeom>
                <a:rect b="b" l="l" r="r" t="t"/>
                <a:pathLst>
                  <a:path extrusionOk="0" h="42" w="141">
                    <a:moveTo>
                      <a:pt x="80" y="2"/>
                    </a:moveTo>
                    <a:cubicBezTo>
                      <a:pt x="86" y="3"/>
                      <a:pt x="92" y="4"/>
                      <a:pt x="98" y="5"/>
                    </a:cubicBezTo>
                    <a:cubicBezTo>
                      <a:pt x="107" y="8"/>
                      <a:pt x="117" y="12"/>
                      <a:pt x="125" y="17"/>
                    </a:cubicBezTo>
                    <a:cubicBezTo>
                      <a:pt x="130" y="20"/>
                      <a:pt x="132" y="22"/>
                      <a:pt x="136" y="25"/>
                    </a:cubicBezTo>
                    <a:cubicBezTo>
                      <a:pt x="141" y="30"/>
                      <a:pt x="139" y="33"/>
                      <a:pt x="134" y="37"/>
                    </a:cubicBezTo>
                    <a:cubicBezTo>
                      <a:pt x="131" y="40"/>
                      <a:pt x="126" y="41"/>
                      <a:pt x="122" y="38"/>
                    </a:cubicBezTo>
                    <a:cubicBezTo>
                      <a:pt x="102" y="22"/>
                      <a:pt x="75" y="16"/>
                      <a:pt x="50" y="23"/>
                    </a:cubicBezTo>
                    <a:cubicBezTo>
                      <a:pt x="43" y="24"/>
                      <a:pt x="35" y="27"/>
                      <a:pt x="29" y="31"/>
                    </a:cubicBezTo>
                    <a:cubicBezTo>
                      <a:pt x="24" y="34"/>
                      <a:pt x="21" y="37"/>
                      <a:pt x="17" y="40"/>
                    </a:cubicBezTo>
                    <a:cubicBezTo>
                      <a:pt x="14" y="42"/>
                      <a:pt x="9" y="42"/>
                      <a:pt x="6" y="39"/>
                    </a:cubicBezTo>
                    <a:cubicBezTo>
                      <a:pt x="5" y="38"/>
                      <a:pt x="4" y="36"/>
                      <a:pt x="2" y="35"/>
                    </a:cubicBezTo>
                    <a:cubicBezTo>
                      <a:pt x="0" y="32"/>
                      <a:pt x="1" y="28"/>
                      <a:pt x="3" y="26"/>
                    </a:cubicBezTo>
                    <a:cubicBezTo>
                      <a:pt x="3" y="26"/>
                      <a:pt x="3" y="26"/>
                      <a:pt x="3" y="26"/>
                    </a:cubicBezTo>
                    <a:cubicBezTo>
                      <a:pt x="24" y="7"/>
                      <a:pt x="52" y="0"/>
                      <a:pt x="80" y="2"/>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56" name="Google Shape;456;p14"/>
              <p:cNvSpPr/>
              <p:nvPr/>
            </p:nvSpPr>
            <p:spPr>
              <a:xfrm>
                <a:off x="3551212" y="1923954"/>
                <a:ext cx="157082" cy="152782"/>
              </a:xfrm>
              <a:custGeom>
                <a:rect b="b" l="l" r="r" t="t"/>
                <a:pathLst>
                  <a:path extrusionOk="0" h="39" w="41">
                    <a:moveTo>
                      <a:pt x="18" y="39"/>
                    </a:moveTo>
                    <a:cubicBezTo>
                      <a:pt x="12" y="38"/>
                      <a:pt x="7" y="35"/>
                      <a:pt x="4" y="29"/>
                    </a:cubicBezTo>
                    <a:cubicBezTo>
                      <a:pt x="0" y="19"/>
                      <a:pt x="4" y="8"/>
                      <a:pt x="14" y="4"/>
                    </a:cubicBezTo>
                    <a:cubicBezTo>
                      <a:pt x="24" y="0"/>
                      <a:pt x="35" y="6"/>
                      <a:pt x="38" y="16"/>
                    </a:cubicBezTo>
                    <a:cubicBezTo>
                      <a:pt x="41" y="24"/>
                      <a:pt x="36" y="33"/>
                      <a:pt x="29" y="37"/>
                    </a:cubicBezTo>
                    <a:cubicBezTo>
                      <a:pt x="25" y="39"/>
                      <a:pt x="22" y="39"/>
                      <a:pt x="18" y="39"/>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57" name="Google Shape;457;p14"/>
              <p:cNvSpPr/>
              <p:nvPr/>
            </p:nvSpPr>
            <p:spPr>
              <a:xfrm>
                <a:off x="3433400" y="1790100"/>
                <a:ext cx="392706" cy="133853"/>
              </a:xfrm>
              <a:custGeom>
                <a:rect b="b" l="l" r="r" t="t"/>
                <a:pathLst>
                  <a:path extrusionOk="0" h="34" w="103">
                    <a:moveTo>
                      <a:pt x="52" y="0"/>
                    </a:moveTo>
                    <a:cubicBezTo>
                      <a:pt x="70" y="1"/>
                      <a:pt x="85" y="5"/>
                      <a:pt x="99" y="17"/>
                    </a:cubicBezTo>
                    <a:cubicBezTo>
                      <a:pt x="101" y="19"/>
                      <a:pt x="103" y="21"/>
                      <a:pt x="101" y="23"/>
                    </a:cubicBezTo>
                    <a:cubicBezTo>
                      <a:pt x="97" y="28"/>
                      <a:pt x="96" y="29"/>
                      <a:pt x="93" y="32"/>
                    </a:cubicBezTo>
                    <a:cubicBezTo>
                      <a:pt x="89" y="34"/>
                      <a:pt x="85" y="31"/>
                      <a:pt x="84" y="30"/>
                    </a:cubicBezTo>
                    <a:cubicBezTo>
                      <a:pt x="72" y="20"/>
                      <a:pt x="62" y="17"/>
                      <a:pt x="46" y="19"/>
                    </a:cubicBezTo>
                    <a:cubicBezTo>
                      <a:pt x="35" y="20"/>
                      <a:pt x="25" y="24"/>
                      <a:pt x="16" y="31"/>
                    </a:cubicBezTo>
                    <a:cubicBezTo>
                      <a:pt x="14" y="33"/>
                      <a:pt x="11" y="33"/>
                      <a:pt x="9" y="31"/>
                    </a:cubicBezTo>
                    <a:cubicBezTo>
                      <a:pt x="7" y="28"/>
                      <a:pt x="5" y="27"/>
                      <a:pt x="3" y="25"/>
                    </a:cubicBezTo>
                    <a:cubicBezTo>
                      <a:pt x="1" y="23"/>
                      <a:pt x="0" y="21"/>
                      <a:pt x="3" y="19"/>
                    </a:cubicBezTo>
                    <a:cubicBezTo>
                      <a:pt x="17" y="6"/>
                      <a:pt x="32" y="1"/>
                      <a:pt x="52" y="0"/>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58" name="Google Shape;458;p14"/>
              <p:cNvSpPr/>
              <p:nvPr/>
            </p:nvSpPr>
            <p:spPr>
              <a:xfrm>
                <a:off x="3932137" y="3336853"/>
                <a:ext cx="155773" cy="156839"/>
              </a:xfrm>
              <a:custGeom>
                <a:rect b="b" l="l" r="r" t="t"/>
                <a:pathLst>
                  <a:path extrusionOk="0" h="40" w="41">
                    <a:moveTo>
                      <a:pt x="0" y="20"/>
                    </a:moveTo>
                    <a:cubicBezTo>
                      <a:pt x="0" y="9"/>
                      <a:pt x="12" y="0"/>
                      <a:pt x="22" y="0"/>
                    </a:cubicBezTo>
                    <a:cubicBezTo>
                      <a:pt x="32" y="0"/>
                      <a:pt x="41" y="9"/>
                      <a:pt x="41" y="19"/>
                    </a:cubicBezTo>
                    <a:cubicBezTo>
                      <a:pt x="41" y="29"/>
                      <a:pt x="31" y="40"/>
                      <a:pt x="21" y="40"/>
                    </a:cubicBezTo>
                    <a:cubicBezTo>
                      <a:pt x="11" y="40"/>
                      <a:pt x="0" y="30"/>
                      <a:pt x="0" y="20"/>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59" name="Google Shape;459;p14"/>
              <p:cNvSpPr/>
              <p:nvPr/>
            </p:nvSpPr>
            <p:spPr>
              <a:xfrm>
                <a:off x="4141580" y="3143509"/>
                <a:ext cx="151846" cy="158190"/>
              </a:xfrm>
              <a:custGeom>
                <a:rect b="b" l="l" r="r" t="t"/>
                <a:pathLst>
                  <a:path extrusionOk="0" h="40" w="40">
                    <a:moveTo>
                      <a:pt x="1" y="18"/>
                    </a:moveTo>
                    <a:cubicBezTo>
                      <a:pt x="3" y="8"/>
                      <a:pt x="12" y="0"/>
                      <a:pt x="22" y="1"/>
                    </a:cubicBezTo>
                    <a:cubicBezTo>
                      <a:pt x="33" y="2"/>
                      <a:pt x="40" y="11"/>
                      <a:pt x="39" y="22"/>
                    </a:cubicBezTo>
                    <a:cubicBezTo>
                      <a:pt x="38" y="32"/>
                      <a:pt x="29" y="40"/>
                      <a:pt x="19" y="39"/>
                    </a:cubicBezTo>
                    <a:cubicBezTo>
                      <a:pt x="8" y="38"/>
                      <a:pt x="0" y="29"/>
                      <a:pt x="1" y="18"/>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cxnSp>
            <p:nvCxnSpPr>
              <p:cNvPr id="460" name="Google Shape;460;p14"/>
              <p:cNvCxnSpPr/>
              <p:nvPr/>
            </p:nvCxnSpPr>
            <p:spPr>
              <a:xfrm flipH="1">
                <a:off x="4080057" y="3293587"/>
                <a:ext cx="107340" cy="89236"/>
              </a:xfrm>
              <a:prstGeom prst="straightConnector1">
                <a:avLst/>
              </a:prstGeom>
              <a:solidFill>
                <a:schemeClr val="lt1"/>
              </a:solidFill>
              <a:ln cap="flat" cmpd="sng" w="9525">
                <a:solidFill>
                  <a:srgbClr val="FE9D98"/>
                </a:solidFill>
                <a:prstDash val="solid"/>
                <a:miter lim="800000"/>
                <a:headEnd len="sm" w="sm" type="none"/>
                <a:tailEnd len="sm" w="sm" type="none"/>
              </a:ln>
            </p:spPr>
          </p:cxnSp>
          <p:cxnSp>
            <p:nvCxnSpPr>
              <p:cNvPr id="461" name="Google Shape;461;p14"/>
              <p:cNvCxnSpPr/>
              <p:nvPr/>
            </p:nvCxnSpPr>
            <p:spPr>
              <a:xfrm flipH="1" rot="10800000">
                <a:off x="4034241" y="3242209"/>
                <a:ext cx="115194" cy="94644"/>
              </a:xfrm>
              <a:prstGeom prst="straightConnector1">
                <a:avLst/>
              </a:prstGeom>
              <a:solidFill>
                <a:schemeClr val="lt1"/>
              </a:solidFill>
              <a:ln cap="flat" cmpd="sng" w="9525">
                <a:solidFill>
                  <a:srgbClr val="FE9D98"/>
                </a:solidFill>
                <a:prstDash val="solid"/>
                <a:miter lim="800000"/>
                <a:headEnd len="sm" w="sm" type="none"/>
                <a:tailEnd len="sm" w="sm" type="none"/>
              </a:ln>
            </p:spPr>
          </p:cxnSp>
          <p:sp>
            <p:nvSpPr>
              <p:cNvPr id="462" name="Google Shape;462;p14"/>
              <p:cNvSpPr/>
              <p:nvPr/>
            </p:nvSpPr>
            <p:spPr>
              <a:xfrm>
                <a:off x="4141580" y="3512620"/>
                <a:ext cx="163627" cy="164951"/>
              </a:xfrm>
              <a:custGeom>
                <a:rect b="b" l="l" r="r" t="t"/>
                <a:pathLst>
                  <a:path extrusionOk="0" h="42" w="43">
                    <a:moveTo>
                      <a:pt x="1" y="22"/>
                    </a:moveTo>
                    <a:cubicBezTo>
                      <a:pt x="3" y="32"/>
                      <a:pt x="13" y="42"/>
                      <a:pt x="24" y="41"/>
                    </a:cubicBezTo>
                    <a:cubicBezTo>
                      <a:pt x="34" y="40"/>
                      <a:pt x="43" y="29"/>
                      <a:pt x="42" y="19"/>
                    </a:cubicBezTo>
                    <a:cubicBezTo>
                      <a:pt x="41" y="8"/>
                      <a:pt x="29" y="0"/>
                      <a:pt x="19" y="1"/>
                    </a:cubicBezTo>
                    <a:cubicBezTo>
                      <a:pt x="8" y="2"/>
                      <a:pt x="0" y="11"/>
                      <a:pt x="1" y="22"/>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cxnSp>
            <p:nvCxnSpPr>
              <p:cNvPr id="463" name="Google Shape;463;p14"/>
              <p:cNvCxnSpPr/>
              <p:nvPr/>
            </p:nvCxnSpPr>
            <p:spPr>
              <a:xfrm rot="10800000">
                <a:off x="4083983" y="3430145"/>
                <a:ext cx="107340" cy="90587"/>
              </a:xfrm>
              <a:prstGeom prst="straightConnector1">
                <a:avLst/>
              </a:prstGeom>
              <a:solidFill>
                <a:schemeClr val="lt1"/>
              </a:solidFill>
              <a:ln cap="flat" cmpd="sng" w="9525">
                <a:solidFill>
                  <a:srgbClr val="FE9D98"/>
                </a:solidFill>
                <a:prstDash val="solid"/>
                <a:miter lim="800000"/>
                <a:headEnd len="sm" w="sm" type="none"/>
                <a:tailEnd len="sm" w="sm" type="none"/>
              </a:ln>
            </p:spPr>
          </p:cxnSp>
          <p:cxnSp>
            <p:nvCxnSpPr>
              <p:cNvPr id="464" name="Google Shape;464;p14"/>
              <p:cNvCxnSpPr/>
              <p:nvPr/>
            </p:nvCxnSpPr>
            <p:spPr>
              <a:xfrm>
                <a:off x="4042095" y="3481523"/>
                <a:ext cx="99486" cy="86532"/>
              </a:xfrm>
              <a:prstGeom prst="straightConnector1">
                <a:avLst/>
              </a:prstGeom>
              <a:solidFill>
                <a:schemeClr val="lt1"/>
              </a:solidFill>
              <a:ln cap="flat" cmpd="sng" w="9525">
                <a:solidFill>
                  <a:srgbClr val="FE9D98"/>
                </a:solidFill>
                <a:prstDash val="solid"/>
                <a:miter lim="800000"/>
                <a:headEnd len="sm" w="sm" type="none"/>
                <a:tailEnd len="sm" w="sm" type="none"/>
              </a:ln>
            </p:spPr>
          </p:cxnSp>
          <p:sp>
            <p:nvSpPr>
              <p:cNvPr id="465" name="Google Shape;465;p14"/>
              <p:cNvSpPr/>
              <p:nvPr/>
            </p:nvSpPr>
            <p:spPr>
              <a:xfrm>
                <a:off x="2041911" y="1546729"/>
                <a:ext cx="277512" cy="459699"/>
              </a:xfrm>
              <a:custGeom>
                <a:rect b="b" l="l" r="r" t="t"/>
                <a:pathLst>
                  <a:path extrusionOk="0" h="117" w="73">
                    <a:moveTo>
                      <a:pt x="49" y="45"/>
                    </a:moveTo>
                    <a:cubicBezTo>
                      <a:pt x="52" y="42"/>
                      <a:pt x="55" y="40"/>
                      <a:pt x="57" y="36"/>
                    </a:cubicBezTo>
                    <a:cubicBezTo>
                      <a:pt x="59" y="33"/>
                      <a:pt x="61" y="28"/>
                      <a:pt x="61" y="24"/>
                    </a:cubicBezTo>
                    <a:cubicBezTo>
                      <a:pt x="61" y="11"/>
                      <a:pt x="50" y="0"/>
                      <a:pt x="37" y="0"/>
                    </a:cubicBezTo>
                    <a:cubicBezTo>
                      <a:pt x="24" y="0"/>
                      <a:pt x="13" y="11"/>
                      <a:pt x="13" y="24"/>
                    </a:cubicBezTo>
                    <a:cubicBezTo>
                      <a:pt x="13" y="29"/>
                      <a:pt x="15" y="35"/>
                      <a:pt x="18" y="39"/>
                    </a:cubicBezTo>
                    <a:cubicBezTo>
                      <a:pt x="20" y="41"/>
                      <a:pt x="22" y="43"/>
                      <a:pt x="24" y="44"/>
                    </a:cubicBezTo>
                    <a:cubicBezTo>
                      <a:pt x="27" y="46"/>
                      <a:pt x="29" y="46"/>
                      <a:pt x="30" y="49"/>
                    </a:cubicBezTo>
                    <a:cubicBezTo>
                      <a:pt x="31" y="51"/>
                      <a:pt x="31" y="52"/>
                      <a:pt x="30" y="54"/>
                    </a:cubicBezTo>
                    <a:cubicBezTo>
                      <a:pt x="30" y="56"/>
                      <a:pt x="30" y="57"/>
                      <a:pt x="28" y="58"/>
                    </a:cubicBezTo>
                    <a:cubicBezTo>
                      <a:pt x="27" y="59"/>
                      <a:pt x="26" y="60"/>
                      <a:pt x="25" y="60"/>
                    </a:cubicBezTo>
                    <a:cubicBezTo>
                      <a:pt x="22" y="60"/>
                      <a:pt x="12" y="59"/>
                      <a:pt x="10" y="60"/>
                    </a:cubicBezTo>
                    <a:cubicBezTo>
                      <a:pt x="8" y="61"/>
                      <a:pt x="6" y="62"/>
                      <a:pt x="5" y="63"/>
                    </a:cubicBezTo>
                    <a:cubicBezTo>
                      <a:pt x="2" y="66"/>
                      <a:pt x="0" y="70"/>
                      <a:pt x="0" y="74"/>
                    </a:cubicBezTo>
                    <a:cubicBezTo>
                      <a:pt x="0" y="74"/>
                      <a:pt x="0" y="107"/>
                      <a:pt x="0" y="107"/>
                    </a:cubicBezTo>
                    <a:cubicBezTo>
                      <a:pt x="0" y="113"/>
                      <a:pt x="4" y="117"/>
                      <a:pt x="9" y="117"/>
                    </a:cubicBezTo>
                    <a:cubicBezTo>
                      <a:pt x="56" y="117"/>
                      <a:pt x="56" y="117"/>
                      <a:pt x="56" y="117"/>
                    </a:cubicBezTo>
                    <a:cubicBezTo>
                      <a:pt x="71" y="117"/>
                      <a:pt x="73" y="110"/>
                      <a:pt x="73" y="105"/>
                    </a:cubicBezTo>
                    <a:cubicBezTo>
                      <a:pt x="73" y="105"/>
                      <a:pt x="73" y="74"/>
                      <a:pt x="73" y="74"/>
                    </a:cubicBezTo>
                    <a:cubicBezTo>
                      <a:pt x="73" y="70"/>
                      <a:pt x="71" y="66"/>
                      <a:pt x="68" y="63"/>
                    </a:cubicBezTo>
                    <a:cubicBezTo>
                      <a:pt x="66" y="61"/>
                      <a:pt x="64" y="60"/>
                      <a:pt x="62" y="60"/>
                    </a:cubicBezTo>
                    <a:cubicBezTo>
                      <a:pt x="57" y="59"/>
                      <a:pt x="53" y="60"/>
                      <a:pt x="48" y="60"/>
                    </a:cubicBezTo>
                    <a:cubicBezTo>
                      <a:pt x="47" y="60"/>
                      <a:pt x="45" y="59"/>
                      <a:pt x="45" y="58"/>
                    </a:cubicBezTo>
                    <a:cubicBezTo>
                      <a:pt x="44" y="57"/>
                      <a:pt x="44" y="56"/>
                      <a:pt x="43" y="55"/>
                    </a:cubicBezTo>
                    <a:cubicBezTo>
                      <a:pt x="43" y="50"/>
                      <a:pt x="46" y="47"/>
                      <a:pt x="49" y="45"/>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66" name="Google Shape;466;p14"/>
              <p:cNvSpPr/>
              <p:nvPr/>
            </p:nvSpPr>
            <p:spPr>
              <a:xfrm>
                <a:off x="2319424" y="1617036"/>
                <a:ext cx="201589" cy="381280"/>
              </a:xfrm>
              <a:custGeom>
                <a:rect b="b" l="l" r="r" t="t"/>
                <a:pathLst>
                  <a:path extrusionOk="0" h="97" w="53">
                    <a:moveTo>
                      <a:pt x="0" y="96"/>
                    </a:moveTo>
                    <a:cubicBezTo>
                      <a:pt x="38" y="96"/>
                      <a:pt x="38" y="96"/>
                      <a:pt x="38" y="96"/>
                    </a:cubicBezTo>
                    <a:cubicBezTo>
                      <a:pt x="51" y="97"/>
                      <a:pt x="53" y="91"/>
                      <a:pt x="53" y="87"/>
                    </a:cubicBezTo>
                    <a:cubicBezTo>
                      <a:pt x="53" y="87"/>
                      <a:pt x="53" y="61"/>
                      <a:pt x="53" y="61"/>
                    </a:cubicBezTo>
                    <a:cubicBezTo>
                      <a:pt x="53" y="57"/>
                      <a:pt x="51" y="54"/>
                      <a:pt x="49" y="52"/>
                    </a:cubicBezTo>
                    <a:cubicBezTo>
                      <a:pt x="47" y="51"/>
                      <a:pt x="45" y="50"/>
                      <a:pt x="43" y="49"/>
                    </a:cubicBezTo>
                    <a:cubicBezTo>
                      <a:pt x="40" y="49"/>
                      <a:pt x="36" y="50"/>
                      <a:pt x="32" y="49"/>
                    </a:cubicBezTo>
                    <a:cubicBezTo>
                      <a:pt x="31" y="49"/>
                      <a:pt x="30" y="49"/>
                      <a:pt x="29" y="48"/>
                    </a:cubicBezTo>
                    <a:cubicBezTo>
                      <a:pt x="29" y="47"/>
                      <a:pt x="28" y="46"/>
                      <a:pt x="28" y="45"/>
                    </a:cubicBezTo>
                    <a:cubicBezTo>
                      <a:pt x="28" y="41"/>
                      <a:pt x="30" y="39"/>
                      <a:pt x="33" y="37"/>
                    </a:cubicBezTo>
                    <a:cubicBezTo>
                      <a:pt x="36" y="35"/>
                      <a:pt x="38" y="32"/>
                      <a:pt x="40" y="30"/>
                    </a:cubicBezTo>
                    <a:cubicBezTo>
                      <a:pt x="42" y="27"/>
                      <a:pt x="43" y="23"/>
                      <a:pt x="43" y="19"/>
                    </a:cubicBezTo>
                    <a:cubicBezTo>
                      <a:pt x="43" y="8"/>
                      <a:pt x="34" y="0"/>
                      <a:pt x="23" y="0"/>
                    </a:cubicBezTo>
                    <a:cubicBezTo>
                      <a:pt x="12" y="0"/>
                      <a:pt x="3" y="8"/>
                      <a:pt x="3" y="19"/>
                    </a:cubicBezTo>
                    <a:cubicBezTo>
                      <a:pt x="3" y="24"/>
                      <a:pt x="5" y="29"/>
                      <a:pt x="7" y="32"/>
                    </a:cubicBezTo>
                    <a:cubicBezTo>
                      <a:pt x="9" y="34"/>
                      <a:pt x="11" y="35"/>
                      <a:pt x="12" y="36"/>
                    </a:cubicBezTo>
                    <a:cubicBezTo>
                      <a:pt x="14" y="38"/>
                      <a:pt x="16" y="38"/>
                      <a:pt x="17" y="40"/>
                    </a:cubicBezTo>
                    <a:cubicBezTo>
                      <a:pt x="18" y="42"/>
                      <a:pt x="18" y="43"/>
                      <a:pt x="18" y="44"/>
                    </a:cubicBezTo>
                    <a:cubicBezTo>
                      <a:pt x="17" y="46"/>
                      <a:pt x="17" y="47"/>
                      <a:pt x="16" y="48"/>
                    </a:cubicBezTo>
                    <a:cubicBezTo>
                      <a:pt x="15" y="49"/>
                      <a:pt x="14" y="49"/>
                      <a:pt x="13" y="49"/>
                    </a:cubicBezTo>
                    <a:cubicBezTo>
                      <a:pt x="11" y="49"/>
                      <a:pt x="2" y="49"/>
                      <a:pt x="0" y="5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67" name="Google Shape;467;p14"/>
              <p:cNvSpPr/>
              <p:nvPr/>
            </p:nvSpPr>
            <p:spPr>
              <a:xfrm>
                <a:off x="3437327" y="2276840"/>
                <a:ext cx="270967" cy="259595"/>
              </a:xfrm>
              <a:custGeom>
                <a:rect b="b" l="l" r="r" t="t"/>
                <a:pathLst>
                  <a:path extrusionOk="0" h="66" w="71">
                    <a:moveTo>
                      <a:pt x="39" y="2"/>
                    </a:moveTo>
                    <a:cubicBezTo>
                      <a:pt x="64" y="25"/>
                      <a:pt x="64" y="25"/>
                      <a:pt x="64" y="25"/>
                    </a:cubicBezTo>
                    <a:cubicBezTo>
                      <a:pt x="69" y="29"/>
                      <a:pt x="71" y="35"/>
                      <a:pt x="71" y="42"/>
                    </a:cubicBezTo>
                    <a:cubicBezTo>
                      <a:pt x="71" y="55"/>
                      <a:pt x="60" y="66"/>
                      <a:pt x="47" y="66"/>
                    </a:cubicBezTo>
                    <a:cubicBezTo>
                      <a:pt x="40" y="66"/>
                      <a:pt x="34" y="64"/>
                      <a:pt x="30" y="59"/>
                    </a:cubicBezTo>
                    <a:cubicBezTo>
                      <a:pt x="8" y="37"/>
                      <a:pt x="8" y="37"/>
                      <a:pt x="8" y="37"/>
                    </a:cubicBezTo>
                    <a:cubicBezTo>
                      <a:pt x="3" y="32"/>
                      <a:pt x="0" y="26"/>
                      <a:pt x="0" y="20"/>
                    </a:cubicBezTo>
                    <a:cubicBezTo>
                      <a:pt x="0" y="15"/>
                      <a:pt x="2" y="11"/>
                      <a:pt x="4" y="7"/>
                    </a:cubicBezTo>
                    <a:cubicBezTo>
                      <a:pt x="5" y="5"/>
                      <a:pt x="6" y="4"/>
                      <a:pt x="8" y="3"/>
                    </a:cubicBezTo>
                    <a:cubicBezTo>
                      <a:pt x="9" y="1"/>
                      <a:pt x="11" y="0"/>
                      <a:pt x="13" y="0"/>
                    </a:cubicBezTo>
                    <a:cubicBezTo>
                      <a:pt x="15" y="1"/>
                      <a:pt x="16" y="1"/>
                      <a:pt x="17" y="3"/>
                    </a:cubicBezTo>
                    <a:cubicBezTo>
                      <a:pt x="20" y="5"/>
                      <a:pt x="20" y="10"/>
                      <a:pt x="17" y="12"/>
                    </a:cubicBezTo>
                    <a:cubicBezTo>
                      <a:pt x="13" y="16"/>
                      <a:pt x="13" y="23"/>
                      <a:pt x="17" y="27"/>
                    </a:cubicBezTo>
                    <a:cubicBezTo>
                      <a:pt x="40" y="49"/>
                      <a:pt x="40" y="49"/>
                      <a:pt x="40" y="49"/>
                    </a:cubicBezTo>
                    <a:cubicBezTo>
                      <a:pt x="44" y="53"/>
                      <a:pt x="50" y="53"/>
                      <a:pt x="54" y="49"/>
                    </a:cubicBezTo>
                    <a:cubicBezTo>
                      <a:pt x="58" y="45"/>
                      <a:pt x="58" y="39"/>
                      <a:pt x="54" y="35"/>
                    </a:cubicBezTo>
                    <a:cubicBezTo>
                      <a:pt x="54" y="35"/>
                      <a:pt x="54" y="35"/>
                      <a:pt x="54" y="35"/>
                    </a:cubicBezTo>
                    <a:cubicBezTo>
                      <a:pt x="36" y="17"/>
                      <a:pt x="36" y="17"/>
                      <a:pt x="36" y="17"/>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68" name="Google Shape;468;p14"/>
              <p:cNvSpPr/>
              <p:nvPr/>
            </p:nvSpPr>
            <p:spPr>
              <a:xfrm>
                <a:off x="3301189" y="2115946"/>
                <a:ext cx="281439" cy="274467"/>
              </a:xfrm>
              <a:custGeom>
                <a:rect b="b" l="l" r="r" t="t"/>
                <a:pathLst>
                  <a:path extrusionOk="0" h="70" w="74">
                    <a:moveTo>
                      <a:pt x="38" y="70"/>
                    </a:moveTo>
                    <a:cubicBezTo>
                      <a:pt x="10" y="44"/>
                      <a:pt x="10" y="44"/>
                      <a:pt x="10" y="44"/>
                    </a:cubicBezTo>
                    <a:cubicBezTo>
                      <a:pt x="0" y="35"/>
                      <a:pt x="0" y="19"/>
                      <a:pt x="10" y="10"/>
                    </a:cubicBezTo>
                    <a:cubicBezTo>
                      <a:pt x="19" y="0"/>
                      <a:pt x="35" y="0"/>
                      <a:pt x="44" y="10"/>
                    </a:cubicBezTo>
                    <a:cubicBezTo>
                      <a:pt x="49" y="15"/>
                      <a:pt x="54" y="20"/>
                      <a:pt x="60" y="25"/>
                    </a:cubicBezTo>
                    <a:cubicBezTo>
                      <a:pt x="66" y="32"/>
                      <a:pt x="73" y="38"/>
                      <a:pt x="74" y="48"/>
                    </a:cubicBezTo>
                    <a:cubicBezTo>
                      <a:pt x="74" y="55"/>
                      <a:pt x="71" y="62"/>
                      <a:pt x="67" y="67"/>
                    </a:cubicBezTo>
                    <a:cubicBezTo>
                      <a:pt x="65" y="68"/>
                      <a:pt x="63" y="69"/>
                      <a:pt x="61" y="69"/>
                    </a:cubicBezTo>
                    <a:cubicBezTo>
                      <a:pt x="60" y="68"/>
                      <a:pt x="58" y="68"/>
                      <a:pt x="57" y="67"/>
                    </a:cubicBezTo>
                    <a:cubicBezTo>
                      <a:pt x="54" y="64"/>
                      <a:pt x="54" y="60"/>
                      <a:pt x="57" y="57"/>
                    </a:cubicBezTo>
                    <a:cubicBezTo>
                      <a:pt x="61" y="53"/>
                      <a:pt x="61" y="46"/>
                      <a:pt x="57" y="42"/>
                    </a:cubicBezTo>
                    <a:cubicBezTo>
                      <a:pt x="51" y="36"/>
                      <a:pt x="51" y="36"/>
                      <a:pt x="51" y="36"/>
                    </a:cubicBezTo>
                    <a:cubicBezTo>
                      <a:pt x="51" y="36"/>
                      <a:pt x="51" y="36"/>
                      <a:pt x="51" y="36"/>
                    </a:cubicBezTo>
                    <a:cubicBezTo>
                      <a:pt x="35" y="20"/>
                      <a:pt x="35" y="20"/>
                      <a:pt x="35" y="20"/>
                    </a:cubicBezTo>
                    <a:cubicBezTo>
                      <a:pt x="31" y="16"/>
                      <a:pt x="24" y="16"/>
                      <a:pt x="20" y="20"/>
                    </a:cubicBezTo>
                    <a:cubicBezTo>
                      <a:pt x="16" y="24"/>
                      <a:pt x="16" y="31"/>
                      <a:pt x="20" y="35"/>
                    </a:cubicBezTo>
                    <a:cubicBezTo>
                      <a:pt x="37" y="51"/>
                      <a:pt x="37" y="51"/>
                      <a:pt x="37" y="5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69" name="Google Shape;469;p14"/>
              <p:cNvSpPr/>
              <p:nvPr/>
            </p:nvSpPr>
            <p:spPr>
              <a:xfrm>
                <a:off x="3387584" y="4102117"/>
                <a:ext cx="233006" cy="250130"/>
              </a:xfrm>
              <a:custGeom>
                <a:rect b="b" l="l" r="r" t="t"/>
                <a:pathLst>
                  <a:path extrusionOk="0" h="64" w="61">
                    <a:moveTo>
                      <a:pt x="0" y="56"/>
                    </a:moveTo>
                    <a:cubicBezTo>
                      <a:pt x="0" y="7"/>
                      <a:pt x="0" y="7"/>
                      <a:pt x="0" y="7"/>
                    </a:cubicBezTo>
                    <a:cubicBezTo>
                      <a:pt x="0" y="3"/>
                      <a:pt x="5" y="0"/>
                      <a:pt x="9" y="2"/>
                    </a:cubicBezTo>
                    <a:cubicBezTo>
                      <a:pt x="16" y="5"/>
                      <a:pt x="23" y="9"/>
                      <a:pt x="30" y="13"/>
                    </a:cubicBezTo>
                    <a:cubicBezTo>
                      <a:pt x="39" y="17"/>
                      <a:pt x="48" y="22"/>
                      <a:pt x="58" y="26"/>
                    </a:cubicBezTo>
                    <a:cubicBezTo>
                      <a:pt x="60" y="27"/>
                      <a:pt x="61" y="29"/>
                      <a:pt x="61" y="32"/>
                    </a:cubicBezTo>
                    <a:cubicBezTo>
                      <a:pt x="61" y="34"/>
                      <a:pt x="60" y="36"/>
                      <a:pt x="58" y="37"/>
                    </a:cubicBezTo>
                    <a:cubicBezTo>
                      <a:pt x="9" y="61"/>
                      <a:pt x="9" y="61"/>
                      <a:pt x="9" y="61"/>
                    </a:cubicBezTo>
                    <a:cubicBezTo>
                      <a:pt x="5" y="64"/>
                      <a:pt x="0" y="60"/>
                      <a:pt x="0" y="56"/>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70" name="Google Shape;470;p14"/>
              <p:cNvSpPr/>
              <p:nvPr/>
            </p:nvSpPr>
            <p:spPr>
              <a:xfrm>
                <a:off x="3259300" y="3999361"/>
                <a:ext cx="441140" cy="447530"/>
              </a:xfrm>
              <a:custGeom>
                <a:rect b="b" l="l" r="r" t="t"/>
                <a:pathLst>
                  <a:path extrusionOk="0" h="114" w="116">
                    <a:moveTo>
                      <a:pt x="59" y="0"/>
                    </a:moveTo>
                    <a:cubicBezTo>
                      <a:pt x="59" y="0"/>
                      <a:pt x="60" y="0"/>
                      <a:pt x="62" y="0"/>
                    </a:cubicBezTo>
                    <a:cubicBezTo>
                      <a:pt x="64" y="0"/>
                      <a:pt x="65" y="0"/>
                      <a:pt x="67" y="1"/>
                    </a:cubicBezTo>
                    <a:cubicBezTo>
                      <a:pt x="69" y="1"/>
                      <a:pt x="71" y="1"/>
                      <a:pt x="74" y="2"/>
                    </a:cubicBezTo>
                    <a:cubicBezTo>
                      <a:pt x="78" y="3"/>
                      <a:pt x="84" y="5"/>
                      <a:pt x="90" y="9"/>
                    </a:cubicBezTo>
                    <a:cubicBezTo>
                      <a:pt x="95" y="13"/>
                      <a:pt x="101" y="18"/>
                      <a:pt x="106" y="25"/>
                    </a:cubicBezTo>
                    <a:cubicBezTo>
                      <a:pt x="111" y="32"/>
                      <a:pt x="114" y="40"/>
                      <a:pt x="115" y="50"/>
                    </a:cubicBezTo>
                    <a:cubicBezTo>
                      <a:pt x="116" y="52"/>
                      <a:pt x="116" y="55"/>
                      <a:pt x="116" y="57"/>
                    </a:cubicBezTo>
                    <a:cubicBezTo>
                      <a:pt x="116" y="60"/>
                      <a:pt x="116" y="62"/>
                      <a:pt x="115" y="65"/>
                    </a:cubicBezTo>
                    <a:cubicBezTo>
                      <a:pt x="115" y="70"/>
                      <a:pt x="113" y="75"/>
                      <a:pt x="111" y="80"/>
                    </a:cubicBezTo>
                    <a:cubicBezTo>
                      <a:pt x="109" y="84"/>
                      <a:pt x="106" y="89"/>
                      <a:pt x="103" y="93"/>
                    </a:cubicBezTo>
                    <a:cubicBezTo>
                      <a:pt x="99" y="97"/>
                      <a:pt x="95" y="101"/>
                      <a:pt x="91" y="104"/>
                    </a:cubicBezTo>
                    <a:cubicBezTo>
                      <a:pt x="86" y="107"/>
                      <a:pt x="81" y="110"/>
                      <a:pt x="76" y="112"/>
                    </a:cubicBezTo>
                    <a:cubicBezTo>
                      <a:pt x="70" y="113"/>
                      <a:pt x="65" y="114"/>
                      <a:pt x="59" y="114"/>
                    </a:cubicBezTo>
                    <a:cubicBezTo>
                      <a:pt x="57" y="114"/>
                      <a:pt x="56" y="114"/>
                      <a:pt x="55" y="114"/>
                    </a:cubicBezTo>
                    <a:cubicBezTo>
                      <a:pt x="53" y="114"/>
                      <a:pt x="52" y="114"/>
                      <a:pt x="51" y="114"/>
                    </a:cubicBezTo>
                    <a:cubicBezTo>
                      <a:pt x="46" y="113"/>
                      <a:pt x="46" y="113"/>
                      <a:pt x="46" y="113"/>
                    </a:cubicBezTo>
                    <a:cubicBezTo>
                      <a:pt x="45" y="112"/>
                      <a:pt x="44" y="112"/>
                      <a:pt x="42" y="112"/>
                    </a:cubicBezTo>
                    <a:cubicBezTo>
                      <a:pt x="37" y="110"/>
                      <a:pt x="32" y="108"/>
                      <a:pt x="27" y="104"/>
                    </a:cubicBezTo>
                    <a:cubicBezTo>
                      <a:pt x="25" y="103"/>
                      <a:pt x="23" y="101"/>
                      <a:pt x="21" y="99"/>
                    </a:cubicBezTo>
                    <a:cubicBezTo>
                      <a:pt x="19" y="97"/>
                      <a:pt x="17" y="95"/>
                      <a:pt x="15" y="93"/>
                    </a:cubicBezTo>
                    <a:cubicBezTo>
                      <a:pt x="12" y="89"/>
                      <a:pt x="9" y="85"/>
                      <a:pt x="7" y="80"/>
                    </a:cubicBezTo>
                    <a:cubicBezTo>
                      <a:pt x="2" y="70"/>
                      <a:pt x="0" y="60"/>
                      <a:pt x="2" y="50"/>
                    </a:cubicBezTo>
                    <a:cubicBezTo>
                      <a:pt x="3" y="41"/>
                      <a:pt x="6" y="32"/>
                      <a:pt x="11" y="25"/>
                    </a:cubicBezTo>
                    <a:cubicBezTo>
                      <a:pt x="12" y="23"/>
                      <a:pt x="14" y="22"/>
                      <a:pt x="15" y="20"/>
                    </a:cubicBezTo>
                    <a:cubicBezTo>
                      <a:pt x="16" y="19"/>
                      <a:pt x="16" y="19"/>
                      <a:pt x="16" y="19"/>
                    </a:cubicBezTo>
                    <a:cubicBezTo>
                      <a:pt x="16" y="19"/>
                      <a:pt x="17" y="18"/>
                      <a:pt x="17" y="18"/>
                    </a:cubicBezTo>
                    <a:cubicBezTo>
                      <a:pt x="18" y="17"/>
                      <a:pt x="18" y="17"/>
                      <a:pt x="19" y="16"/>
                    </a:cubicBezTo>
                    <a:cubicBezTo>
                      <a:pt x="20" y="15"/>
                      <a:pt x="21" y="14"/>
                      <a:pt x="23" y="13"/>
                    </a:cubicBezTo>
                    <a:cubicBezTo>
                      <a:pt x="24" y="12"/>
                      <a:pt x="26" y="10"/>
                      <a:pt x="27" y="9"/>
                    </a:cubicBezTo>
                    <a:cubicBezTo>
                      <a:pt x="29" y="8"/>
                      <a:pt x="30" y="8"/>
                      <a:pt x="32" y="7"/>
                    </a:cubicBezTo>
                    <a:cubicBezTo>
                      <a:pt x="33" y="6"/>
                      <a:pt x="34" y="6"/>
                      <a:pt x="36" y="5"/>
                    </a:cubicBezTo>
                    <a:cubicBezTo>
                      <a:pt x="39" y="4"/>
                      <a:pt x="41" y="3"/>
                      <a:pt x="43" y="2"/>
                    </a:cubicBezTo>
                    <a:cubicBezTo>
                      <a:pt x="48" y="1"/>
                      <a:pt x="52" y="0"/>
                      <a:pt x="54" y="0"/>
                    </a:cubicBezTo>
                    <a:cubicBezTo>
                      <a:pt x="56" y="0"/>
                      <a:pt x="57" y="0"/>
                      <a:pt x="57" y="0"/>
                    </a:cubicBezTo>
                    <a:cubicBezTo>
                      <a:pt x="58" y="0"/>
                      <a:pt x="58" y="0"/>
                      <a:pt x="58" y="0"/>
                    </a:cubicBezTo>
                    <a:cubicBezTo>
                      <a:pt x="60" y="0"/>
                      <a:pt x="60" y="1"/>
                      <a:pt x="61" y="2"/>
                    </a:cubicBezTo>
                    <a:cubicBezTo>
                      <a:pt x="61" y="3"/>
                      <a:pt x="60" y="4"/>
                      <a:pt x="59" y="4"/>
                    </a:cubicBezTo>
                    <a:cubicBezTo>
                      <a:pt x="58" y="4"/>
                      <a:pt x="58" y="4"/>
                      <a:pt x="58" y="4"/>
                    </a:cubicBezTo>
                    <a:cubicBezTo>
                      <a:pt x="58" y="4"/>
                      <a:pt x="58" y="4"/>
                      <a:pt x="58" y="4"/>
                    </a:cubicBezTo>
                    <a:cubicBezTo>
                      <a:pt x="57" y="4"/>
                      <a:pt x="56" y="4"/>
                      <a:pt x="55" y="4"/>
                    </a:cubicBezTo>
                    <a:cubicBezTo>
                      <a:pt x="52" y="5"/>
                      <a:pt x="49" y="5"/>
                      <a:pt x="45" y="7"/>
                    </a:cubicBezTo>
                    <a:cubicBezTo>
                      <a:pt x="42" y="7"/>
                      <a:pt x="40" y="8"/>
                      <a:pt x="38" y="9"/>
                    </a:cubicBezTo>
                    <a:cubicBezTo>
                      <a:pt x="36" y="10"/>
                      <a:pt x="35" y="10"/>
                      <a:pt x="34" y="11"/>
                    </a:cubicBezTo>
                    <a:cubicBezTo>
                      <a:pt x="33" y="12"/>
                      <a:pt x="31" y="12"/>
                      <a:pt x="30" y="13"/>
                    </a:cubicBezTo>
                    <a:cubicBezTo>
                      <a:pt x="29" y="14"/>
                      <a:pt x="28" y="15"/>
                      <a:pt x="26" y="16"/>
                    </a:cubicBezTo>
                    <a:cubicBezTo>
                      <a:pt x="25" y="17"/>
                      <a:pt x="24" y="18"/>
                      <a:pt x="22" y="20"/>
                    </a:cubicBezTo>
                    <a:cubicBezTo>
                      <a:pt x="22" y="20"/>
                      <a:pt x="21" y="21"/>
                      <a:pt x="20" y="22"/>
                    </a:cubicBezTo>
                    <a:cubicBezTo>
                      <a:pt x="20" y="22"/>
                      <a:pt x="20" y="22"/>
                      <a:pt x="20" y="22"/>
                    </a:cubicBezTo>
                    <a:cubicBezTo>
                      <a:pt x="19" y="24"/>
                      <a:pt x="19" y="24"/>
                      <a:pt x="19" y="24"/>
                    </a:cubicBezTo>
                    <a:cubicBezTo>
                      <a:pt x="18" y="25"/>
                      <a:pt x="16" y="26"/>
                      <a:pt x="15" y="28"/>
                    </a:cubicBezTo>
                    <a:cubicBezTo>
                      <a:pt x="11" y="34"/>
                      <a:pt x="8" y="42"/>
                      <a:pt x="7" y="51"/>
                    </a:cubicBezTo>
                    <a:cubicBezTo>
                      <a:pt x="6" y="60"/>
                      <a:pt x="8" y="69"/>
                      <a:pt x="12" y="77"/>
                    </a:cubicBezTo>
                    <a:cubicBezTo>
                      <a:pt x="14" y="82"/>
                      <a:pt x="16" y="86"/>
                      <a:pt x="20" y="90"/>
                    </a:cubicBezTo>
                    <a:cubicBezTo>
                      <a:pt x="21" y="92"/>
                      <a:pt x="23" y="93"/>
                      <a:pt x="25" y="95"/>
                    </a:cubicBezTo>
                    <a:cubicBezTo>
                      <a:pt x="27" y="97"/>
                      <a:pt x="28" y="98"/>
                      <a:pt x="31" y="100"/>
                    </a:cubicBezTo>
                    <a:cubicBezTo>
                      <a:pt x="35" y="103"/>
                      <a:pt x="39" y="105"/>
                      <a:pt x="44" y="106"/>
                    </a:cubicBezTo>
                    <a:cubicBezTo>
                      <a:pt x="45" y="106"/>
                      <a:pt x="46" y="107"/>
                      <a:pt x="48" y="107"/>
                    </a:cubicBezTo>
                    <a:cubicBezTo>
                      <a:pt x="51" y="108"/>
                      <a:pt x="51" y="108"/>
                      <a:pt x="51" y="108"/>
                    </a:cubicBezTo>
                    <a:cubicBezTo>
                      <a:pt x="54" y="108"/>
                      <a:pt x="57" y="108"/>
                      <a:pt x="59" y="108"/>
                    </a:cubicBezTo>
                    <a:cubicBezTo>
                      <a:pt x="64" y="108"/>
                      <a:pt x="69" y="107"/>
                      <a:pt x="74" y="106"/>
                    </a:cubicBezTo>
                    <a:cubicBezTo>
                      <a:pt x="79" y="104"/>
                      <a:pt x="83" y="102"/>
                      <a:pt x="87" y="99"/>
                    </a:cubicBezTo>
                    <a:cubicBezTo>
                      <a:pt x="91" y="97"/>
                      <a:pt x="95" y="93"/>
                      <a:pt x="98" y="90"/>
                    </a:cubicBezTo>
                    <a:cubicBezTo>
                      <a:pt x="101" y="86"/>
                      <a:pt x="104" y="82"/>
                      <a:pt x="106" y="77"/>
                    </a:cubicBezTo>
                    <a:cubicBezTo>
                      <a:pt x="108" y="73"/>
                      <a:pt x="109" y="68"/>
                      <a:pt x="110" y="64"/>
                    </a:cubicBezTo>
                    <a:cubicBezTo>
                      <a:pt x="110" y="62"/>
                      <a:pt x="110" y="59"/>
                      <a:pt x="110" y="57"/>
                    </a:cubicBezTo>
                    <a:cubicBezTo>
                      <a:pt x="110" y="55"/>
                      <a:pt x="110" y="53"/>
                      <a:pt x="110" y="51"/>
                    </a:cubicBezTo>
                    <a:cubicBezTo>
                      <a:pt x="109" y="42"/>
                      <a:pt x="106" y="34"/>
                      <a:pt x="102" y="28"/>
                    </a:cubicBezTo>
                    <a:cubicBezTo>
                      <a:pt x="97" y="21"/>
                      <a:pt x="92" y="17"/>
                      <a:pt x="87" y="13"/>
                    </a:cubicBezTo>
                    <a:cubicBezTo>
                      <a:pt x="82" y="9"/>
                      <a:pt x="77" y="8"/>
                      <a:pt x="72" y="6"/>
                    </a:cubicBezTo>
                    <a:cubicBezTo>
                      <a:pt x="70" y="6"/>
                      <a:pt x="68" y="5"/>
                      <a:pt x="67" y="5"/>
                    </a:cubicBezTo>
                    <a:cubicBezTo>
                      <a:pt x="65" y="5"/>
                      <a:pt x="63" y="4"/>
                      <a:pt x="62" y="4"/>
                    </a:cubicBezTo>
                    <a:cubicBezTo>
                      <a:pt x="60" y="4"/>
                      <a:pt x="58" y="4"/>
                      <a:pt x="58" y="4"/>
                    </a:cubicBezTo>
                    <a:cubicBezTo>
                      <a:pt x="57" y="4"/>
                      <a:pt x="56" y="3"/>
                      <a:pt x="56" y="2"/>
                    </a:cubicBezTo>
                    <a:cubicBezTo>
                      <a:pt x="56" y="1"/>
                      <a:pt x="57" y="0"/>
                      <a:pt x="59" y="0"/>
                    </a:cubicBezTo>
                    <a:close/>
                  </a:path>
                </a:pathLst>
              </a:custGeom>
              <a:noFill/>
              <a:ln cap="flat"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71" name="Google Shape;471;p14"/>
              <p:cNvSpPr/>
              <p:nvPr/>
            </p:nvSpPr>
            <p:spPr>
              <a:xfrm>
                <a:off x="3456963" y="4011530"/>
                <a:ext cx="295839" cy="443475"/>
              </a:xfrm>
              <a:custGeom>
                <a:rect b="b" l="l" r="r" t="t"/>
                <a:pathLst>
                  <a:path extrusionOk="0" h="113" w="78">
                    <a:moveTo>
                      <a:pt x="25" y="0"/>
                    </a:moveTo>
                    <a:cubicBezTo>
                      <a:pt x="25" y="0"/>
                      <a:pt x="25" y="0"/>
                      <a:pt x="27" y="0"/>
                    </a:cubicBezTo>
                    <a:cubicBezTo>
                      <a:pt x="28" y="0"/>
                      <a:pt x="30" y="0"/>
                      <a:pt x="33" y="1"/>
                    </a:cubicBezTo>
                    <a:cubicBezTo>
                      <a:pt x="38" y="2"/>
                      <a:pt x="45" y="5"/>
                      <a:pt x="53" y="10"/>
                    </a:cubicBezTo>
                    <a:cubicBezTo>
                      <a:pt x="56" y="12"/>
                      <a:pt x="60" y="15"/>
                      <a:pt x="64" y="19"/>
                    </a:cubicBezTo>
                    <a:cubicBezTo>
                      <a:pt x="67" y="23"/>
                      <a:pt x="70" y="28"/>
                      <a:pt x="73" y="33"/>
                    </a:cubicBezTo>
                    <a:cubicBezTo>
                      <a:pt x="75" y="38"/>
                      <a:pt x="77" y="44"/>
                      <a:pt x="77" y="50"/>
                    </a:cubicBezTo>
                    <a:cubicBezTo>
                      <a:pt x="77" y="51"/>
                      <a:pt x="78" y="53"/>
                      <a:pt x="78" y="54"/>
                    </a:cubicBezTo>
                    <a:cubicBezTo>
                      <a:pt x="78" y="55"/>
                      <a:pt x="78" y="56"/>
                      <a:pt x="78" y="57"/>
                    </a:cubicBezTo>
                    <a:cubicBezTo>
                      <a:pt x="78" y="59"/>
                      <a:pt x="78" y="59"/>
                      <a:pt x="78" y="59"/>
                    </a:cubicBezTo>
                    <a:cubicBezTo>
                      <a:pt x="77" y="62"/>
                      <a:pt x="77" y="65"/>
                      <a:pt x="76" y="68"/>
                    </a:cubicBezTo>
                    <a:cubicBezTo>
                      <a:pt x="74" y="80"/>
                      <a:pt x="67" y="91"/>
                      <a:pt x="58" y="98"/>
                    </a:cubicBezTo>
                    <a:cubicBezTo>
                      <a:pt x="50" y="105"/>
                      <a:pt x="40" y="110"/>
                      <a:pt x="31" y="112"/>
                    </a:cubicBezTo>
                    <a:cubicBezTo>
                      <a:pt x="27" y="113"/>
                      <a:pt x="23" y="113"/>
                      <a:pt x="19" y="113"/>
                    </a:cubicBezTo>
                    <a:cubicBezTo>
                      <a:pt x="17" y="113"/>
                      <a:pt x="15" y="113"/>
                      <a:pt x="14" y="113"/>
                    </a:cubicBezTo>
                    <a:cubicBezTo>
                      <a:pt x="12" y="112"/>
                      <a:pt x="11" y="112"/>
                      <a:pt x="9" y="112"/>
                    </a:cubicBezTo>
                    <a:cubicBezTo>
                      <a:pt x="4" y="111"/>
                      <a:pt x="2" y="111"/>
                      <a:pt x="2" y="111"/>
                    </a:cubicBezTo>
                    <a:cubicBezTo>
                      <a:pt x="0" y="110"/>
                      <a:pt x="0" y="109"/>
                      <a:pt x="0" y="108"/>
                    </a:cubicBezTo>
                    <a:cubicBezTo>
                      <a:pt x="0" y="107"/>
                      <a:pt x="1" y="106"/>
                      <a:pt x="2" y="106"/>
                    </a:cubicBezTo>
                    <a:cubicBezTo>
                      <a:pt x="2" y="106"/>
                      <a:pt x="5" y="107"/>
                      <a:pt x="10" y="108"/>
                    </a:cubicBezTo>
                    <a:cubicBezTo>
                      <a:pt x="11" y="108"/>
                      <a:pt x="13" y="108"/>
                      <a:pt x="14" y="108"/>
                    </a:cubicBezTo>
                    <a:cubicBezTo>
                      <a:pt x="16" y="108"/>
                      <a:pt x="17" y="108"/>
                      <a:pt x="19" y="108"/>
                    </a:cubicBezTo>
                    <a:cubicBezTo>
                      <a:pt x="22" y="108"/>
                      <a:pt x="26" y="108"/>
                      <a:pt x="30" y="107"/>
                    </a:cubicBezTo>
                    <a:cubicBezTo>
                      <a:pt x="38" y="105"/>
                      <a:pt x="47" y="101"/>
                      <a:pt x="55" y="94"/>
                    </a:cubicBezTo>
                    <a:cubicBezTo>
                      <a:pt x="62" y="87"/>
                      <a:pt x="68" y="77"/>
                      <a:pt x="71" y="67"/>
                    </a:cubicBezTo>
                    <a:cubicBezTo>
                      <a:pt x="71" y="64"/>
                      <a:pt x="71" y="61"/>
                      <a:pt x="72" y="59"/>
                    </a:cubicBezTo>
                    <a:cubicBezTo>
                      <a:pt x="72" y="56"/>
                      <a:pt x="72" y="56"/>
                      <a:pt x="72" y="56"/>
                    </a:cubicBezTo>
                    <a:cubicBezTo>
                      <a:pt x="72" y="56"/>
                      <a:pt x="72" y="55"/>
                      <a:pt x="72" y="54"/>
                    </a:cubicBezTo>
                    <a:cubicBezTo>
                      <a:pt x="72" y="53"/>
                      <a:pt x="71" y="52"/>
                      <a:pt x="71" y="50"/>
                    </a:cubicBezTo>
                    <a:cubicBezTo>
                      <a:pt x="71" y="45"/>
                      <a:pt x="69" y="40"/>
                      <a:pt x="67" y="35"/>
                    </a:cubicBezTo>
                    <a:cubicBezTo>
                      <a:pt x="63" y="26"/>
                      <a:pt x="56" y="19"/>
                      <a:pt x="50" y="14"/>
                    </a:cubicBezTo>
                    <a:cubicBezTo>
                      <a:pt x="43" y="9"/>
                      <a:pt x="36" y="7"/>
                      <a:pt x="32" y="5"/>
                    </a:cubicBezTo>
                    <a:cubicBezTo>
                      <a:pt x="29" y="5"/>
                      <a:pt x="28" y="4"/>
                      <a:pt x="26" y="4"/>
                    </a:cubicBezTo>
                    <a:cubicBezTo>
                      <a:pt x="25" y="4"/>
                      <a:pt x="24" y="4"/>
                      <a:pt x="24" y="4"/>
                    </a:cubicBezTo>
                    <a:cubicBezTo>
                      <a:pt x="23" y="4"/>
                      <a:pt x="22" y="3"/>
                      <a:pt x="22" y="1"/>
                    </a:cubicBezTo>
                    <a:cubicBezTo>
                      <a:pt x="23" y="0"/>
                      <a:pt x="24" y="0"/>
                      <a:pt x="25" y="0"/>
                    </a:cubicBezTo>
                    <a:close/>
                  </a:path>
                </a:pathLst>
              </a:custGeom>
              <a:noFill/>
              <a:ln cap="flat"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72" name="Google Shape;472;p14"/>
              <p:cNvSpPr/>
              <p:nvPr/>
            </p:nvSpPr>
            <p:spPr>
              <a:xfrm>
                <a:off x="3996279" y="1880688"/>
                <a:ext cx="354744" cy="373168"/>
              </a:xfrm>
              <a:custGeom>
                <a:rect b="b" l="l" r="r" t="t"/>
                <a:pathLst>
                  <a:path extrusionOk="0" h="95" w="93">
                    <a:moveTo>
                      <a:pt x="60" y="2"/>
                    </a:moveTo>
                    <a:cubicBezTo>
                      <a:pt x="60" y="2"/>
                      <a:pt x="60" y="2"/>
                      <a:pt x="59" y="2"/>
                    </a:cubicBezTo>
                    <a:cubicBezTo>
                      <a:pt x="45" y="0"/>
                      <a:pt x="31" y="9"/>
                      <a:pt x="26" y="22"/>
                    </a:cubicBezTo>
                    <a:cubicBezTo>
                      <a:pt x="24" y="28"/>
                      <a:pt x="24" y="34"/>
                      <a:pt x="22" y="40"/>
                    </a:cubicBezTo>
                    <a:cubicBezTo>
                      <a:pt x="20" y="46"/>
                      <a:pt x="16" y="51"/>
                      <a:pt x="11" y="55"/>
                    </a:cubicBezTo>
                    <a:cubicBezTo>
                      <a:pt x="8" y="57"/>
                      <a:pt x="6" y="58"/>
                      <a:pt x="3" y="60"/>
                    </a:cubicBezTo>
                    <a:cubicBezTo>
                      <a:pt x="1" y="62"/>
                      <a:pt x="0" y="65"/>
                      <a:pt x="0" y="68"/>
                    </a:cubicBezTo>
                    <a:cubicBezTo>
                      <a:pt x="1" y="74"/>
                      <a:pt x="10" y="74"/>
                      <a:pt x="15" y="75"/>
                    </a:cubicBezTo>
                    <a:cubicBezTo>
                      <a:pt x="22" y="77"/>
                      <a:pt x="57" y="86"/>
                      <a:pt x="67" y="89"/>
                    </a:cubicBezTo>
                    <a:cubicBezTo>
                      <a:pt x="72" y="90"/>
                      <a:pt x="77" y="91"/>
                      <a:pt x="81" y="92"/>
                    </a:cubicBezTo>
                    <a:cubicBezTo>
                      <a:pt x="84" y="94"/>
                      <a:pt x="88" y="95"/>
                      <a:pt x="91" y="92"/>
                    </a:cubicBezTo>
                    <a:cubicBezTo>
                      <a:pt x="93" y="90"/>
                      <a:pt x="93" y="86"/>
                      <a:pt x="92" y="83"/>
                    </a:cubicBezTo>
                    <a:cubicBezTo>
                      <a:pt x="91" y="80"/>
                      <a:pt x="89" y="78"/>
                      <a:pt x="88" y="75"/>
                    </a:cubicBezTo>
                    <a:cubicBezTo>
                      <a:pt x="85" y="69"/>
                      <a:pt x="84" y="63"/>
                      <a:pt x="85" y="56"/>
                    </a:cubicBezTo>
                    <a:cubicBezTo>
                      <a:pt x="86" y="51"/>
                      <a:pt x="89" y="45"/>
                      <a:pt x="90" y="39"/>
                    </a:cubicBezTo>
                    <a:cubicBezTo>
                      <a:pt x="93" y="25"/>
                      <a:pt x="84" y="10"/>
                      <a:pt x="71" y="5"/>
                    </a:cubicBezTo>
                    <a:lnTo>
                      <a:pt x="60" y="2"/>
                    </a:ln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73" name="Google Shape;473;p14"/>
              <p:cNvSpPr/>
              <p:nvPr/>
            </p:nvSpPr>
            <p:spPr>
              <a:xfrm>
                <a:off x="4103619" y="2190308"/>
                <a:ext cx="121739" cy="82475"/>
              </a:xfrm>
              <a:custGeom>
                <a:rect b="b" l="l" r="r" t="t"/>
                <a:pathLst>
                  <a:path extrusionOk="0" h="21" w="32">
                    <a:moveTo>
                      <a:pt x="2" y="0"/>
                    </a:moveTo>
                    <a:cubicBezTo>
                      <a:pt x="0" y="5"/>
                      <a:pt x="2" y="11"/>
                      <a:pt x="6" y="15"/>
                    </a:cubicBezTo>
                    <a:cubicBezTo>
                      <a:pt x="10" y="19"/>
                      <a:pt x="16" y="21"/>
                      <a:pt x="21" y="19"/>
                    </a:cubicBezTo>
                    <a:cubicBezTo>
                      <a:pt x="26" y="18"/>
                      <a:pt x="31" y="13"/>
                      <a:pt x="32" y="8"/>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74" name="Google Shape;474;p14"/>
              <p:cNvSpPr/>
              <p:nvPr/>
            </p:nvSpPr>
            <p:spPr>
              <a:xfrm>
                <a:off x="4233212" y="1767115"/>
                <a:ext cx="60215" cy="128445"/>
              </a:xfrm>
              <a:custGeom>
                <a:rect b="b" l="l" r="r" t="t"/>
                <a:pathLst>
                  <a:path extrusionOk="0" h="33" w="16">
                    <a:moveTo>
                      <a:pt x="0" y="31"/>
                    </a:moveTo>
                    <a:cubicBezTo>
                      <a:pt x="1" y="22"/>
                      <a:pt x="3" y="15"/>
                      <a:pt x="6" y="7"/>
                    </a:cubicBezTo>
                    <a:cubicBezTo>
                      <a:pt x="6" y="5"/>
                      <a:pt x="7" y="3"/>
                      <a:pt x="8" y="2"/>
                    </a:cubicBezTo>
                    <a:cubicBezTo>
                      <a:pt x="9" y="1"/>
                      <a:pt x="11" y="0"/>
                      <a:pt x="13" y="1"/>
                    </a:cubicBezTo>
                    <a:cubicBezTo>
                      <a:pt x="14" y="1"/>
                      <a:pt x="15" y="3"/>
                      <a:pt x="15" y="4"/>
                    </a:cubicBezTo>
                    <a:cubicBezTo>
                      <a:pt x="15" y="6"/>
                      <a:pt x="16" y="8"/>
                      <a:pt x="16" y="9"/>
                    </a:cubicBezTo>
                    <a:cubicBezTo>
                      <a:pt x="16" y="18"/>
                      <a:pt x="13" y="27"/>
                      <a:pt x="8" y="33"/>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75" name="Google Shape;475;p14"/>
              <p:cNvSpPr/>
              <p:nvPr/>
            </p:nvSpPr>
            <p:spPr>
              <a:xfrm>
                <a:off x="4004134" y="2241687"/>
                <a:ext cx="53669" cy="47322"/>
              </a:xfrm>
              <a:custGeom>
                <a:rect b="b" l="l" r="r" t="t"/>
                <a:pathLst>
                  <a:path extrusionOk="0" h="12" w="14">
                    <a:moveTo>
                      <a:pt x="14" y="0"/>
                    </a:moveTo>
                    <a:cubicBezTo>
                      <a:pt x="9" y="4"/>
                      <a:pt x="5" y="8"/>
                      <a:pt x="0" y="12"/>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76" name="Google Shape;476;p14"/>
              <p:cNvSpPr/>
              <p:nvPr/>
            </p:nvSpPr>
            <p:spPr>
              <a:xfrm>
                <a:off x="4247611" y="1950995"/>
                <a:ext cx="34035" cy="223089"/>
              </a:xfrm>
              <a:custGeom>
                <a:rect b="b" l="l" r="r" t="t"/>
                <a:pathLst>
                  <a:path extrusionOk="0" h="57" w="9">
                    <a:moveTo>
                      <a:pt x="0" y="0"/>
                    </a:moveTo>
                    <a:cubicBezTo>
                      <a:pt x="6" y="3"/>
                      <a:pt x="9" y="11"/>
                      <a:pt x="9" y="17"/>
                    </a:cubicBezTo>
                    <a:cubicBezTo>
                      <a:pt x="8" y="24"/>
                      <a:pt x="6" y="30"/>
                      <a:pt x="4" y="37"/>
                    </a:cubicBezTo>
                    <a:cubicBezTo>
                      <a:pt x="2" y="43"/>
                      <a:pt x="1" y="51"/>
                      <a:pt x="5" y="57"/>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77" name="Google Shape;477;p14"/>
              <p:cNvSpPr/>
              <p:nvPr/>
            </p:nvSpPr>
            <p:spPr>
              <a:xfrm>
                <a:off x="4129800" y="2311994"/>
                <a:ext cx="19635" cy="90587"/>
              </a:xfrm>
              <a:custGeom>
                <a:rect b="b" l="l" r="r" t="t"/>
                <a:pathLst>
                  <a:path extrusionOk="0" h="23" w="5">
                    <a:moveTo>
                      <a:pt x="5" y="0"/>
                    </a:moveTo>
                    <a:cubicBezTo>
                      <a:pt x="3" y="7"/>
                      <a:pt x="1" y="15"/>
                      <a:pt x="0" y="23"/>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78" name="Google Shape;478;p14"/>
              <p:cNvSpPr/>
              <p:nvPr/>
            </p:nvSpPr>
            <p:spPr>
              <a:xfrm>
                <a:off x="4235830" y="2295769"/>
                <a:ext cx="61524" cy="63546"/>
              </a:xfrm>
              <a:custGeom>
                <a:rect b="b" l="l" r="r" t="t"/>
                <a:pathLst>
                  <a:path extrusionOk="0" h="16" w="16">
                    <a:moveTo>
                      <a:pt x="0" y="0"/>
                    </a:moveTo>
                    <a:cubicBezTo>
                      <a:pt x="5" y="5"/>
                      <a:pt x="10" y="11"/>
                      <a:pt x="16" y="16"/>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79" name="Google Shape;479;p14"/>
              <p:cNvSpPr/>
              <p:nvPr/>
            </p:nvSpPr>
            <p:spPr>
              <a:xfrm>
                <a:off x="3947845" y="2539139"/>
                <a:ext cx="307620" cy="443475"/>
              </a:xfrm>
              <a:custGeom>
                <a:rect b="b" l="l" r="r" t="t"/>
                <a:pathLst>
                  <a:path extrusionOk="0" h="113" w="81">
                    <a:moveTo>
                      <a:pt x="6" y="59"/>
                    </a:moveTo>
                    <a:cubicBezTo>
                      <a:pt x="3" y="51"/>
                      <a:pt x="0" y="42"/>
                      <a:pt x="2" y="33"/>
                    </a:cubicBezTo>
                    <a:cubicBezTo>
                      <a:pt x="3" y="21"/>
                      <a:pt x="12" y="11"/>
                      <a:pt x="22" y="6"/>
                    </a:cubicBezTo>
                    <a:cubicBezTo>
                      <a:pt x="35" y="0"/>
                      <a:pt x="52" y="1"/>
                      <a:pt x="64" y="10"/>
                    </a:cubicBezTo>
                    <a:cubicBezTo>
                      <a:pt x="76" y="20"/>
                      <a:pt x="81" y="36"/>
                      <a:pt x="78" y="50"/>
                    </a:cubicBezTo>
                    <a:cubicBezTo>
                      <a:pt x="76" y="59"/>
                      <a:pt x="71" y="68"/>
                      <a:pt x="66" y="76"/>
                    </a:cubicBezTo>
                    <a:cubicBezTo>
                      <a:pt x="61" y="84"/>
                      <a:pt x="55" y="92"/>
                      <a:pt x="49" y="100"/>
                    </a:cubicBezTo>
                    <a:cubicBezTo>
                      <a:pt x="47" y="103"/>
                      <a:pt x="44" y="111"/>
                      <a:pt x="41" y="112"/>
                    </a:cubicBezTo>
                    <a:cubicBezTo>
                      <a:pt x="37" y="113"/>
                      <a:pt x="34" y="108"/>
                      <a:pt x="32" y="106"/>
                    </a:cubicBezTo>
                    <a:cubicBezTo>
                      <a:pt x="21" y="92"/>
                      <a:pt x="13" y="76"/>
                      <a:pt x="6" y="59"/>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80" name="Google Shape;480;p14"/>
              <p:cNvSpPr/>
              <p:nvPr/>
            </p:nvSpPr>
            <p:spPr>
              <a:xfrm>
                <a:off x="4000206" y="2606742"/>
                <a:ext cx="195044" cy="160894"/>
              </a:xfrm>
              <a:custGeom>
                <a:rect b="b" l="l" r="r" t="t"/>
                <a:pathLst>
                  <a:path extrusionOk="0" h="41" w="51">
                    <a:moveTo>
                      <a:pt x="17" y="38"/>
                    </a:moveTo>
                    <a:cubicBezTo>
                      <a:pt x="24" y="41"/>
                      <a:pt x="32" y="40"/>
                      <a:pt x="38" y="36"/>
                    </a:cubicBezTo>
                    <a:cubicBezTo>
                      <a:pt x="51" y="26"/>
                      <a:pt x="42" y="0"/>
                      <a:pt x="22" y="5"/>
                    </a:cubicBezTo>
                    <a:cubicBezTo>
                      <a:pt x="5" y="9"/>
                      <a:pt x="0" y="31"/>
                      <a:pt x="17" y="38"/>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81" name="Google Shape;481;p14"/>
              <p:cNvSpPr/>
              <p:nvPr/>
            </p:nvSpPr>
            <p:spPr>
              <a:xfrm>
                <a:off x="4008060" y="2955573"/>
                <a:ext cx="163627" cy="66250"/>
              </a:xfrm>
              <a:custGeom>
                <a:rect b="b" l="l" r="r" t="t"/>
                <a:pathLst>
                  <a:path extrusionOk="0" h="17" w="43">
                    <a:moveTo>
                      <a:pt x="16" y="0"/>
                    </a:moveTo>
                    <a:cubicBezTo>
                      <a:pt x="12" y="1"/>
                      <a:pt x="8" y="2"/>
                      <a:pt x="5" y="4"/>
                    </a:cubicBezTo>
                    <a:cubicBezTo>
                      <a:pt x="2" y="6"/>
                      <a:pt x="0" y="11"/>
                      <a:pt x="3" y="14"/>
                    </a:cubicBezTo>
                    <a:cubicBezTo>
                      <a:pt x="5" y="17"/>
                      <a:pt x="9" y="17"/>
                      <a:pt x="12" y="17"/>
                    </a:cubicBezTo>
                    <a:cubicBezTo>
                      <a:pt x="20" y="17"/>
                      <a:pt x="27" y="16"/>
                      <a:pt x="34" y="14"/>
                    </a:cubicBezTo>
                    <a:cubicBezTo>
                      <a:pt x="36" y="13"/>
                      <a:pt x="38" y="13"/>
                      <a:pt x="40" y="11"/>
                    </a:cubicBezTo>
                    <a:cubicBezTo>
                      <a:pt x="42" y="10"/>
                      <a:pt x="43" y="8"/>
                      <a:pt x="42" y="5"/>
                    </a:cubicBezTo>
                    <a:cubicBezTo>
                      <a:pt x="42" y="3"/>
                      <a:pt x="40" y="2"/>
                      <a:pt x="38" y="1"/>
                    </a:cubicBezTo>
                    <a:cubicBezTo>
                      <a:pt x="35" y="1"/>
                      <a:pt x="33" y="1"/>
                      <a:pt x="31" y="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82" name="Google Shape;482;p14"/>
              <p:cNvSpPr/>
              <p:nvPr/>
            </p:nvSpPr>
            <p:spPr>
              <a:xfrm>
                <a:off x="3905957" y="4290053"/>
                <a:ext cx="45815" cy="160894"/>
              </a:xfrm>
              <a:custGeom>
                <a:rect b="b" l="l" r="r" t="t"/>
                <a:pathLst>
                  <a:path extrusionOk="0" h="41" w="12">
                    <a:moveTo>
                      <a:pt x="12" y="41"/>
                    </a:moveTo>
                    <a:cubicBezTo>
                      <a:pt x="3" y="31"/>
                      <a:pt x="0" y="14"/>
                      <a:pt x="3"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83" name="Google Shape;483;p14"/>
              <p:cNvSpPr/>
              <p:nvPr/>
            </p:nvSpPr>
            <p:spPr>
              <a:xfrm>
                <a:off x="3916429" y="4290053"/>
                <a:ext cx="247405" cy="129797"/>
              </a:xfrm>
              <a:custGeom>
                <a:rect b="b" l="l" r="r" t="t"/>
                <a:pathLst>
                  <a:path extrusionOk="0" h="33" w="65">
                    <a:moveTo>
                      <a:pt x="0" y="0"/>
                    </a:moveTo>
                    <a:cubicBezTo>
                      <a:pt x="15" y="20"/>
                      <a:pt x="40" y="33"/>
                      <a:pt x="65" y="33"/>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84" name="Google Shape;484;p14"/>
              <p:cNvSpPr/>
              <p:nvPr/>
            </p:nvSpPr>
            <p:spPr>
              <a:xfrm>
                <a:off x="4155980" y="4267068"/>
                <a:ext cx="179335" cy="148726"/>
              </a:xfrm>
              <a:custGeom>
                <a:rect b="b" l="l" r="r" t="t"/>
                <a:pathLst>
                  <a:path extrusionOk="0" h="38" w="47">
                    <a:moveTo>
                      <a:pt x="2" y="38"/>
                    </a:moveTo>
                    <a:cubicBezTo>
                      <a:pt x="0" y="30"/>
                      <a:pt x="1" y="21"/>
                      <a:pt x="6" y="14"/>
                    </a:cubicBezTo>
                    <a:cubicBezTo>
                      <a:pt x="11" y="6"/>
                      <a:pt x="19" y="1"/>
                      <a:pt x="28" y="1"/>
                    </a:cubicBezTo>
                    <a:cubicBezTo>
                      <a:pt x="35" y="0"/>
                      <a:pt x="42" y="4"/>
                      <a:pt x="47" y="9"/>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85" name="Google Shape;485;p14"/>
              <p:cNvSpPr/>
              <p:nvPr/>
            </p:nvSpPr>
            <p:spPr>
              <a:xfrm>
                <a:off x="4339243" y="4273829"/>
                <a:ext cx="113884" cy="154134"/>
              </a:xfrm>
              <a:custGeom>
                <a:rect b="b" l="l" r="r" t="t"/>
                <a:pathLst>
                  <a:path extrusionOk="0" h="39" w="30">
                    <a:moveTo>
                      <a:pt x="0" y="8"/>
                    </a:moveTo>
                    <a:cubicBezTo>
                      <a:pt x="7" y="5"/>
                      <a:pt x="16" y="2"/>
                      <a:pt x="22" y="0"/>
                    </a:cubicBezTo>
                    <a:cubicBezTo>
                      <a:pt x="5" y="23"/>
                      <a:pt x="5" y="23"/>
                      <a:pt x="5" y="23"/>
                    </a:cubicBezTo>
                    <a:cubicBezTo>
                      <a:pt x="30" y="17"/>
                      <a:pt x="30" y="17"/>
                      <a:pt x="30" y="17"/>
                    </a:cubicBezTo>
                    <a:cubicBezTo>
                      <a:pt x="23" y="25"/>
                      <a:pt x="17" y="32"/>
                      <a:pt x="10" y="39"/>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86" name="Google Shape;486;p14"/>
              <p:cNvSpPr/>
              <p:nvPr/>
            </p:nvSpPr>
            <p:spPr>
              <a:xfrm>
                <a:off x="3871922" y="4427963"/>
                <a:ext cx="509209" cy="317733"/>
              </a:xfrm>
              <a:custGeom>
                <a:rect b="b" l="l" r="r" t="t"/>
                <a:pathLst>
                  <a:path extrusionOk="0" h="81" w="134">
                    <a:moveTo>
                      <a:pt x="0" y="67"/>
                    </a:moveTo>
                    <a:cubicBezTo>
                      <a:pt x="27" y="78"/>
                      <a:pt x="59" y="81"/>
                      <a:pt x="86" y="69"/>
                    </a:cubicBezTo>
                    <a:cubicBezTo>
                      <a:pt x="113" y="57"/>
                      <a:pt x="134" y="30"/>
                      <a:pt x="133"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87" name="Google Shape;487;p14"/>
              <p:cNvSpPr/>
              <p:nvPr/>
            </p:nvSpPr>
            <p:spPr>
              <a:xfrm>
                <a:off x="3867995" y="4632123"/>
                <a:ext cx="189808" cy="54082"/>
              </a:xfrm>
              <a:custGeom>
                <a:rect b="b" l="l" r="r" t="t"/>
                <a:pathLst>
                  <a:path extrusionOk="0" h="14" w="50">
                    <a:moveTo>
                      <a:pt x="0" y="14"/>
                    </a:moveTo>
                    <a:cubicBezTo>
                      <a:pt x="17" y="13"/>
                      <a:pt x="34" y="8"/>
                      <a:pt x="50"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88" name="Google Shape;488;p14"/>
              <p:cNvSpPr/>
              <p:nvPr/>
            </p:nvSpPr>
            <p:spPr>
              <a:xfrm>
                <a:off x="3928210" y="4560465"/>
                <a:ext cx="129593" cy="71659"/>
              </a:xfrm>
              <a:custGeom>
                <a:rect b="b" l="l" r="r" t="t"/>
                <a:pathLst>
                  <a:path extrusionOk="0" h="18" w="34">
                    <a:moveTo>
                      <a:pt x="0" y="0"/>
                    </a:moveTo>
                    <a:cubicBezTo>
                      <a:pt x="8" y="10"/>
                      <a:pt x="22" y="16"/>
                      <a:pt x="34" y="18"/>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89" name="Google Shape;489;p14"/>
              <p:cNvSpPr/>
              <p:nvPr/>
            </p:nvSpPr>
            <p:spPr>
              <a:xfrm>
                <a:off x="3928210" y="4552352"/>
                <a:ext cx="65451" cy="8112"/>
              </a:xfrm>
              <a:custGeom>
                <a:rect b="b" l="l" r="r" t="t"/>
                <a:pathLst>
                  <a:path extrusionOk="0" h="2" w="17">
                    <a:moveTo>
                      <a:pt x="0" y="2"/>
                    </a:moveTo>
                    <a:cubicBezTo>
                      <a:pt x="5" y="2"/>
                      <a:pt x="12" y="0"/>
                      <a:pt x="17"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90" name="Google Shape;490;p14"/>
              <p:cNvSpPr/>
              <p:nvPr/>
            </p:nvSpPr>
            <p:spPr>
              <a:xfrm>
                <a:off x="3902030" y="4450948"/>
                <a:ext cx="98176" cy="98700"/>
              </a:xfrm>
              <a:custGeom>
                <a:rect b="b" l="l" r="r" t="t"/>
                <a:pathLst>
                  <a:path extrusionOk="0" h="25" w="26">
                    <a:moveTo>
                      <a:pt x="26" y="25"/>
                    </a:moveTo>
                    <a:cubicBezTo>
                      <a:pt x="13" y="23"/>
                      <a:pt x="3" y="12"/>
                      <a:pt x="0"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91" name="Google Shape;491;p14"/>
              <p:cNvSpPr/>
              <p:nvPr/>
            </p:nvSpPr>
            <p:spPr>
              <a:xfrm>
                <a:off x="3902030" y="4450948"/>
                <a:ext cx="41889" cy="0"/>
              </a:xfrm>
              <a:custGeom>
                <a:rect b="b" l="l" r="r" t="t"/>
                <a:pathLst>
                  <a:path extrusionOk="0" h="120000" w="11">
                    <a:moveTo>
                      <a:pt x="0" y="0"/>
                    </a:moveTo>
                    <a:cubicBezTo>
                      <a:pt x="3" y="0"/>
                      <a:pt x="8" y="0"/>
                      <a:pt x="11"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92" name="Google Shape;492;p14"/>
              <p:cNvSpPr/>
              <p:nvPr/>
            </p:nvSpPr>
            <p:spPr>
              <a:xfrm>
                <a:off x="4121945" y="4463117"/>
                <a:ext cx="121739" cy="156839"/>
              </a:xfrm>
              <a:custGeom>
                <a:rect b="b" l="l" r="r" t="t"/>
                <a:pathLst>
                  <a:path extrusionOk="0" h="40" w="32">
                    <a:moveTo>
                      <a:pt x="0" y="40"/>
                    </a:moveTo>
                    <a:cubicBezTo>
                      <a:pt x="8" y="38"/>
                      <a:pt x="16" y="34"/>
                      <a:pt x="21" y="28"/>
                    </a:cubicBezTo>
                    <a:cubicBezTo>
                      <a:pt x="28" y="21"/>
                      <a:pt x="32" y="9"/>
                      <a:pt x="28"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93" name="Google Shape;493;p14"/>
              <p:cNvSpPr/>
              <p:nvPr/>
            </p:nvSpPr>
            <p:spPr>
              <a:xfrm>
                <a:off x="4434801" y="4145383"/>
                <a:ext cx="10472" cy="70307"/>
              </a:xfrm>
              <a:custGeom>
                <a:rect b="b" l="l" r="r" t="t"/>
                <a:pathLst>
                  <a:path extrusionOk="0" h="18" w="3">
                    <a:moveTo>
                      <a:pt x="0" y="18"/>
                    </a:moveTo>
                    <a:cubicBezTo>
                      <a:pt x="1" y="12"/>
                      <a:pt x="2" y="6"/>
                      <a:pt x="3"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94" name="Google Shape;494;p14"/>
              <p:cNvSpPr/>
              <p:nvPr/>
            </p:nvSpPr>
            <p:spPr>
              <a:xfrm>
                <a:off x="4476690" y="4230563"/>
                <a:ext cx="68069" cy="55434"/>
              </a:xfrm>
              <a:custGeom>
                <a:rect b="b" l="l" r="r" t="t"/>
                <a:pathLst>
                  <a:path extrusionOk="0" h="14" w="18">
                    <a:moveTo>
                      <a:pt x="0" y="14"/>
                    </a:moveTo>
                    <a:cubicBezTo>
                      <a:pt x="6" y="9"/>
                      <a:pt x="12" y="4"/>
                      <a:pt x="18"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95" name="Google Shape;495;p14"/>
              <p:cNvSpPr/>
              <p:nvPr/>
            </p:nvSpPr>
            <p:spPr>
              <a:xfrm>
                <a:off x="4495016" y="4345487"/>
                <a:ext cx="103412" cy="22985"/>
              </a:xfrm>
              <a:custGeom>
                <a:rect b="b" l="l" r="r" t="t"/>
                <a:pathLst>
                  <a:path extrusionOk="0" h="6" w="27">
                    <a:moveTo>
                      <a:pt x="0" y="0"/>
                    </a:moveTo>
                    <a:cubicBezTo>
                      <a:pt x="9" y="2"/>
                      <a:pt x="18" y="4"/>
                      <a:pt x="27" y="6"/>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96" name="Google Shape;496;p14"/>
              <p:cNvSpPr/>
              <p:nvPr/>
            </p:nvSpPr>
            <p:spPr>
              <a:xfrm>
                <a:off x="4335315" y="4302221"/>
                <a:ext cx="37961" cy="121685"/>
              </a:xfrm>
              <a:custGeom>
                <a:rect b="b" l="l" r="r" t="t"/>
                <a:pathLst>
                  <a:path extrusionOk="0" h="31" w="10">
                    <a:moveTo>
                      <a:pt x="0" y="0"/>
                    </a:moveTo>
                    <a:cubicBezTo>
                      <a:pt x="0" y="11"/>
                      <a:pt x="3" y="22"/>
                      <a:pt x="10" y="3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97" name="Google Shape;497;p14"/>
              <p:cNvSpPr/>
              <p:nvPr/>
            </p:nvSpPr>
            <p:spPr>
              <a:xfrm>
                <a:off x="4476690" y="4411738"/>
                <a:ext cx="48433" cy="59491"/>
              </a:xfrm>
              <a:custGeom>
                <a:rect b="b" l="l" r="r" t="t"/>
                <a:pathLst>
                  <a:path extrusionOk="0" h="15" w="13">
                    <a:moveTo>
                      <a:pt x="0" y="0"/>
                    </a:moveTo>
                    <a:cubicBezTo>
                      <a:pt x="4" y="5"/>
                      <a:pt x="9" y="10"/>
                      <a:pt x="13" y="15"/>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98" name="Google Shape;498;p14"/>
              <p:cNvSpPr/>
              <p:nvPr/>
            </p:nvSpPr>
            <p:spPr>
              <a:xfrm>
                <a:off x="3939991" y="3776272"/>
                <a:ext cx="289293" cy="297453"/>
              </a:xfrm>
              <a:prstGeom prst="ellipse">
                <a:avLst/>
              </a:pr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99" name="Google Shape;499;p14"/>
              <p:cNvSpPr/>
              <p:nvPr/>
            </p:nvSpPr>
            <p:spPr>
              <a:xfrm>
                <a:off x="4038168" y="3842522"/>
                <a:ext cx="87704" cy="94644"/>
              </a:xfrm>
              <a:prstGeom prst="ellipse">
                <a:avLst/>
              </a:pr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00" name="Google Shape;500;p14"/>
              <p:cNvSpPr/>
              <p:nvPr/>
            </p:nvSpPr>
            <p:spPr>
              <a:xfrm>
                <a:off x="4053876" y="3889844"/>
                <a:ext cx="75923" cy="121685"/>
              </a:xfrm>
              <a:custGeom>
                <a:rect b="b" l="l" r="r" t="t"/>
                <a:pathLst>
                  <a:path extrusionOk="0" h="31" w="20">
                    <a:moveTo>
                      <a:pt x="19" y="0"/>
                    </a:moveTo>
                    <a:cubicBezTo>
                      <a:pt x="20" y="8"/>
                      <a:pt x="17" y="24"/>
                      <a:pt x="0" y="3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01" name="Google Shape;501;p14"/>
              <p:cNvSpPr/>
              <p:nvPr/>
            </p:nvSpPr>
            <p:spPr>
              <a:xfrm>
                <a:off x="3387584" y="4564520"/>
                <a:ext cx="342964" cy="352886"/>
              </a:xfrm>
              <a:custGeom>
                <a:rect b="b" l="l" r="r" t="t"/>
                <a:pathLst>
                  <a:path extrusionOk="0" h="90" w="90">
                    <a:moveTo>
                      <a:pt x="74" y="90"/>
                    </a:moveTo>
                    <a:cubicBezTo>
                      <a:pt x="15" y="90"/>
                      <a:pt x="15" y="90"/>
                      <a:pt x="15" y="90"/>
                    </a:cubicBezTo>
                    <a:cubicBezTo>
                      <a:pt x="7" y="90"/>
                      <a:pt x="0" y="83"/>
                      <a:pt x="0" y="74"/>
                    </a:cubicBezTo>
                    <a:cubicBezTo>
                      <a:pt x="1" y="65"/>
                      <a:pt x="1" y="54"/>
                      <a:pt x="1" y="42"/>
                    </a:cubicBezTo>
                    <a:cubicBezTo>
                      <a:pt x="1" y="33"/>
                      <a:pt x="1" y="24"/>
                      <a:pt x="0" y="15"/>
                    </a:cubicBezTo>
                    <a:cubicBezTo>
                      <a:pt x="0" y="14"/>
                      <a:pt x="0" y="9"/>
                      <a:pt x="4" y="4"/>
                    </a:cubicBezTo>
                    <a:cubicBezTo>
                      <a:pt x="7" y="2"/>
                      <a:pt x="11" y="0"/>
                      <a:pt x="15" y="0"/>
                    </a:cubicBezTo>
                    <a:cubicBezTo>
                      <a:pt x="74" y="0"/>
                      <a:pt x="74" y="0"/>
                      <a:pt x="74" y="0"/>
                    </a:cubicBezTo>
                    <a:cubicBezTo>
                      <a:pt x="83" y="0"/>
                      <a:pt x="90" y="7"/>
                      <a:pt x="90" y="15"/>
                    </a:cubicBezTo>
                    <a:cubicBezTo>
                      <a:pt x="90" y="25"/>
                      <a:pt x="90" y="34"/>
                      <a:pt x="90" y="44"/>
                    </a:cubicBezTo>
                    <a:cubicBezTo>
                      <a:pt x="90" y="55"/>
                      <a:pt x="90" y="65"/>
                      <a:pt x="90" y="74"/>
                    </a:cubicBezTo>
                    <a:cubicBezTo>
                      <a:pt x="90" y="75"/>
                      <a:pt x="90" y="81"/>
                      <a:pt x="85" y="85"/>
                    </a:cubicBezTo>
                    <a:cubicBezTo>
                      <a:pt x="82" y="88"/>
                      <a:pt x="79" y="90"/>
                      <a:pt x="74" y="90"/>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02" name="Google Shape;502;p14"/>
              <p:cNvSpPr/>
              <p:nvPr/>
            </p:nvSpPr>
            <p:spPr>
              <a:xfrm>
                <a:off x="3327369" y="4611843"/>
                <a:ext cx="342964" cy="352886"/>
              </a:xfrm>
              <a:custGeom>
                <a:rect b="b" l="l" r="r" t="t"/>
                <a:pathLst>
                  <a:path extrusionOk="0" h="90" w="90">
                    <a:moveTo>
                      <a:pt x="90" y="78"/>
                    </a:moveTo>
                    <a:cubicBezTo>
                      <a:pt x="90" y="79"/>
                      <a:pt x="90" y="81"/>
                      <a:pt x="86" y="85"/>
                    </a:cubicBezTo>
                    <a:cubicBezTo>
                      <a:pt x="83" y="88"/>
                      <a:pt x="79" y="90"/>
                      <a:pt x="75" y="90"/>
                    </a:cubicBezTo>
                    <a:cubicBezTo>
                      <a:pt x="16" y="90"/>
                      <a:pt x="16" y="90"/>
                      <a:pt x="16" y="90"/>
                    </a:cubicBezTo>
                    <a:cubicBezTo>
                      <a:pt x="7" y="90"/>
                      <a:pt x="0" y="83"/>
                      <a:pt x="0" y="74"/>
                    </a:cubicBezTo>
                    <a:cubicBezTo>
                      <a:pt x="1" y="65"/>
                      <a:pt x="2" y="54"/>
                      <a:pt x="2" y="42"/>
                    </a:cubicBezTo>
                    <a:cubicBezTo>
                      <a:pt x="2" y="33"/>
                      <a:pt x="1" y="24"/>
                      <a:pt x="0" y="15"/>
                    </a:cubicBezTo>
                    <a:cubicBezTo>
                      <a:pt x="0" y="14"/>
                      <a:pt x="0" y="9"/>
                      <a:pt x="5" y="4"/>
                    </a:cubicBezTo>
                    <a:cubicBezTo>
                      <a:pt x="8" y="2"/>
                      <a:pt x="11" y="0"/>
                      <a:pt x="16" y="0"/>
                    </a:cubicBezTo>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03" name="Google Shape;503;p14"/>
              <p:cNvSpPr/>
              <p:nvPr/>
            </p:nvSpPr>
            <p:spPr>
              <a:xfrm>
                <a:off x="3555139" y="4678093"/>
                <a:ext cx="3927" cy="121685"/>
              </a:xfrm>
              <a:custGeom>
                <a:rect b="b" l="l" r="r" t="t"/>
                <a:pathLst>
                  <a:path extrusionOk="0" h="31" w="1">
                    <a:moveTo>
                      <a:pt x="0" y="0"/>
                    </a:moveTo>
                    <a:cubicBezTo>
                      <a:pt x="0" y="10"/>
                      <a:pt x="1" y="22"/>
                      <a:pt x="1" y="3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04" name="Google Shape;504;p14"/>
              <p:cNvSpPr/>
              <p:nvPr/>
            </p:nvSpPr>
            <p:spPr>
              <a:xfrm>
                <a:off x="3494924" y="4741640"/>
                <a:ext cx="117812" cy="4056"/>
              </a:xfrm>
              <a:custGeom>
                <a:rect b="b" l="l" r="r" t="t"/>
                <a:pathLst>
                  <a:path extrusionOk="0" h="1" w="31">
                    <a:moveTo>
                      <a:pt x="0" y="0"/>
                    </a:moveTo>
                    <a:cubicBezTo>
                      <a:pt x="10" y="0"/>
                      <a:pt x="21" y="1"/>
                      <a:pt x="31"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05" name="Google Shape;505;p14"/>
              <p:cNvSpPr/>
              <p:nvPr/>
            </p:nvSpPr>
            <p:spPr>
              <a:xfrm>
                <a:off x="4365423" y="2445848"/>
                <a:ext cx="498737" cy="191992"/>
              </a:xfrm>
              <a:custGeom>
                <a:rect b="b" l="l" r="r" t="t"/>
                <a:pathLst>
                  <a:path extrusionOk="0" h="49" w="131">
                    <a:moveTo>
                      <a:pt x="51" y="49"/>
                    </a:moveTo>
                    <a:cubicBezTo>
                      <a:pt x="78" y="33"/>
                      <a:pt x="104" y="16"/>
                      <a:pt x="131" y="0"/>
                    </a:cubicBezTo>
                    <a:cubicBezTo>
                      <a:pt x="86" y="5"/>
                      <a:pt x="43" y="15"/>
                      <a:pt x="0" y="26"/>
                    </a:cubicBezTo>
                    <a:cubicBezTo>
                      <a:pt x="17" y="33"/>
                      <a:pt x="34" y="41"/>
                      <a:pt x="51" y="49"/>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06" name="Google Shape;506;p14"/>
              <p:cNvSpPr/>
              <p:nvPr/>
            </p:nvSpPr>
            <p:spPr>
              <a:xfrm>
                <a:off x="4608901" y="2449903"/>
                <a:ext cx="251332" cy="443475"/>
              </a:xfrm>
              <a:custGeom>
                <a:rect b="b" l="l" r="r" t="t"/>
                <a:pathLst>
                  <a:path extrusionOk="0" h="113" w="66">
                    <a:moveTo>
                      <a:pt x="66" y="0"/>
                    </a:moveTo>
                    <a:cubicBezTo>
                      <a:pt x="46" y="22"/>
                      <a:pt x="24" y="42"/>
                      <a:pt x="0" y="59"/>
                    </a:cubicBezTo>
                    <a:cubicBezTo>
                      <a:pt x="6" y="77"/>
                      <a:pt x="11" y="95"/>
                      <a:pt x="17" y="113"/>
                    </a:cubicBezTo>
                    <a:cubicBezTo>
                      <a:pt x="35" y="75"/>
                      <a:pt x="54" y="34"/>
                      <a:pt x="66" y="0"/>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07" name="Google Shape;507;p14"/>
              <p:cNvSpPr/>
              <p:nvPr/>
            </p:nvSpPr>
            <p:spPr>
              <a:xfrm>
                <a:off x="4491089" y="2637840"/>
                <a:ext cx="117812" cy="113573"/>
              </a:xfrm>
              <a:custGeom>
                <a:rect b="b" l="l" r="r" t="t"/>
                <a:pathLst>
                  <a:path extrusionOk="0" h="29" w="31">
                    <a:moveTo>
                      <a:pt x="18" y="0"/>
                    </a:moveTo>
                    <a:cubicBezTo>
                      <a:pt x="12" y="10"/>
                      <a:pt x="5" y="19"/>
                      <a:pt x="0" y="29"/>
                    </a:cubicBezTo>
                    <a:cubicBezTo>
                      <a:pt x="10" y="24"/>
                      <a:pt x="22" y="19"/>
                      <a:pt x="31" y="1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08" name="Google Shape;508;p14"/>
              <p:cNvSpPr/>
              <p:nvPr/>
            </p:nvSpPr>
            <p:spPr>
              <a:xfrm>
                <a:off x="4476690" y="2359316"/>
                <a:ext cx="337727" cy="22985"/>
              </a:xfrm>
              <a:custGeom>
                <a:rect b="b" l="l" r="r" t="t"/>
                <a:pathLst>
                  <a:path extrusionOk="0" h="6" w="89">
                    <a:moveTo>
                      <a:pt x="0" y="0"/>
                    </a:moveTo>
                    <a:cubicBezTo>
                      <a:pt x="30" y="2"/>
                      <a:pt x="59" y="4"/>
                      <a:pt x="89" y="6"/>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09" name="Google Shape;509;p14"/>
              <p:cNvSpPr/>
              <p:nvPr/>
            </p:nvSpPr>
            <p:spPr>
              <a:xfrm>
                <a:off x="3315588" y="2689218"/>
                <a:ext cx="490883" cy="505669"/>
              </a:xfrm>
              <a:custGeom>
                <a:rect b="b" l="l" r="r" t="t"/>
                <a:pathLst>
                  <a:path extrusionOk="0" h="129" w="129">
                    <a:moveTo>
                      <a:pt x="129" y="64"/>
                    </a:moveTo>
                    <a:cubicBezTo>
                      <a:pt x="129" y="100"/>
                      <a:pt x="100" y="129"/>
                      <a:pt x="64" y="129"/>
                    </a:cubicBezTo>
                    <a:cubicBezTo>
                      <a:pt x="28" y="129"/>
                      <a:pt x="0" y="100"/>
                      <a:pt x="0" y="64"/>
                    </a:cubicBezTo>
                    <a:cubicBezTo>
                      <a:pt x="0" y="29"/>
                      <a:pt x="28" y="0"/>
                      <a:pt x="64" y="0"/>
                    </a:cubicBezTo>
                    <a:cubicBezTo>
                      <a:pt x="100" y="0"/>
                      <a:pt x="129" y="29"/>
                      <a:pt x="129" y="64"/>
                    </a:cubicBezTo>
                    <a:close/>
                    <a:moveTo>
                      <a:pt x="129" y="64"/>
                    </a:moveTo>
                    <a:cubicBezTo>
                      <a:pt x="129" y="64"/>
                      <a:pt x="129" y="64"/>
                      <a:pt x="129" y="64"/>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0" name="Google Shape;510;p14"/>
              <p:cNvSpPr/>
              <p:nvPr/>
            </p:nvSpPr>
            <p:spPr>
              <a:xfrm>
                <a:off x="3422928" y="2759525"/>
                <a:ext cx="287985" cy="360999"/>
              </a:xfrm>
              <a:custGeom>
                <a:rect b="b" l="l" r="r" t="t"/>
                <a:pathLst>
                  <a:path extrusionOk="0" h="92" w="76">
                    <a:moveTo>
                      <a:pt x="39" y="6"/>
                    </a:moveTo>
                    <a:cubicBezTo>
                      <a:pt x="54" y="6"/>
                      <a:pt x="67" y="14"/>
                      <a:pt x="69" y="28"/>
                    </a:cubicBezTo>
                    <a:cubicBezTo>
                      <a:pt x="71" y="46"/>
                      <a:pt x="62" y="64"/>
                      <a:pt x="45" y="64"/>
                    </a:cubicBezTo>
                    <a:cubicBezTo>
                      <a:pt x="44" y="64"/>
                      <a:pt x="44" y="64"/>
                      <a:pt x="43" y="64"/>
                    </a:cubicBezTo>
                    <a:cubicBezTo>
                      <a:pt x="38" y="64"/>
                      <a:pt x="36" y="61"/>
                      <a:pt x="32" y="59"/>
                    </a:cubicBezTo>
                    <a:cubicBezTo>
                      <a:pt x="30" y="69"/>
                      <a:pt x="29" y="86"/>
                      <a:pt x="22" y="86"/>
                    </a:cubicBezTo>
                    <a:cubicBezTo>
                      <a:pt x="21" y="86"/>
                      <a:pt x="21" y="86"/>
                      <a:pt x="20" y="86"/>
                    </a:cubicBezTo>
                    <a:cubicBezTo>
                      <a:pt x="13" y="81"/>
                      <a:pt x="24" y="57"/>
                      <a:pt x="26" y="44"/>
                    </a:cubicBezTo>
                    <a:cubicBezTo>
                      <a:pt x="22" y="37"/>
                      <a:pt x="26" y="24"/>
                      <a:pt x="34" y="24"/>
                    </a:cubicBezTo>
                    <a:cubicBezTo>
                      <a:pt x="34" y="24"/>
                      <a:pt x="35" y="24"/>
                      <a:pt x="37" y="24"/>
                    </a:cubicBezTo>
                    <a:cubicBezTo>
                      <a:pt x="48" y="29"/>
                      <a:pt x="26" y="53"/>
                      <a:pt x="41" y="56"/>
                    </a:cubicBezTo>
                    <a:cubicBezTo>
                      <a:pt x="42" y="56"/>
                      <a:pt x="43" y="56"/>
                      <a:pt x="43" y="56"/>
                    </a:cubicBezTo>
                    <a:cubicBezTo>
                      <a:pt x="57" y="56"/>
                      <a:pt x="63" y="28"/>
                      <a:pt x="53" y="19"/>
                    </a:cubicBezTo>
                    <a:cubicBezTo>
                      <a:pt x="49" y="15"/>
                      <a:pt x="44" y="13"/>
                      <a:pt x="39" y="13"/>
                    </a:cubicBezTo>
                    <a:cubicBezTo>
                      <a:pt x="27" y="13"/>
                      <a:pt x="14" y="25"/>
                      <a:pt x="16" y="39"/>
                    </a:cubicBezTo>
                    <a:cubicBezTo>
                      <a:pt x="17" y="44"/>
                      <a:pt x="22" y="45"/>
                      <a:pt x="18" y="52"/>
                    </a:cubicBezTo>
                    <a:cubicBezTo>
                      <a:pt x="9" y="50"/>
                      <a:pt x="7" y="43"/>
                      <a:pt x="7" y="34"/>
                    </a:cubicBezTo>
                    <a:cubicBezTo>
                      <a:pt x="7" y="19"/>
                      <a:pt x="21" y="8"/>
                      <a:pt x="34" y="6"/>
                    </a:cubicBezTo>
                    <a:cubicBezTo>
                      <a:pt x="36" y="6"/>
                      <a:pt x="37" y="6"/>
                      <a:pt x="39" y="6"/>
                    </a:cubicBezTo>
                    <a:moveTo>
                      <a:pt x="39" y="0"/>
                    </a:moveTo>
                    <a:cubicBezTo>
                      <a:pt x="37" y="0"/>
                      <a:pt x="35" y="0"/>
                      <a:pt x="33" y="0"/>
                    </a:cubicBezTo>
                    <a:cubicBezTo>
                      <a:pt x="18" y="2"/>
                      <a:pt x="2" y="14"/>
                      <a:pt x="1" y="34"/>
                    </a:cubicBezTo>
                    <a:cubicBezTo>
                      <a:pt x="0" y="50"/>
                      <a:pt x="9" y="56"/>
                      <a:pt x="16" y="58"/>
                    </a:cubicBezTo>
                    <a:cubicBezTo>
                      <a:pt x="12" y="73"/>
                      <a:pt x="8" y="86"/>
                      <a:pt x="17" y="91"/>
                    </a:cubicBezTo>
                    <a:cubicBezTo>
                      <a:pt x="17" y="91"/>
                      <a:pt x="18" y="91"/>
                      <a:pt x="18" y="92"/>
                    </a:cubicBezTo>
                    <a:cubicBezTo>
                      <a:pt x="19" y="92"/>
                      <a:pt x="21" y="92"/>
                      <a:pt x="22" y="92"/>
                    </a:cubicBezTo>
                    <a:cubicBezTo>
                      <a:pt x="32" y="92"/>
                      <a:pt x="35" y="81"/>
                      <a:pt x="37" y="69"/>
                    </a:cubicBezTo>
                    <a:cubicBezTo>
                      <a:pt x="38" y="69"/>
                      <a:pt x="40" y="70"/>
                      <a:pt x="43" y="70"/>
                    </a:cubicBezTo>
                    <a:cubicBezTo>
                      <a:pt x="43" y="70"/>
                      <a:pt x="44" y="70"/>
                      <a:pt x="45" y="70"/>
                    </a:cubicBezTo>
                    <a:cubicBezTo>
                      <a:pt x="53" y="70"/>
                      <a:pt x="60" y="67"/>
                      <a:pt x="66" y="61"/>
                    </a:cubicBezTo>
                    <a:cubicBezTo>
                      <a:pt x="73" y="52"/>
                      <a:pt x="76" y="40"/>
                      <a:pt x="75" y="27"/>
                    </a:cubicBezTo>
                    <a:cubicBezTo>
                      <a:pt x="72" y="11"/>
                      <a:pt x="58" y="0"/>
                      <a:pt x="39" y="0"/>
                    </a:cubicBezTo>
                    <a:close/>
                    <a:moveTo>
                      <a:pt x="42" y="50"/>
                    </a:moveTo>
                    <a:cubicBezTo>
                      <a:pt x="42" y="48"/>
                      <a:pt x="43" y="44"/>
                      <a:pt x="44" y="42"/>
                    </a:cubicBezTo>
                    <a:cubicBezTo>
                      <a:pt x="46" y="35"/>
                      <a:pt x="49" y="24"/>
                      <a:pt x="40" y="19"/>
                    </a:cubicBezTo>
                    <a:cubicBezTo>
                      <a:pt x="43" y="20"/>
                      <a:pt x="46" y="20"/>
                      <a:pt x="49" y="23"/>
                    </a:cubicBezTo>
                    <a:cubicBezTo>
                      <a:pt x="53" y="27"/>
                      <a:pt x="53" y="36"/>
                      <a:pt x="50" y="44"/>
                    </a:cubicBezTo>
                    <a:cubicBezTo>
                      <a:pt x="49" y="46"/>
                      <a:pt x="47" y="50"/>
                      <a:pt x="43" y="50"/>
                    </a:cubicBezTo>
                    <a:cubicBezTo>
                      <a:pt x="43" y="50"/>
                      <a:pt x="43" y="50"/>
                      <a:pt x="42" y="50"/>
                    </a:cubicBezTo>
                    <a:cubicBezTo>
                      <a:pt x="42" y="50"/>
                      <a:pt x="42" y="50"/>
                      <a:pt x="42" y="50"/>
                    </a:cubicBezTo>
                    <a:close/>
                  </a:path>
                </a:pathLst>
              </a:custGeom>
              <a:noFill/>
              <a:ln cap="flat"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1" name="Google Shape;511;p14"/>
              <p:cNvSpPr/>
              <p:nvPr/>
            </p:nvSpPr>
            <p:spPr>
              <a:xfrm>
                <a:off x="2714748" y="2256560"/>
                <a:ext cx="418887" cy="455643"/>
              </a:xfrm>
              <a:custGeom>
                <a:rect b="b" l="l" r="r" t="t"/>
                <a:pathLst>
                  <a:path extrusionOk="0" h="116" w="110">
                    <a:moveTo>
                      <a:pt x="102" y="45"/>
                    </a:moveTo>
                    <a:cubicBezTo>
                      <a:pt x="57" y="1"/>
                      <a:pt x="57" y="1"/>
                      <a:pt x="57" y="1"/>
                    </a:cubicBezTo>
                    <a:cubicBezTo>
                      <a:pt x="56" y="0"/>
                      <a:pt x="54" y="0"/>
                      <a:pt x="52" y="1"/>
                    </a:cubicBezTo>
                    <a:cubicBezTo>
                      <a:pt x="6" y="47"/>
                      <a:pt x="6" y="47"/>
                      <a:pt x="6" y="47"/>
                    </a:cubicBezTo>
                    <a:cubicBezTo>
                      <a:pt x="2" y="51"/>
                      <a:pt x="0" y="56"/>
                      <a:pt x="0" y="61"/>
                    </a:cubicBezTo>
                    <a:cubicBezTo>
                      <a:pt x="0" y="113"/>
                      <a:pt x="0" y="113"/>
                      <a:pt x="0" y="113"/>
                    </a:cubicBezTo>
                    <a:cubicBezTo>
                      <a:pt x="0" y="115"/>
                      <a:pt x="1" y="116"/>
                      <a:pt x="3" y="116"/>
                    </a:cubicBezTo>
                    <a:cubicBezTo>
                      <a:pt x="28" y="116"/>
                      <a:pt x="28" y="116"/>
                      <a:pt x="28" y="116"/>
                    </a:cubicBezTo>
                    <a:cubicBezTo>
                      <a:pt x="35" y="116"/>
                      <a:pt x="41" y="110"/>
                      <a:pt x="41" y="103"/>
                    </a:cubicBezTo>
                    <a:cubicBezTo>
                      <a:pt x="41" y="73"/>
                      <a:pt x="41" y="73"/>
                      <a:pt x="41" y="73"/>
                    </a:cubicBezTo>
                    <a:cubicBezTo>
                      <a:pt x="41" y="67"/>
                      <a:pt x="46" y="62"/>
                      <a:pt x="52" y="62"/>
                    </a:cubicBezTo>
                    <a:cubicBezTo>
                      <a:pt x="58" y="62"/>
                      <a:pt x="58" y="62"/>
                      <a:pt x="58" y="62"/>
                    </a:cubicBezTo>
                    <a:cubicBezTo>
                      <a:pt x="64" y="62"/>
                      <a:pt x="69" y="67"/>
                      <a:pt x="69" y="73"/>
                    </a:cubicBezTo>
                    <a:cubicBezTo>
                      <a:pt x="69" y="104"/>
                      <a:pt x="69" y="104"/>
                      <a:pt x="69" y="104"/>
                    </a:cubicBezTo>
                    <a:cubicBezTo>
                      <a:pt x="69" y="111"/>
                      <a:pt x="74" y="116"/>
                      <a:pt x="80" y="116"/>
                    </a:cubicBezTo>
                    <a:cubicBezTo>
                      <a:pt x="106" y="116"/>
                      <a:pt x="106" y="116"/>
                      <a:pt x="106" y="116"/>
                    </a:cubicBezTo>
                    <a:cubicBezTo>
                      <a:pt x="108" y="116"/>
                      <a:pt x="110" y="115"/>
                      <a:pt x="110" y="113"/>
                    </a:cubicBezTo>
                    <a:cubicBezTo>
                      <a:pt x="110" y="63"/>
                      <a:pt x="110" y="63"/>
                      <a:pt x="110" y="63"/>
                    </a:cubicBezTo>
                    <a:cubicBezTo>
                      <a:pt x="110" y="57"/>
                      <a:pt x="107" y="50"/>
                      <a:pt x="102" y="45"/>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2" name="Google Shape;512;p14"/>
              <p:cNvSpPr/>
              <p:nvPr/>
            </p:nvSpPr>
            <p:spPr>
              <a:xfrm>
                <a:off x="2627043" y="2099721"/>
                <a:ext cx="590368" cy="310973"/>
              </a:xfrm>
              <a:custGeom>
                <a:rect b="b" l="l" r="r" t="t"/>
                <a:pathLst>
                  <a:path extrusionOk="0" h="79" w="155">
                    <a:moveTo>
                      <a:pt x="0" y="67"/>
                    </a:moveTo>
                    <a:cubicBezTo>
                      <a:pt x="78" y="0"/>
                      <a:pt x="78" y="0"/>
                      <a:pt x="78" y="0"/>
                    </a:cubicBezTo>
                    <a:cubicBezTo>
                      <a:pt x="155" y="67"/>
                      <a:pt x="155" y="67"/>
                      <a:pt x="155" y="67"/>
                    </a:cubicBezTo>
                    <a:cubicBezTo>
                      <a:pt x="140" y="78"/>
                      <a:pt x="140" y="78"/>
                      <a:pt x="140" y="78"/>
                    </a:cubicBezTo>
                    <a:cubicBezTo>
                      <a:pt x="122" y="59"/>
                      <a:pt x="100" y="38"/>
                      <a:pt x="78" y="21"/>
                    </a:cubicBezTo>
                    <a:cubicBezTo>
                      <a:pt x="56" y="38"/>
                      <a:pt x="34" y="59"/>
                      <a:pt x="14" y="79"/>
                    </a:cubicBezTo>
                    <a:lnTo>
                      <a:pt x="0" y="67"/>
                    </a:ln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3" name="Google Shape;513;p14"/>
              <p:cNvSpPr/>
              <p:nvPr/>
            </p:nvSpPr>
            <p:spPr>
              <a:xfrm>
                <a:off x="2638825" y="3902012"/>
                <a:ext cx="448994" cy="375872"/>
              </a:xfrm>
              <a:custGeom>
                <a:rect b="b" l="l" r="r" t="t"/>
                <a:pathLst>
                  <a:path extrusionOk="0" h="96" w="118">
                    <a:moveTo>
                      <a:pt x="81" y="11"/>
                    </a:moveTo>
                    <a:cubicBezTo>
                      <a:pt x="79" y="6"/>
                      <a:pt x="79" y="6"/>
                      <a:pt x="79" y="6"/>
                    </a:cubicBezTo>
                    <a:cubicBezTo>
                      <a:pt x="77" y="2"/>
                      <a:pt x="73" y="0"/>
                      <a:pt x="69" y="0"/>
                    </a:cubicBezTo>
                    <a:cubicBezTo>
                      <a:pt x="49" y="0"/>
                      <a:pt x="49" y="0"/>
                      <a:pt x="49" y="0"/>
                    </a:cubicBezTo>
                    <a:cubicBezTo>
                      <a:pt x="44" y="0"/>
                      <a:pt x="40" y="2"/>
                      <a:pt x="39" y="6"/>
                    </a:cubicBezTo>
                    <a:cubicBezTo>
                      <a:pt x="37" y="11"/>
                      <a:pt x="37" y="11"/>
                      <a:pt x="37" y="11"/>
                    </a:cubicBezTo>
                    <a:cubicBezTo>
                      <a:pt x="35" y="14"/>
                      <a:pt x="32" y="16"/>
                      <a:pt x="28" y="16"/>
                    </a:cubicBezTo>
                    <a:cubicBezTo>
                      <a:pt x="10" y="16"/>
                      <a:pt x="10" y="16"/>
                      <a:pt x="10" y="16"/>
                    </a:cubicBezTo>
                    <a:cubicBezTo>
                      <a:pt x="4" y="16"/>
                      <a:pt x="0" y="21"/>
                      <a:pt x="0" y="27"/>
                    </a:cubicBezTo>
                    <a:cubicBezTo>
                      <a:pt x="0" y="85"/>
                      <a:pt x="0" y="85"/>
                      <a:pt x="0" y="85"/>
                    </a:cubicBezTo>
                    <a:cubicBezTo>
                      <a:pt x="0" y="91"/>
                      <a:pt x="4" y="96"/>
                      <a:pt x="10" y="96"/>
                    </a:cubicBezTo>
                    <a:cubicBezTo>
                      <a:pt x="108" y="96"/>
                      <a:pt x="108" y="96"/>
                      <a:pt x="108" y="96"/>
                    </a:cubicBezTo>
                    <a:cubicBezTo>
                      <a:pt x="113" y="96"/>
                      <a:pt x="118" y="91"/>
                      <a:pt x="118" y="85"/>
                    </a:cubicBezTo>
                    <a:cubicBezTo>
                      <a:pt x="118" y="27"/>
                      <a:pt x="118" y="27"/>
                      <a:pt x="118" y="27"/>
                    </a:cubicBezTo>
                    <a:cubicBezTo>
                      <a:pt x="118" y="21"/>
                      <a:pt x="113" y="16"/>
                      <a:pt x="108" y="16"/>
                    </a:cubicBezTo>
                    <a:cubicBezTo>
                      <a:pt x="89" y="16"/>
                      <a:pt x="89" y="16"/>
                      <a:pt x="89" y="16"/>
                    </a:cubicBezTo>
                    <a:cubicBezTo>
                      <a:pt x="86" y="16"/>
                      <a:pt x="83" y="14"/>
                      <a:pt x="81" y="11"/>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4" name="Google Shape;514;p14"/>
              <p:cNvSpPr/>
              <p:nvPr/>
            </p:nvSpPr>
            <p:spPr>
              <a:xfrm>
                <a:off x="2756637" y="4019642"/>
                <a:ext cx="209443" cy="214977"/>
              </a:xfrm>
              <a:prstGeom prst="ellipse">
                <a:avLst/>
              </a:pr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5" name="Google Shape;515;p14"/>
              <p:cNvSpPr/>
              <p:nvPr/>
            </p:nvSpPr>
            <p:spPr>
              <a:xfrm>
                <a:off x="2706894" y="3960151"/>
                <a:ext cx="289293" cy="8112"/>
              </a:xfrm>
              <a:custGeom>
                <a:rect b="b" l="l" r="r" t="t"/>
                <a:pathLst>
                  <a:path extrusionOk="0" h="2" w="76">
                    <a:moveTo>
                      <a:pt x="0" y="1"/>
                    </a:moveTo>
                    <a:cubicBezTo>
                      <a:pt x="25" y="0"/>
                      <a:pt x="51" y="2"/>
                      <a:pt x="76" y="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6" name="Google Shape;516;p14"/>
              <p:cNvSpPr/>
              <p:nvPr/>
            </p:nvSpPr>
            <p:spPr>
              <a:xfrm>
                <a:off x="2684640" y="3916886"/>
                <a:ext cx="49743" cy="43266"/>
              </a:xfrm>
              <a:custGeom>
                <a:rect b="b" l="l" r="r" t="t"/>
                <a:pathLst>
                  <a:path extrusionOk="0" h="11" w="13">
                    <a:moveTo>
                      <a:pt x="1" y="11"/>
                    </a:moveTo>
                    <a:cubicBezTo>
                      <a:pt x="0" y="9"/>
                      <a:pt x="0" y="6"/>
                      <a:pt x="1" y="4"/>
                    </a:cubicBezTo>
                    <a:cubicBezTo>
                      <a:pt x="2" y="2"/>
                      <a:pt x="6" y="0"/>
                      <a:pt x="9" y="2"/>
                    </a:cubicBezTo>
                    <a:cubicBezTo>
                      <a:pt x="12" y="3"/>
                      <a:pt x="13" y="7"/>
                      <a:pt x="11" y="1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7" name="Google Shape;517;p14"/>
              <p:cNvSpPr/>
              <p:nvPr/>
            </p:nvSpPr>
            <p:spPr>
              <a:xfrm>
                <a:off x="2806379" y="4054795"/>
                <a:ext cx="117812" cy="136557"/>
              </a:xfrm>
              <a:custGeom>
                <a:rect b="b" l="l" r="r" t="t"/>
                <a:pathLst>
                  <a:path extrusionOk="0" h="35" w="31">
                    <a:moveTo>
                      <a:pt x="28" y="12"/>
                    </a:moveTo>
                    <a:cubicBezTo>
                      <a:pt x="31" y="17"/>
                      <a:pt x="30" y="24"/>
                      <a:pt x="26" y="29"/>
                    </a:cubicBezTo>
                    <a:cubicBezTo>
                      <a:pt x="22" y="33"/>
                      <a:pt x="15" y="35"/>
                      <a:pt x="9" y="33"/>
                    </a:cubicBezTo>
                    <a:cubicBezTo>
                      <a:pt x="4" y="30"/>
                      <a:pt x="0" y="24"/>
                      <a:pt x="1" y="18"/>
                    </a:cubicBezTo>
                    <a:cubicBezTo>
                      <a:pt x="2" y="4"/>
                      <a:pt x="21" y="0"/>
                      <a:pt x="28" y="12"/>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8" name="Google Shape;518;p14"/>
              <p:cNvSpPr/>
              <p:nvPr/>
            </p:nvSpPr>
            <p:spPr>
              <a:xfrm>
                <a:off x="2706894" y="3972319"/>
                <a:ext cx="3927" cy="290692"/>
              </a:xfrm>
              <a:custGeom>
                <a:rect b="b" l="l" r="r" t="t"/>
                <a:pathLst>
                  <a:path extrusionOk="0" h="74" w="1">
                    <a:moveTo>
                      <a:pt x="1" y="0"/>
                    </a:moveTo>
                    <a:cubicBezTo>
                      <a:pt x="1" y="26"/>
                      <a:pt x="0" y="49"/>
                      <a:pt x="0" y="74"/>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9" name="Google Shape;519;p14"/>
              <p:cNvSpPr/>
              <p:nvPr/>
            </p:nvSpPr>
            <p:spPr>
              <a:xfrm>
                <a:off x="3015822" y="3968264"/>
                <a:ext cx="3927" cy="298804"/>
              </a:xfrm>
              <a:custGeom>
                <a:rect b="b" l="l" r="r" t="t"/>
                <a:pathLst>
                  <a:path extrusionOk="0" h="76" w="1">
                    <a:moveTo>
                      <a:pt x="1" y="0"/>
                    </a:moveTo>
                    <a:cubicBezTo>
                      <a:pt x="0" y="26"/>
                      <a:pt x="0" y="50"/>
                      <a:pt x="0" y="76"/>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20" name="Google Shape;520;p14"/>
              <p:cNvSpPr/>
              <p:nvPr/>
            </p:nvSpPr>
            <p:spPr>
              <a:xfrm>
                <a:off x="2201612" y="2260615"/>
                <a:ext cx="60215" cy="63546"/>
              </a:xfrm>
              <a:prstGeom prst="ellipse">
                <a:avLst/>
              </a:pr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21" name="Google Shape;521;p14"/>
              <p:cNvSpPr/>
              <p:nvPr/>
            </p:nvSpPr>
            <p:spPr>
              <a:xfrm>
                <a:off x="2113907" y="2167324"/>
                <a:ext cx="380925" cy="392096"/>
              </a:xfrm>
              <a:custGeom>
                <a:rect b="b" l="l" r="r" t="t"/>
                <a:pathLst>
                  <a:path extrusionOk="0" h="100" w="100">
                    <a:moveTo>
                      <a:pt x="91" y="0"/>
                    </a:moveTo>
                    <a:cubicBezTo>
                      <a:pt x="8" y="0"/>
                      <a:pt x="8" y="0"/>
                      <a:pt x="8" y="0"/>
                    </a:cubicBezTo>
                    <a:cubicBezTo>
                      <a:pt x="4" y="0"/>
                      <a:pt x="0" y="4"/>
                      <a:pt x="0" y="8"/>
                    </a:cubicBezTo>
                    <a:cubicBezTo>
                      <a:pt x="0" y="91"/>
                      <a:pt x="0" y="91"/>
                      <a:pt x="0" y="91"/>
                    </a:cubicBezTo>
                    <a:cubicBezTo>
                      <a:pt x="0" y="96"/>
                      <a:pt x="4" y="100"/>
                      <a:pt x="8" y="100"/>
                    </a:cubicBezTo>
                    <a:cubicBezTo>
                      <a:pt x="91" y="100"/>
                      <a:pt x="91" y="100"/>
                      <a:pt x="91" y="100"/>
                    </a:cubicBezTo>
                    <a:cubicBezTo>
                      <a:pt x="96" y="100"/>
                      <a:pt x="100" y="96"/>
                      <a:pt x="100" y="91"/>
                    </a:cubicBezTo>
                    <a:cubicBezTo>
                      <a:pt x="100" y="8"/>
                      <a:pt x="100" y="8"/>
                      <a:pt x="100" y="8"/>
                    </a:cubicBezTo>
                    <a:cubicBezTo>
                      <a:pt x="100" y="4"/>
                      <a:pt x="96" y="0"/>
                      <a:pt x="91" y="0"/>
                    </a:cubicBezTo>
                    <a:close/>
                    <a:moveTo>
                      <a:pt x="83" y="20"/>
                    </a:moveTo>
                    <a:cubicBezTo>
                      <a:pt x="83" y="44"/>
                      <a:pt x="83" y="44"/>
                      <a:pt x="83" y="44"/>
                    </a:cubicBezTo>
                    <a:cubicBezTo>
                      <a:pt x="77" y="38"/>
                      <a:pt x="77" y="38"/>
                      <a:pt x="77" y="38"/>
                    </a:cubicBezTo>
                    <a:cubicBezTo>
                      <a:pt x="75" y="36"/>
                      <a:pt x="73" y="36"/>
                      <a:pt x="71" y="38"/>
                    </a:cubicBezTo>
                    <a:cubicBezTo>
                      <a:pt x="55" y="54"/>
                      <a:pt x="55" y="54"/>
                      <a:pt x="55" y="54"/>
                    </a:cubicBezTo>
                    <a:cubicBezTo>
                      <a:pt x="55" y="54"/>
                      <a:pt x="54" y="54"/>
                      <a:pt x="54" y="54"/>
                    </a:cubicBezTo>
                    <a:cubicBezTo>
                      <a:pt x="48" y="47"/>
                      <a:pt x="48" y="47"/>
                      <a:pt x="48" y="47"/>
                    </a:cubicBezTo>
                    <a:cubicBezTo>
                      <a:pt x="46" y="46"/>
                      <a:pt x="44" y="46"/>
                      <a:pt x="42" y="47"/>
                    </a:cubicBezTo>
                    <a:cubicBezTo>
                      <a:pt x="14" y="79"/>
                      <a:pt x="14" y="79"/>
                      <a:pt x="14" y="79"/>
                    </a:cubicBezTo>
                    <a:cubicBezTo>
                      <a:pt x="14" y="19"/>
                      <a:pt x="14" y="19"/>
                      <a:pt x="14" y="19"/>
                    </a:cubicBezTo>
                    <a:cubicBezTo>
                      <a:pt x="14" y="17"/>
                      <a:pt x="16" y="14"/>
                      <a:pt x="19" y="14"/>
                    </a:cubicBezTo>
                    <a:cubicBezTo>
                      <a:pt x="77" y="14"/>
                      <a:pt x="77" y="14"/>
                      <a:pt x="77" y="14"/>
                    </a:cubicBezTo>
                    <a:cubicBezTo>
                      <a:pt x="80" y="14"/>
                      <a:pt x="83" y="17"/>
                      <a:pt x="83" y="20"/>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22" name="Google Shape;522;p14"/>
              <p:cNvSpPr/>
              <p:nvPr/>
            </p:nvSpPr>
            <p:spPr>
              <a:xfrm>
                <a:off x="2353458" y="2421511"/>
                <a:ext cx="49743" cy="71659"/>
              </a:xfrm>
              <a:custGeom>
                <a:rect b="b" l="l" r="r" t="t"/>
                <a:pathLst>
                  <a:path extrusionOk="0" h="18" w="13">
                    <a:moveTo>
                      <a:pt x="0" y="0"/>
                    </a:moveTo>
                    <a:cubicBezTo>
                      <a:pt x="3" y="5"/>
                      <a:pt x="10" y="13"/>
                      <a:pt x="13" y="18"/>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23" name="Google Shape;523;p14"/>
              <p:cNvSpPr/>
              <p:nvPr/>
            </p:nvSpPr>
            <p:spPr>
              <a:xfrm>
                <a:off x="1850794" y="2245743"/>
                <a:ext cx="407105" cy="443475"/>
              </a:xfrm>
              <a:custGeom>
                <a:rect b="b" l="l" r="r" t="t"/>
                <a:pathLst>
                  <a:path extrusionOk="0" h="113" w="107">
                    <a:moveTo>
                      <a:pt x="69" y="5"/>
                    </a:moveTo>
                    <a:cubicBezTo>
                      <a:pt x="66" y="3"/>
                      <a:pt x="64" y="2"/>
                      <a:pt x="61" y="0"/>
                    </a:cubicBezTo>
                    <a:cubicBezTo>
                      <a:pt x="48" y="10"/>
                      <a:pt x="13" y="41"/>
                      <a:pt x="0" y="52"/>
                    </a:cubicBezTo>
                    <a:cubicBezTo>
                      <a:pt x="20" y="75"/>
                      <a:pt x="45" y="94"/>
                      <a:pt x="70" y="113"/>
                    </a:cubicBezTo>
                    <a:cubicBezTo>
                      <a:pt x="84" y="104"/>
                      <a:pt x="96" y="93"/>
                      <a:pt x="107" y="8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24" name="Google Shape;524;p14"/>
              <p:cNvSpPr/>
              <p:nvPr/>
            </p:nvSpPr>
            <p:spPr>
              <a:xfrm>
                <a:off x="1934572" y="2307938"/>
                <a:ext cx="243478" cy="306916"/>
              </a:xfrm>
              <a:custGeom>
                <a:rect b="b" l="l" r="r" t="t"/>
                <a:pathLst>
                  <a:path extrusionOk="0" h="227" w="186">
                    <a:moveTo>
                      <a:pt x="137" y="18"/>
                    </a:moveTo>
                    <a:lnTo>
                      <a:pt x="117" y="0"/>
                    </a:lnTo>
                    <a:lnTo>
                      <a:pt x="0" y="99"/>
                    </a:lnTo>
                    <a:lnTo>
                      <a:pt x="137" y="227"/>
                    </a:lnTo>
                    <a:lnTo>
                      <a:pt x="186" y="186"/>
                    </a:ln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25" name="Google Shape;525;p14"/>
              <p:cNvSpPr/>
              <p:nvPr/>
            </p:nvSpPr>
            <p:spPr>
              <a:xfrm>
                <a:off x="2144015" y="4180536"/>
                <a:ext cx="289293" cy="297453"/>
              </a:xfrm>
              <a:prstGeom prst="ellipse">
                <a:avLst/>
              </a:pr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26" name="Google Shape;526;p14"/>
              <p:cNvSpPr/>
              <p:nvPr/>
            </p:nvSpPr>
            <p:spPr>
              <a:xfrm>
                <a:off x="2231719" y="4250843"/>
                <a:ext cx="113884" cy="164951"/>
              </a:xfrm>
              <a:custGeom>
                <a:rect b="b" l="l" r="r" t="t"/>
                <a:pathLst>
                  <a:path extrusionOk="0" h="42" w="30">
                    <a:moveTo>
                      <a:pt x="28" y="1"/>
                    </a:moveTo>
                    <a:cubicBezTo>
                      <a:pt x="19" y="1"/>
                      <a:pt x="11" y="0"/>
                      <a:pt x="2" y="0"/>
                    </a:cubicBezTo>
                    <a:cubicBezTo>
                      <a:pt x="2" y="5"/>
                      <a:pt x="1" y="11"/>
                      <a:pt x="1" y="16"/>
                    </a:cubicBezTo>
                    <a:cubicBezTo>
                      <a:pt x="7" y="15"/>
                      <a:pt x="13" y="14"/>
                      <a:pt x="19" y="17"/>
                    </a:cubicBezTo>
                    <a:cubicBezTo>
                      <a:pt x="25" y="19"/>
                      <a:pt x="30" y="24"/>
                      <a:pt x="29" y="30"/>
                    </a:cubicBezTo>
                    <a:cubicBezTo>
                      <a:pt x="29" y="35"/>
                      <a:pt x="26" y="38"/>
                      <a:pt x="22" y="40"/>
                    </a:cubicBezTo>
                    <a:cubicBezTo>
                      <a:pt x="18" y="42"/>
                      <a:pt x="14" y="42"/>
                      <a:pt x="10" y="41"/>
                    </a:cubicBezTo>
                    <a:cubicBezTo>
                      <a:pt x="5" y="40"/>
                      <a:pt x="1" y="37"/>
                      <a:pt x="0" y="33"/>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27" name="Google Shape;527;p14"/>
              <p:cNvSpPr/>
              <p:nvPr/>
            </p:nvSpPr>
            <p:spPr>
              <a:xfrm>
                <a:off x="2011803" y="2767637"/>
                <a:ext cx="441140" cy="482684"/>
              </a:xfrm>
              <a:custGeom>
                <a:rect b="b" l="l" r="r" t="t"/>
                <a:pathLst>
                  <a:path extrusionOk="0" h="123" w="116">
                    <a:moveTo>
                      <a:pt x="53" y="123"/>
                    </a:moveTo>
                    <a:cubicBezTo>
                      <a:pt x="52" y="123"/>
                      <a:pt x="50" y="122"/>
                      <a:pt x="49" y="122"/>
                    </a:cubicBezTo>
                    <a:cubicBezTo>
                      <a:pt x="44" y="120"/>
                      <a:pt x="42" y="116"/>
                      <a:pt x="42" y="111"/>
                    </a:cubicBezTo>
                    <a:cubicBezTo>
                      <a:pt x="42" y="111"/>
                      <a:pt x="42" y="103"/>
                      <a:pt x="42" y="97"/>
                    </a:cubicBezTo>
                    <a:cubicBezTo>
                      <a:pt x="42" y="95"/>
                      <a:pt x="40" y="94"/>
                      <a:pt x="38" y="94"/>
                    </a:cubicBezTo>
                    <a:cubicBezTo>
                      <a:pt x="35" y="93"/>
                      <a:pt x="32" y="93"/>
                      <a:pt x="31" y="92"/>
                    </a:cubicBezTo>
                    <a:cubicBezTo>
                      <a:pt x="27" y="91"/>
                      <a:pt x="22" y="90"/>
                      <a:pt x="18" y="87"/>
                    </a:cubicBezTo>
                    <a:cubicBezTo>
                      <a:pt x="10" y="82"/>
                      <a:pt x="4" y="74"/>
                      <a:pt x="2" y="65"/>
                    </a:cubicBezTo>
                    <a:cubicBezTo>
                      <a:pt x="0" y="61"/>
                      <a:pt x="0" y="57"/>
                      <a:pt x="0" y="53"/>
                    </a:cubicBezTo>
                    <a:cubicBezTo>
                      <a:pt x="0" y="40"/>
                      <a:pt x="0" y="40"/>
                      <a:pt x="0" y="40"/>
                    </a:cubicBezTo>
                    <a:cubicBezTo>
                      <a:pt x="0" y="18"/>
                      <a:pt x="18" y="0"/>
                      <a:pt x="40" y="0"/>
                    </a:cubicBezTo>
                    <a:cubicBezTo>
                      <a:pt x="76" y="0"/>
                      <a:pt x="76" y="0"/>
                      <a:pt x="76" y="0"/>
                    </a:cubicBezTo>
                    <a:cubicBezTo>
                      <a:pt x="98" y="0"/>
                      <a:pt x="116" y="18"/>
                      <a:pt x="116" y="40"/>
                    </a:cubicBezTo>
                    <a:cubicBezTo>
                      <a:pt x="116" y="53"/>
                      <a:pt x="116" y="53"/>
                      <a:pt x="116" y="53"/>
                    </a:cubicBezTo>
                    <a:cubicBezTo>
                      <a:pt x="114" y="90"/>
                      <a:pt x="67" y="116"/>
                      <a:pt x="60" y="120"/>
                    </a:cubicBezTo>
                    <a:cubicBezTo>
                      <a:pt x="58" y="122"/>
                      <a:pt x="56" y="123"/>
                      <a:pt x="53" y="123"/>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28" name="Google Shape;528;p14"/>
              <p:cNvSpPr/>
              <p:nvPr/>
            </p:nvSpPr>
            <p:spPr>
              <a:xfrm>
                <a:off x="2068092" y="2829832"/>
                <a:ext cx="323328" cy="350182"/>
              </a:xfrm>
              <a:custGeom>
                <a:rect b="b" l="l" r="r" t="t"/>
                <a:pathLst>
                  <a:path extrusionOk="0" h="89" w="85">
                    <a:moveTo>
                      <a:pt x="39" y="72"/>
                    </a:moveTo>
                    <a:cubicBezTo>
                      <a:pt x="39" y="68"/>
                      <a:pt x="36" y="64"/>
                      <a:pt x="32" y="63"/>
                    </a:cubicBezTo>
                    <a:cubicBezTo>
                      <a:pt x="28" y="62"/>
                      <a:pt x="23" y="61"/>
                      <a:pt x="21" y="61"/>
                    </a:cubicBezTo>
                    <a:cubicBezTo>
                      <a:pt x="12" y="58"/>
                      <a:pt x="5" y="52"/>
                      <a:pt x="2" y="43"/>
                    </a:cubicBezTo>
                    <a:cubicBezTo>
                      <a:pt x="1" y="41"/>
                      <a:pt x="0" y="38"/>
                      <a:pt x="0" y="35"/>
                    </a:cubicBezTo>
                    <a:cubicBezTo>
                      <a:pt x="0" y="27"/>
                      <a:pt x="0" y="27"/>
                      <a:pt x="0" y="27"/>
                    </a:cubicBezTo>
                    <a:cubicBezTo>
                      <a:pt x="0" y="12"/>
                      <a:pt x="13" y="0"/>
                      <a:pt x="30" y="0"/>
                    </a:cubicBezTo>
                    <a:cubicBezTo>
                      <a:pt x="56" y="0"/>
                      <a:pt x="56" y="0"/>
                      <a:pt x="56" y="0"/>
                    </a:cubicBezTo>
                    <a:cubicBezTo>
                      <a:pt x="72" y="0"/>
                      <a:pt x="85" y="12"/>
                      <a:pt x="85" y="27"/>
                    </a:cubicBezTo>
                    <a:cubicBezTo>
                      <a:pt x="85" y="35"/>
                      <a:pt x="85" y="35"/>
                      <a:pt x="85" y="35"/>
                    </a:cubicBezTo>
                    <a:cubicBezTo>
                      <a:pt x="84" y="52"/>
                      <a:pt x="73" y="67"/>
                      <a:pt x="61" y="77"/>
                    </a:cubicBezTo>
                    <a:cubicBezTo>
                      <a:pt x="56" y="81"/>
                      <a:pt x="45" y="88"/>
                      <a:pt x="41" y="89"/>
                    </a:cubicBezTo>
                    <a:cubicBezTo>
                      <a:pt x="40" y="89"/>
                      <a:pt x="40" y="80"/>
                      <a:pt x="39" y="72"/>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29" name="Google Shape;529;p14"/>
              <p:cNvSpPr/>
              <p:nvPr/>
            </p:nvSpPr>
            <p:spPr>
              <a:xfrm>
                <a:off x="2155796" y="2916363"/>
                <a:ext cx="147919" cy="8112"/>
              </a:xfrm>
              <a:custGeom>
                <a:rect b="b" l="l" r="r" t="t"/>
                <a:pathLst>
                  <a:path extrusionOk="0" h="2" w="39">
                    <a:moveTo>
                      <a:pt x="0" y="2"/>
                    </a:moveTo>
                    <a:cubicBezTo>
                      <a:pt x="13" y="1"/>
                      <a:pt x="26" y="0"/>
                      <a:pt x="39"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30" name="Google Shape;530;p14"/>
              <p:cNvSpPr/>
              <p:nvPr/>
            </p:nvSpPr>
            <p:spPr>
              <a:xfrm>
                <a:off x="2159723" y="2986670"/>
                <a:ext cx="140065" cy="8112"/>
              </a:xfrm>
              <a:custGeom>
                <a:rect b="b" l="l" r="r" t="t"/>
                <a:pathLst>
                  <a:path extrusionOk="0" h="2" w="37">
                    <a:moveTo>
                      <a:pt x="0" y="2"/>
                    </a:moveTo>
                    <a:cubicBezTo>
                      <a:pt x="12" y="1"/>
                      <a:pt x="25" y="0"/>
                      <a:pt x="37"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31" name="Google Shape;531;p14"/>
              <p:cNvSpPr/>
              <p:nvPr/>
            </p:nvSpPr>
            <p:spPr>
              <a:xfrm>
                <a:off x="3263228" y="3473411"/>
                <a:ext cx="371762" cy="435362"/>
              </a:xfrm>
              <a:custGeom>
                <a:rect b="b" l="l" r="r" t="t"/>
                <a:pathLst>
                  <a:path extrusionOk="0" h="111" w="98">
                    <a:moveTo>
                      <a:pt x="35" y="6"/>
                    </a:moveTo>
                    <a:cubicBezTo>
                      <a:pt x="37" y="6"/>
                      <a:pt x="39" y="7"/>
                      <a:pt x="41" y="8"/>
                    </a:cubicBezTo>
                    <a:cubicBezTo>
                      <a:pt x="41" y="8"/>
                      <a:pt x="53" y="20"/>
                      <a:pt x="60" y="27"/>
                    </a:cubicBezTo>
                    <a:cubicBezTo>
                      <a:pt x="64" y="32"/>
                      <a:pt x="68" y="38"/>
                      <a:pt x="62" y="42"/>
                    </a:cubicBezTo>
                    <a:cubicBezTo>
                      <a:pt x="61" y="43"/>
                      <a:pt x="60" y="44"/>
                      <a:pt x="58" y="44"/>
                    </a:cubicBezTo>
                    <a:cubicBezTo>
                      <a:pt x="54" y="44"/>
                      <a:pt x="51" y="41"/>
                      <a:pt x="48" y="39"/>
                    </a:cubicBezTo>
                    <a:cubicBezTo>
                      <a:pt x="48" y="38"/>
                      <a:pt x="47" y="38"/>
                      <a:pt x="46" y="38"/>
                    </a:cubicBezTo>
                    <a:cubicBezTo>
                      <a:pt x="45" y="38"/>
                      <a:pt x="43" y="39"/>
                      <a:pt x="43" y="41"/>
                    </a:cubicBezTo>
                    <a:cubicBezTo>
                      <a:pt x="43" y="76"/>
                      <a:pt x="43" y="76"/>
                      <a:pt x="43" y="76"/>
                    </a:cubicBezTo>
                    <a:cubicBezTo>
                      <a:pt x="43" y="83"/>
                      <a:pt x="49" y="89"/>
                      <a:pt x="56" y="89"/>
                    </a:cubicBezTo>
                    <a:cubicBezTo>
                      <a:pt x="86" y="89"/>
                      <a:pt x="86" y="89"/>
                      <a:pt x="86" y="89"/>
                    </a:cubicBezTo>
                    <a:cubicBezTo>
                      <a:pt x="89" y="89"/>
                      <a:pt x="92" y="91"/>
                      <a:pt x="92" y="94"/>
                    </a:cubicBezTo>
                    <a:cubicBezTo>
                      <a:pt x="92" y="100"/>
                      <a:pt x="92" y="100"/>
                      <a:pt x="92" y="100"/>
                    </a:cubicBezTo>
                    <a:cubicBezTo>
                      <a:pt x="92" y="102"/>
                      <a:pt x="89" y="105"/>
                      <a:pt x="87" y="105"/>
                    </a:cubicBezTo>
                    <a:cubicBezTo>
                      <a:pt x="51" y="105"/>
                      <a:pt x="51" y="105"/>
                      <a:pt x="51" y="105"/>
                    </a:cubicBezTo>
                    <a:cubicBezTo>
                      <a:pt x="38" y="105"/>
                      <a:pt x="28" y="94"/>
                      <a:pt x="28" y="82"/>
                    </a:cubicBezTo>
                    <a:cubicBezTo>
                      <a:pt x="28" y="39"/>
                      <a:pt x="28" y="39"/>
                      <a:pt x="28" y="39"/>
                    </a:cubicBezTo>
                    <a:cubicBezTo>
                      <a:pt x="28" y="37"/>
                      <a:pt x="26" y="36"/>
                      <a:pt x="25" y="36"/>
                    </a:cubicBezTo>
                    <a:cubicBezTo>
                      <a:pt x="24" y="36"/>
                      <a:pt x="23" y="37"/>
                      <a:pt x="23" y="37"/>
                    </a:cubicBezTo>
                    <a:cubicBezTo>
                      <a:pt x="19" y="41"/>
                      <a:pt x="19" y="41"/>
                      <a:pt x="19" y="41"/>
                    </a:cubicBezTo>
                    <a:cubicBezTo>
                      <a:pt x="17" y="42"/>
                      <a:pt x="15" y="43"/>
                      <a:pt x="13" y="43"/>
                    </a:cubicBezTo>
                    <a:cubicBezTo>
                      <a:pt x="12" y="43"/>
                      <a:pt x="10" y="42"/>
                      <a:pt x="8" y="41"/>
                    </a:cubicBezTo>
                    <a:cubicBezTo>
                      <a:pt x="8" y="41"/>
                      <a:pt x="8" y="41"/>
                      <a:pt x="8" y="41"/>
                    </a:cubicBezTo>
                    <a:cubicBezTo>
                      <a:pt x="5" y="38"/>
                      <a:pt x="5" y="33"/>
                      <a:pt x="8" y="30"/>
                    </a:cubicBezTo>
                    <a:cubicBezTo>
                      <a:pt x="30" y="8"/>
                      <a:pt x="30" y="8"/>
                      <a:pt x="30" y="8"/>
                    </a:cubicBezTo>
                    <a:cubicBezTo>
                      <a:pt x="31" y="7"/>
                      <a:pt x="33" y="6"/>
                      <a:pt x="35" y="6"/>
                    </a:cubicBezTo>
                    <a:moveTo>
                      <a:pt x="35" y="0"/>
                    </a:moveTo>
                    <a:cubicBezTo>
                      <a:pt x="31" y="0"/>
                      <a:pt x="28" y="1"/>
                      <a:pt x="25" y="4"/>
                    </a:cubicBezTo>
                    <a:cubicBezTo>
                      <a:pt x="4" y="26"/>
                      <a:pt x="4" y="26"/>
                      <a:pt x="4" y="26"/>
                    </a:cubicBezTo>
                    <a:cubicBezTo>
                      <a:pt x="1" y="28"/>
                      <a:pt x="0" y="32"/>
                      <a:pt x="0" y="36"/>
                    </a:cubicBezTo>
                    <a:cubicBezTo>
                      <a:pt x="0" y="39"/>
                      <a:pt x="1" y="43"/>
                      <a:pt x="4" y="45"/>
                    </a:cubicBezTo>
                    <a:cubicBezTo>
                      <a:pt x="4" y="45"/>
                      <a:pt x="4" y="45"/>
                      <a:pt x="4" y="45"/>
                    </a:cubicBezTo>
                    <a:cubicBezTo>
                      <a:pt x="4" y="46"/>
                      <a:pt x="4" y="46"/>
                      <a:pt x="4" y="46"/>
                    </a:cubicBezTo>
                    <a:cubicBezTo>
                      <a:pt x="7" y="48"/>
                      <a:pt x="10" y="49"/>
                      <a:pt x="13" y="49"/>
                    </a:cubicBezTo>
                    <a:cubicBezTo>
                      <a:pt x="17" y="49"/>
                      <a:pt x="19" y="48"/>
                      <a:pt x="22" y="46"/>
                    </a:cubicBezTo>
                    <a:cubicBezTo>
                      <a:pt x="22" y="82"/>
                      <a:pt x="22" y="82"/>
                      <a:pt x="22" y="82"/>
                    </a:cubicBezTo>
                    <a:cubicBezTo>
                      <a:pt x="22" y="98"/>
                      <a:pt x="35" y="111"/>
                      <a:pt x="51" y="111"/>
                    </a:cubicBezTo>
                    <a:cubicBezTo>
                      <a:pt x="87" y="111"/>
                      <a:pt x="87" y="111"/>
                      <a:pt x="87" y="111"/>
                    </a:cubicBezTo>
                    <a:cubicBezTo>
                      <a:pt x="93" y="111"/>
                      <a:pt x="98" y="106"/>
                      <a:pt x="98" y="100"/>
                    </a:cubicBezTo>
                    <a:cubicBezTo>
                      <a:pt x="98" y="94"/>
                      <a:pt x="98" y="94"/>
                      <a:pt x="98" y="94"/>
                    </a:cubicBezTo>
                    <a:cubicBezTo>
                      <a:pt x="98" y="88"/>
                      <a:pt x="93" y="83"/>
                      <a:pt x="86" y="83"/>
                    </a:cubicBezTo>
                    <a:cubicBezTo>
                      <a:pt x="56" y="83"/>
                      <a:pt x="56" y="83"/>
                      <a:pt x="56" y="83"/>
                    </a:cubicBezTo>
                    <a:cubicBezTo>
                      <a:pt x="52" y="83"/>
                      <a:pt x="49" y="80"/>
                      <a:pt x="49" y="76"/>
                    </a:cubicBezTo>
                    <a:cubicBezTo>
                      <a:pt x="49" y="47"/>
                      <a:pt x="49" y="47"/>
                      <a:pt x="49" y="47"/>
                    </a:cubicBezTo>
                    <a:cubicBezTo>
                      <a:pt x="52" y="49"/>
                      <a:pt x="55" y="50"/>
                      <a:pt x="58" y="50"/>
                    </a:cubicBezTo>
                    <a:cubicBezTo>
                      <a:pt x="61" y="50"/>
                      <a:pt x="64" y="49"/>
                      <a:pt x="66" y="47"/>
                    </a:cubicBezTo>
                    <a:cubicBezTo>
                      <a:pt x="70" y="44"/>
                      <a:pt x="71" y="40"/>
                      <a:pt x="71" y="38"/>
                    </a:cubicBezTo>
                    <a:cubicBezTo>
                      <a:pt x="72" y="32"/>
                      <a:pt x="68" y="27"/>
                      <a:pt x="64" y="23"/>
                    </a:cubicBezTo>
                    <a:cubicBezTo>
                      <a:pt x="57" y="16"/>
                      <a:pt x="45" y="4"/>
                      <a:pt x="45" y="4"/>
                    </a:cubicBezTo>
                    <a:cubicBezTo>
                      <a:pt x="42" y="1"/>
                      <a:pt x="39" y="0"/>
                      <a:pt x="35" y="0"/>
                    </a:cubicBezTo>
                    <a:close/>
                  </a:path>
                </a:pathLst>
              </a:custGeom>
              <a:noFill/>
              <a:ln cap="flat"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32" name="Google Shape;532;p14"/>
              <p:cNvSpPr/>
              <p:nvPr/>
            </p:nvSpPr>
            <p:spPr>
              <a:xfrm>
                <a:off x="3490997" y="3399047"/>
                <a:ext cx="373071" cy="435362"/>
              </a:xfrm>
              <a:custGeom>
                <a:rect b="b" l="l" r="r" t="t"/>
                <a:pathLst>
                  <a:path extrusionOk="0" h="111" w="98">
                    <a:moveTo>
                      <a:pt x="47" y="6"/>
                    </a:moveTo>
                    <a:cubicBezTo>
                      <a:pt x="59" y="6"/>
                      <a:pt x="70" y="16"/>
                      <a:pt x="70" y="29"/>
                    </a:cubicBezTo>
                    <a:cubicBezTo>
                      <a:pt x="70" y="71"/>
                      <a:pt x="70" y="71"/>
                      <a:pt x="70" y="71"/>
                    </a:cubicBezTo>
                    <a:cubicBezTo>
                      <a:pt x="70" y="73"/>
                      <a:pt x="71" y="74"/>
                      <a:pt x="73" y="74"/>
                    </a:cubicBezTo>
                    <a:cubicBezTo>
                      <a:pt x="73" y="74"/>
                      <a:pt x="74" y="74"/>
                      <a:pt x="75" y="73"/>
                    </a:cubicBezTo>
                    <a:cubicBezTo>
                      <a:pt x="78" y="70"/>
                      <a:pt x="78" y="70"/>
                      <a:pt x="78" y="70"/>
                    </a:cubicBezTo>
                    <a:cubicBezTo>
                      <a:pt x="80" y="68"/>
                      <a:pt x="82" y="67"/>
                      <a:pt x="84" y="67"/>
                    </a:cubicBezTo>
                    <a:cubicBezTo>
                      <a:pt x="86" y="67"/>
                      <a:pt x="88" y="68"/>
                      <a:pt x="89" y="69"/>
                    </a:cubicBezTo>
                    <a:cubicBezTo>
                      <a:pt x="89" y="69"/>
                      <a:pt x="89" y="69"/>
                      <a:pt x="89" y="69"/>
                    </a:cubicBezTo>
                    <a:cubicBezTo>
                      <a:pt x="92" y="72"/>
                      <a:pt x="92" y="78"/>
                      <a:pt x="89" y="81"/>
                    </a:cubicBezTo>
                    <a:cubicBezTo>
                      <a:pt x="68" y="102"/>
                      <a:pt x="68" y="102"/>
                      <a:pt x="68" y="102"/>
                    </a:cubicBezTo>
                    <a:cubicBezTo>
                      <a:pt x="66" y="104"/>
                      <a:pt x="64" y="105"/>
                      <a:pt x="62" y="105"/>
                    </a:cubicBezTo>
                    <a:cubicBezTo>
                      <a:pt x="60" y="105"/>
                      <a:pt x="58" y="104"/>
                      <a:pt x="57" y="102"/>
                    </a:cubicBezTo>
                    <a:cubicBezTo>
                      <a:pt x="57" y="102"/>
                      <a:pt x="44" y="91"/>
                      <a:pt x="37" y="83"/>
                    </a:cubicBezTo>
                    <a:cubicBezTo>
                      <a:pt x="33" y="79"/>
                      <a:pt x="29" y="73"/>
                      <a:pt x="35" y="68"/>
                    </a:cubicBezTo>
                    <a:cubicBezTo>
                      <a:pt x="36" y="67"/>
                      <a:pt x="38" y="67"/>
                      <a:pt x="39" y="67"/>
                    </a:cubicBezTo>
                    <a:cubicBezTo>
                      <a:pt x="43" y="67"/>
                      <a:pt x="47" y="69"/>
                      <a:pt x="49" y="72"/>
                    </a:cubicBezTo>
                    <a:cubicBezTo>
                      <a:pt x="50" y="73"/>
                      <a:pt x="50" y="73"/>
                      <a:pt x="51" y="73"/>
                    </a:cubicBezTo>
                    <a:cubicBezTo>
                      <a:pt x="53" y="73"/>
                      <a:pt x="54" y="72"/>
                      <a:pt x="54" y="70"/>
                    </a:cubicBezTo>
                    <a:cubicBezTo>
                      <a:pt x="54" y="34"/>
                      <a:pt x="54" y="34"/>
                      <a:pt x="54" y="34"/>
                    </a:cubicBezTo>
                    <a:cubicBezTo>
                      <a:pt x="54" y="27"/>
                      <a:pt x="48" y="21"/>
                      <a:pt x="41" y="21"/>
                    </a:cubicBezTo>
                    <a:cubicBezTo>
                      <a:pt x="11" y="21"/>
                      <a:pt x="11" y="21"/>
                      <a:pt x="11" y="21"/>
                    </a:cubicBezTo>
                    <a:cubicBezTo>
                      <a:pt x="8" y="21"/>
                      <a:pt x="6" y="19"/>
                      <a:pt x="6" y="16"/>
                    </a:cubicBezTo>
                    <a:cubicBezTo>
                      <a:pt x="6" y="11"/>
                      <a:pt x="6" y="11"/>
                      <a:pt x="6" y="11"/>
                    </a:cubicBezTo>
                    <a:cubicBezTo>
                      <a:pt x="6" y="8"/>
                      <a:pt x="8" y="6"/>
                      <a:pt x="11" y="6"/>
                    </a:cubicBezTo>
                    <a:cubicBezTo>
                      <a:pt x="47" y="6"/>
                      <a:pt x="47" y="6"/>
                      <a:pt x="47" y="6"/>
                    </a:cubicBezTo>
                    <a:moveTo>
                      <a:pt x="47" y="0"/>
                    </a:moveTo>
                    <a:cubicBezTo>
                      <a:pt x="11" y="0"/>
                      <a:pt x="11" y="0"/>
                      <a:pt x="11" y="0"/>
                    </a:cubicBezTo>
                    <a:cubicBezTo>
                      <a:pt x="5" y="0"/>
                      <a:pt x="0" y="5"/>
                      <a:pt x="0" y="11"/>
                    </a:cubicBezTo>
                    <a:cubicBezTo>
                      <a:pt x="0" y="16"/>
                      <a:pt x="0" y="16"/>
                      <a:pt x="0" y="16"/>
                    </a:cubicBezTo>
                    <a:cubicBezTo>
                      <a:pt x="0" y="22"/>
                      <a:pt x="5" y="27"/>
                      <a:pt x="11" y="27"/>
                    </a:cubicBezTo>
                    <a:cubicBezTo>
                      <a:pt x="41" y="27"/>
                      <a:pt x="41" y="27"/>
                      <a:pt x="41" y="27"/>
                    </a:cubicBezTo>
                    <a:cubicBezTo>
                      <a:pt x="45" y="27"/>
                      <a:pt x="48" y="30"/>
                      <a:pt x="48" y="34"/>
                    </a:cubicBezTo>
                    <a:cubicBezTo>
                      <a:pt x="48" y="63"/>
                      <a:pt x="48" y="63"/>
                      <a:pt x="48" y="63"/>
                    </a:cubicBezTo>
                    <a:cubicBezTo>
                      <a:pt x="46" y="62"/>
                      <a:pt x="43" y="61"/>
                      <a:pt x="39" y="61"/>
                    </a:cubicBezTo>
                    <a:cubicBezTo>
                      <a:pt x="36" y="61"/>
                      <a:pt x="33" y="62"/>
                      <a:pt x="31" y="64"/>
                    </a:cubicBezTo>
                    <a:cubicBezTo>
                      <a:pt x="27" y="67"/>
                      <a:pt x="26" y="70"/>
                      <a:pt x="26" y="73"/>
                    </a:cubicBezTo>
                    <a:cubicBezTo>
                      <a:pt x="26" y="79"/>
                      <a:pt x="30" y="84"/>
                      <a:pt x="33" y="87"/>
                    </a:cubicBezTo>
                    <a:cubicBezTo>
                      <a:pt x="40" y="95"/>
                      <a:pt x="52" y="106"/>
                      <a:pt x="52" y="107"/>
                    </a:cubicBezTo>
                    <a:cubicBezTo>
                      <a:pt x="55" y="109"/>
                      <a:pt x="58" y="111"/>
                      <a:pt x="62" y="111"/>
                    </a:cubicBezTo>
                    <a:cubicBezTo>
                      <a:pt x="66" y="111"/>
                      <a:pt x="69" y="109"/>
                      <a:pt x="72" y="107"/>
                    </a:cubicBezTo>
                    <a:cubicBezTo>
                      <a:pt x="94" y="85"/>
                      <a:pt x="94" y="85"/>
                      <a:pt x="94" y="85"/>
                    </a:cubicBezTo>
                    <a:cubicBezTo>
                      <a:pt x="96" y="82"/>
                      <a:pt x="98" y="79"/>
                      <a:pt x="98" y="75"/>
                    </a:cubicBezTo>
                    <a:cubicBezTo>
                      <a:pt x="98" y="71"/>
                      <a:pt x="96" y="68"/>
                      <a:pt x="93" y="65"/>
                    </a:cubicBezTo>
                    <a:cubicBezTo>
                      <a:pt x="90" y="63"/>
                      <a:pt x="87" y="61"/>
                      <a:pt x="84" y="61"/>
                    </a:cubicBezTo>
                    <a:cubicBezTo>
                      <a:pt x="81" y="61"/>
                      <a:pt x="78" y="62"/>
                      <a:pt x="76" y="64"/>
                    </a:cubicBezTo>
                    <a:cubicBezTo>
                      <a:pt x="76" y="29"/>
                      <a:pt x="76" y="29"/>
                      <a:pt x="76" y="29"/>
                    </a:cubicBezTo>
                    <a:cubicBezTo>
                      <a:pt x="76" y="13"/>
                      <a:pt x="63" y="0"/>
                      <a:pt x="47" y="0"/>
                    </a:cubicBezTo>
                    <a:close/>
                  </a:path>
                </a:pathLst>
              </a:custGeom>
              <a:noFill/>
              <a:ln cap="flat"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33" name="Google Shape;533;p14"/>
              <p:cNvSpPr/>
              <p:nvPr/>
            </p:nvSpPr>
            <p:spPr>
              <a:xfrm>
                <a:off x="2026203" y="3516677"/>
                <a:ext cx="426741" cy="443475"/>
              </a:xfrm>
              <a:custGeom>
                <a:rect b="b" l="l" r="r" t="t"/>
                <a:pathLst>
                  <a:path extrusionOk="0" h="113" w="112">
                    <a:moveTo>
                      <a:pt x="79" y="0"/>
                    </a:moveTo>
                    <a:cubicBezTo>
                      <a:pt x="33" y="0"/>
                      <a:pt x="33" y="0"/>
                      <a:pt x="33" y="0"/>
                    </a:cubicBezTo>
                    <a:cubicBezTo>
                      <a:pt x="15" y="0"/>
                      <a:pt x="0" y="15"/>
                      <a:pt x="0" y="34"/>
                    </a:cubicBezTo>
                    <a:cubicBezTo>
                      <a:pt x="0" y="79"/>
                      <a:pt x="0" y="79"/>
                      <a:pt x="0" y="79"/>
                    </a:cubicBezTo>
                    <a:cubicBezTo>
                      <a:pt x="0" y="98"/>
                      <a:pt x="15" y="113"/>
                      <a:pt x="33" y="113"/>
                    </a:cubicBezTo>
                    <a:cubicBezTo>
                      <a:pt x="79" y="113"/>
                      <a:pt x="79" y="113"/>
                      <a:pt x="79" y="113"/>
                    </a:cubicBezTo>
                    <a:cubicBezTo>
                      <a:pt x="97" y="113"/>
                      <a:pt x="112" y="98"/>
                      <a:pt x="112" y="79"/>
                    </a:cubicBezTo>
                    <a:cubicBezTo>
                      <a:pt x="112" y="34"/>
                      <a:pt x="112" y="34"/>
                      <a:pt x="112" y="34"/>
                    </a:cubicBezTo>
                    <a:cubicBezTo>
                      <a:pt x="112" y="15"/>
                      <a:pt x="97" y="0"/>
                      <a:pt x="79" y="0"/>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34" name="Google Shape;534;p14"/>
              <p:cNvSpPr/>
              <p:nvPr/>
            </p:nvSpPr>
            <p:spPr>
              <a:xfrm>
                <a:off x="2303715" y="3559943"/>
                <a:ext cx="107340" cy="109516"/>
              </a:xfrm>
              <a:custGeom>
                <a:rect b="b" l="l" r="r" t="t"/>
                <a:pathLst>
                  <a:path extrusionOk="0" h="28" w="28">
                    <a:moveTo>
                      <a:pt x="14" y="6"/>
                    </a:moveTo>
                    <a:cubicBezTo>
                      <a:pt x="19" y="6"/>
                      <a:pt x="22" y="10"/>
                      <a:pt x="22" y="14"/>
                    </a:cubicBezTo>
                    <a:cubicBezTo>
                      <a:pt x="22" y="19"/>
                      <a:pt x="19" y="22"/>
                      <a:pt x="14" y="22"/>
                    </a:cubicBezTo>
                    <a:cubicBezTo>
                      <a:pt x="10" y="22"/>
                      <a:pt x="6" y="19"/>
                      <a:pt x="6" y="14"/>
                    </a:cubicBezTo>
                    <a:cubicBezTo>
                      <a:pt x="6" y="10"/>
                      <a:pt x="10" y="6"/>
                      <a:pt x="14" y="6"/>
                    </a:cubicBezTo>
                    <a:moveTo>
                      <a:pt x="14" y="0"/>
                    </a:moveTo>
                    <a:cubicBezTo>
                      <a:pt x="7" y="0"/>
                      <a:pt x="0" y="6"/>
                      <a:pt x="0" y="14"/>
                    </a:cubicBezTo>
                    <a:cubicBezTo>
                      <a:pt x="0" y="22"/>
                      <a:pt x="7" y="28"/>
                      <a:pt x="14" y="28"/>
                    </a:cubicBezTo>
                    <a:cubicBezTo>
                      <a:pt x="22" y="28"/>
                      <a:pt x="28" y="22"/>
                      <a:pt x="28" y="14"/>
                    </a:cubicBezTo>
                    <a:cubicBezTo>
                      <a:pt x="28" y="6"/>
                      <a:pt x="22" y="0"/>
                      <a:pt x="14" y="0"/>
                    </a:cubicBezTo>
                    <a:close/>
                  </a:path>
                </a:pathLst>
              </a:custGeom>
              <a:noFill/>
              <a:ln cap="flat"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35" name="Google Shape;535;p14"/>
              <p:cNvSpPr/>
              <p:nvPr/>
            </p:nvSpPr>
            <p:spPr>
              <a:xfrm>
                <a:off x="2026203" y="3516677"/>
                <a:ext cx="426741" cy="443475"/>
              </a:xfrm>
              <a:custGeom>
                <a:rect b="b" l="l" r="r" t="t"/>
                <a:pathLst>
                  <a:path extrusionOk="0" h="113" w="112">
                    <a:moveTo>
                      <a:pt x="79" y="0"/>
                    </a:moveTo>
                    <a:cubicBezTo>
                      <a:pt x="33" y="0"/>
                      <a:pt x="33" y="0"/>
                      <a:pt x="33" y="0"/>
                    </a:cubicBezTo>
                    <a:cubicBezTo>
                      <a:pt x="15" y="0"/>
                      <a:pt x="0" y="15"/>
                      <a:pt x="0" y="34"/>
                    </a:cubicBezTo>
                    <a:cubicBezTo>
                      <a:pt x="0" y="79"/>
                      <a:pt x="0" y="79"/>
                      <a:pt x="0" y="79"/>
                    </a:cubicBezTo>
                    <a:cubicBezTo>
                      <a:pt x="0" y="98"/>
                      <a:pt x="15" y="113"/>
                      <a:pt x="33" y="113"/>
                    </a:cubicBezTo>
                    <a:cubicBezTo>
                      <a:pt x="79" y="113"/>
                      <a:pt x="79" y="113"/>
                      <a:pt x="79" y="113"/>
                    </a:cubicBezTo>
                    <a:cubicBezTo>
                      <a:pt x="97" y="113"/>
                      <a:pt x="112" y="98"/>
                      <a:pt x="112" y="79"/>
                    </a:cubicBezTo>
                    <a:cubicBezTo>
                      <a:pt x="112" y="34"/>
                      <a:pt x="112" y="34"/>
                      <a:pt x="112" y="34"/>
                    </a:cubicBezTo>
                    <a:cubicBezTo>
                      <a:pt x="112" y="15"/>
                      <a:pt x="97" y="0"/>
                      <a:pt x="79" y="0"/>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36" name="Google Shape;536;p14"/>
              <p:cNvSpPr/>
              <p:nvPr/>
            </p:nvSpPr>
            <p:spPr>
              <a:xfrm>
                <a:off x="2147942" y="3658642"/>
                <a:ext cx="175409" cy="179823"/>
              </a:xfrm>
              <a:prstGeom prst="ellipse">
                <a:avLst/>
              </a:pr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37" name="Google Shape;537;p14"/>
              <p:cNvSpPr/>
              <p:nvPr/>
            </p:nvSpPr>
            <p:spPr>
              <a:xfrm>
                <a:off x="2083800" y="3580223"/>
                <a:ext cx="311547" cy="321790"/>
              </a:xfrm>
              <a:custGeom>
                <a:rect b="b" l="l" r="r" t="t"/>
                <a:pathLst>
                  <a:path extrusionOk="0" h="82" w="82">
                    <a:moveTo>
                      <a:pt x="67" y="2"/>
                    </a:moveTo>
                    <a:cubicBezTo>
                      <a:pt x="64" y="0"/>
                      <a:pt x="61" y="0"/>
                      <a:pt x="58" y="0"/>
                    </a:cubicBezTo>
                    <a:cubicBezTo>
                      <a:pt x="25" y="0"/>
                      <a:pt x="25" y="0"/>
                      <a:pt x="25" y="0"/>
                    </a:cubicBezTo>
                    <a:cubicBezTo>
                      <a:pt x="11" y="0"/>
                      <a:pt x="0" y="11"/>
                      <a:pt x="0" y="24"/>
                    </a:cubicBezTo>
                    <a:cubicBezTo>
                      <a:pt x="0" y="57"/>
                      <a:pt x="0" y="57"/>
                      <a:pt x="0" y="57"/>
                    </a:cubicBezTo>
                    <a:cubicBezTo>
                      <a:pt x="0" y="71"/>
                      <a:pt x="11" y="82"/>
                      <a:pt x="25" y="82"/>
                    </a:cubicBezTo>
                    <a:cubicBezTo>
                      <a:pt x="58" y="82"/>
                      <a:pt x="58" y="82"/>
                      <a:pt x="58" y="82"/>
                    </a:cubicBezTo>
                    <a:cubicBezTo>
                      <a:pt x="71" y="82"/>
                      <a:pt x="82" y="71"/>
                      <a:pt x="82" y="57"/>
                    </a:cubicBezTo>
                    <a:cubicBezTo>
                      <a:pt x="82" y="24"/>
                      <a:pt x="82" y="24"/>
                      <a:pt x="82" y="24"/>
                    </a:cubicBezTo>
                    <a:cubicBezTo>
                      <a:pt x="82" y="21"/>
                      <a:pt x="81" y="18"/>
                      <a:pt x="80" y="15"/>
                    </a:cubicBezTo>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38" name="Google Shape;538;p14"/>
              <p:cNvSpPr/>
              <p:nvPr/>
            </p:nvSpPr>
            <p:spPr>
              <a:xfrm>
                <a:off x="1417508" y="4552352"/>
                <a:ext cx="289293" cy="298804"/>
              </a:xfrm>
              <a:prstGeom prst="ellipse">
                <a:avLst/>
              </a:pr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39" name="Google Shape;539;p14"/>
              <p:cNvSpPr/>
              <p:nvPr/>
            </p:nvSpPr>
            <p:spPr>
              <a:xfrm>
                <a:off x="1513067" y="4611843"/>
                <a:ext cx="98176" cy="86532"/>
              </a:xfrm>
              <a:custGeom>
                <a:rect b="b" l="l" r="r" t="t"/>
                <a:pathLst>
                  <a:path extrusionOk="0" h="22" w="26">
                    <a:moveTo>
                      <a:pt x="0" y="4"/>
                    </a:moveTo>
                    <a:cubicBezTo>
                      <a:pt x="5" y="2"/>
                      <a:pt x="10" y="0"/>
                      <a:pt x="16" y="1"/>
                    </a:cubicBezTo>
                    <a:cubicBezTo>
                      <a:pt x="19" y="2"/>
                      <a:pt x="23" y="3"/>
                      <a:pt x="25" y="7"/>
                    </a:cubicBezTo>
                    <a:cubicBezTo>
                      <a:pt x="26" y="9"/>
                      <a:pt x="26" y="13"/>
                      <a:pt x="24" y="16"/>
                    </a:cubicBezTo>
                    <a:cubicBezTo>
                      <a:pt x="22" y="18"/>
                      <a:pt x="19" y="20"/>
                      <a:pt x="16" y="21"/>
                    </a:cubicBezTo>
                    <a:cubicBezTo>
                      <a:pt x="13" y="22"/>
                      <a:pt x="9" y="22"/>
                      <a:pt x="6" y="22"/>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40" name="Google Shape;540;p14"/>
              <p:cNvSpPr/>
              <p:nvPr/>
            </p:nvSpPr>
            <p:spPr>
              <a:xfrm>
                <a:off x="1520921" y="4694318"/>
                <a:ext cx="128284" cy="98700"/>
              </a:xfrm>
              <a:custGeom>
                <a:rect b="b" l="l" r="r" t="t"/>
                <a:pathLst>
                  <a:path extrusionOk="0" h="25" w="34">
                    <a:moveTo>
                      <a:pt x="6" y="1"/>
                    </a:moveTo>
                    <a:cubicBezTo>
                      <a:pt x="9" y="0"/>
                      <a:pt x="12" y="0"/>
                      <a:pt x="16" y="1"/>
                    </a:cubicBezTo>
                    <a:cubicBezTo>
                      <a:pt x="19" y="1"/>
                      <a:pt x="23" y="2"/>
                      <a:pt x="25" y="4"/>
                    </a:cubicBezTo>
                    <a:cubicBezTo>
                      <a:pt x="34" y="11"/>
                      <a:pt x="25" y="22"/>
                      <a:pt x="17" y="24"/>
                    </a:cubicBezTo>
                    <a:cubicBezTo>
                      <a:pt x="10" y="25"/>
                      <a:pt x="3" y="22"/>
                      <a:pt x="0" y="16"/>
                    </a:cubicBezTo>
                  </a:path>
                </a:pathLst>
              </a:custGeom>
              <a:noFill/>
              <a:ln cap="rnd"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41" name="Google Shape;541;p14"/>
              <p:cNvSpPr/>
              <p:nvPr/>
            </p:nvSpPr>
            <p:spPr>
              <a:xfrm>
                <a:off x="1493431" y="3190831"/>
                <a:ext cx="396633" cy="730111"/>
              </a:xfrm>
              <a:custGeom>
                <a:rect b="b" l="l" r="r" t="t"/>
                <a:pathLst>
                  <a:path extrusionOk="0" h="186" w="104">
                    <a:moveTo>
                      <a:pt x="93" y="0"/>
                    </a:moveTo>
                    <a:cubicBezTo>
                      <a:pt x="13" y="0"/>
                      <a:pt x="13" y="0"/>
                      <a:pt x="13" y="0"/>
                    </a:cubicBezTo>
                    <a:cubicBezTo>
                      <a:pt x="6" y="0"/>
                      <a:pt x="0" y="6"/>
                      <a:pt x="0" y="13"/>
                    </a:cubicBezTo>
                    <a:cubicBezTo>
                      <a:pt x="0" y="172"/>
                      <a:pt x="0" y="172"/>
                      <a:pt x="0" y="172"/>
                    </a:cubicBezTo>
                    <a:cubicBezTo>
                      <a:pt x="0" y="180"/>
                      <a:pt x="6" y="186"/>
                      <a:pt x="13" y="186"/>
                    </a:cubicBezTo>
                    <a:cubicBezTo>
                      <a:pt x="90" y="186"/>
                      <a:pt x="90" y="186"/>
                      <a:pt x="90" y="186"/>
                    </a:cubicBezTo>
                    <a:cubicBezTo>
                      <a:pt x="97" y="186"/>
                      <a:pt x="103" y="180"/>
                      <a:pt x="103" y="172"/>
                    </a:cubicBezTo>
                    <a:cubicBezTo>
                      <a:pt x="103" y="13"/>
                      <a:pt x="103" y="13"/>
                      <a:pt x="103" y="13"/>
                    </a:cubicBezTo>
                    <a:cubicBezTo>
                      <a:pt x="104" y="1"/>
                      <a:pt x="93" y="0"/>
                      <a:pt x="93" y="0"/>
                    </a:cubicBezTo>
                    <a:close/>
                    <a:moveTo>
                      <a:pt x="52" y="173"/>
                    </a:moveTo>
                    <a:cubicBezTo>
                      <a:pt x="47" y="173"/>
                      <a:pt x="43" y="169"/>
                      <a:pt x="43" y="164"/>
                    </a:cubicBezTo>
                    <a:cubicBezTo>
                      <a:pt x="43" y="160"/>
                      <a:pt x="47" y="156"/>
                      <a:pt x="52" y="156"/>
                    </a:cubicBezTo>
                    <a:cubicBezTo>
                      <a:pt x="56" y="156"/>
                      <a:pt x="60" y="160"/>
                      <a:pt x="60" y="164"/>
                    </a:cubicBezTo>
                    <a:cubicBezTo>
                      <a:pt x="60" y="169"/>
                      <a:pt x="56" y="173"/>
                      <a:pt x="52" y="173"/>
                    </a:cubicBezTo>
                    <a:close/>
                    <a:moveTo>
                      <a:pt x="81" y="144"/>
                    </a:moveTo>
                    <a:cubicBezTo>
                      <a:pt x="21" y="144"/>
                      <a:pt x="21" y="144"/>
                      <a:pt x="21" y="144"/>
                    </a:cubicBezTo>
                    <a:cubicBezTo>
                      <a:pt x="16" y="144"/>
                      <a:pt x="13" y="140"/>
                      <a:pt x="13" y="136"/>
                    </a:cubicBezTo>
                    <a:cubicBezTo>
                      <a:pt x="13" y="35"/>
                      <a:pt x="13" y="35"/>
                      <a:pt x="13" y="35"/>
                    </a:cubicBezTo>
                    <a:cubicBezTo>
                      <a:pt x="13" y="31"/>
                      <a:pt x="17" y="27"/>
                      <a:pt x="21" y="27"/>
                    </a:cubicBezTo>
                    <a:cubicBezTo>
                      <a:pt x="82" y="27"/>
                      <a:pt x="82" y="27"/>
                      <a:pt x="82" y="27"/>
                    </a:cubicBezTo>
                    <a:cubicBezTo>
                      <a:pt x="86" y="27"/>
                      <a:pt x="90" y="31"/>
                      <a:pt x="90" y="35"/>
                    </a:cubicBezTo>
                    <a:cubicBezTo>
                      <a:pt x="89" y="137"/>
                      <a:pt x="89" y="137"/>
                      <a:pt x="89" y="137"/>
                    </a:cubicBezTo>
                    <a:cubicBezTo>
                      <a:pt x="89" y="141"/>
                      <a:pt x="85" y="144"/>
                      <a:pt x="81" y="144"/>
                    </a:cubicBezTo>
                    <a:close/>
                    <a:moveTo>
                      <a:pt x="93" y="144"/>
                    </a:moveTo>
                    <a:cubicBezTo>
                      <a:pt x="93" y="144"/>
                      <a:pt x="93" y="144"/>
                      <a:pt x="93" y="144"/>
                    </a:cubicBezTo>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cxnSp>
            <p:nvCxnSpPr>
              <p:cNvPr id="542" name="Google Shape;542;p14"/>
              <p:cNvCxnSpPr/>
              <p:nvPr/>
            </p:nvCxnSpPr>
            <p:spPr>
              <a:xfrm flipH="1">
                <a:off x="1581136" y="3347669"/>
                <a:ext cx="201589" cy="255538"/>
              </a:xfrm>
              <a:prstGeom prst="straightConnector1">
                <a:avLst/>
              </a:prstGeom>
              <a:solidFill>
                <a:schemeClr val="lt1"/>
              </a:solidFill>
              <a:ln cap="rnd" cmpd="sng" w="9525">
                <a:solidFill>
                  <a:srgbClr val="FE9D98"/>
                </a:solidFill>
                <a:prstDash val="solid"/>
                <a:round/>
                <a:headEnd len="sm" w="sm" type="none"/>
                <a:tailEnd len="sm" w="sm" type="none"/>
              </a:ln>
            </p:spPr>
          </p:cxnSp>
          <p:cxnSp>
            <p:nvCxnSpPr>
              <p:cNvPr id="543" name="Google Shape;543;p14"/>
              <p:cNvCxnSpPr/>
              <p:nvPr/>
            </p:nvCxnSpPr>
            <p:spPr>
              <a:xfrm flipH="1">
                <a:off x="1649205" y="3442313"/>
                <a:ext cx="137447" cy="164951"/>
              </a:xfrm>
              <a:prstGeom prst="straightConnector1">
                <a:avLst/>
              </a:prstGeom>
              <a:solidFill>
                <a:schemeClr val="lt1"/>
              </a:solidFill>
              <a:ln cap="rnd" cmpd="sng" w="9525">
                <a:solidFill>
                  <a:srgbClr val="FE9D98"/>
                </a:solidFill>
                <a:prstDash val="solid"/>
                <a:round/>
                <a:headEnd len="sm" w="sm" type="none"/>
                <a:tailEnd len="sm" w="sm" type="none"/>
              </a:ln>
            </p:spPr>
          </p:cxnSp>
          <p:cxnSp>
            <p:nvCxnSpPr>
              <p:cNvPr id="544" name="Google Shape;544;p14"/>
              <p:cNvCxnSpPr/>
              <p:nvPr/>
            </p:nvCxnSpPr>
            <p:spPr>
              <a:xfrm>
                <a:off x="1619097" y="3242209"/>
                <a:ext cx="137447" cy="0"/>
              </a:xfrm>
              <a:prstGeom prst="straightConnector1">
                <a:avLst/>
              </a:prstGeom>
              <a:solidFill>
                <a:schemeClr val="lt1"/>
              </a:solidFill>
              <a:ln cap="rnd" cmpd="sng" w="9525">
                <a:solidFill>
                  <a:srgbClr val="FE9D98"/>
                </a:solidFill>
                <a:prstDash val="solid"/>
                <a:round/>
                <a:headEnd len="sm" w="sm" type="none"/>
                <a:tailEnd len="sm" w="sm" type="none"/>
              </a:ln>
            </p:spPr>
          </p:cxnSp>
          <p:sp>
            <p:nvSpPr>
              <p:cNvPr id="545" name="Google Shape;545;p14"/>
              <p:cNvSpPr/>
              <p:nvPr/>
            </p:nvSpPr>
            <p:spPr>
              <a:xfrm>
                <a:off x="1527466" y="3042104"/>
                <a:ext cx="77232" cy="94644"/>
              </a:xfrm>
              <a:custGeom>
                <a:rect b="b" l="l" r="r" t="t"/>
                <a:pathLst>
                  <a:path extrusionOk="0" h="24" w="20">
                    <a:moveTo>
                      <a:pt x="0" y="0"/>
                    </a:moveTo>
                    <a:cubicBezTo>
                      <a:pt x="7" y="8"/>
                      <a:pt x="13" y="16"/>
                      <a:pt x="20" y="24"/>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46" name="Google Shape;546;p14"/>
              <p:cNvSpPr/>
              <p:nvPr/>
            </p:nvSpPr>
            <p:spPr>
              <a:xfrm>
                <a:off x="1684548" y="2967742"/>
                <a:ext cx="3927" cy="156839"/>
              </a:xfrm>
              <a:custGeom>
                <a:rect b="b" l="l" r="r" t="t"/>
                <a:pathLst>
                  <a:path extrusionOk="0" h="40" w="1">
                    <a:moveTo>
                      <a:pt x="1" y="0"/>
                    </a:moveTo>
                    <a:cubicBezTo>
                      <a:pt x="1" y="13"/>
                      <a:pt x="0" y="27"/>
                      <a:pt x="0" y="4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47" name="Google Shape;547;p14"/>
              <p:cNvSpPr/>
              <p:nvPr/>
            </p:nvSpPr>
            <p:spPr>
              <a:xfrm>
                <a:off x="1764399" y="3054273"/>
                <a:ext cx="86395" cy="82475"/>
              </a:xfrm>
              <a:custGeom>
                <a:rect b="b" l="l" r="r" t="t"/>
                <a:pathLst>
                  <a:path extrusionOk="0" h="21" w="23">
                    <a:moveTo>
                      <a:pt x="0" y="21"/>
                    </a:moveTo>
                    <a:cubicBezTo>
                      <a:pt x="7" y="13"/>
                      <a:pt x="15" y="6"/>
                      <a:pt x="23"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48" name="Google Shape;548;p14"/>
              <p:cNvSpPr/>
              <p:nvPr/>
            </p:nvSpPr>
            <p:spPr>
              <a:xfrm>
                <a:off x="1041819" y="2194365"/>
                <a:ext cx="287985" cy="298804"/>
              </a:xfrm>
              <a:prstGeom prst="ellipse">
                <a:avLst/>
              </a:pr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49" name="Google Shape;549;p14"/>
              <p:cNvSpPr/>
              <p:nvPr/>
            </p:nvSpPr>
            <p:spPr>
              <a:xfrm>
                <a:off x="1136069" y="2295769"/>
                <a:ext cx="95558" cy="129797"/>
              </a:xfrm>
              <a:custGeom>
                <a:rect b="b" l="l" r="r" t="t"/>
                <a:pathLst>
                  <a:path extrusionOk="0" h="33" w="25">
                    <a:moveTo>
                      <a:pt x="0" y="1"/>
                    </a:moveTo>
                    <a:cubicBezTo>
                      <a:pt x="8" y="1"/>
                      <a:pt x="16" y="0"/>
                      <a:pt x="25" y="0"/>
                    </a:cubicBezTo>
                    <a:cubicBezTo>
                      <a:pt x="15" y="7"/>
                      <a:pt x="9" y="20"/>
                      <a:pt x="11" y="33"/>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50" name="Google Shape;550;p14"/>
              <p:cNvSpPr/>
              <p:nvPr/>
            </p:nvSpPr>
            <p:spPr>
              <a:xfrm>
                <a:off x="1143923" y="2367428"/>
                <a:ext cx="71996" cy="4056"/>
              </a:xfrm>
              <a:custGeom>
                <a:rect b="b" l="l" r="r" t="t"/>
                <a:pathLst>
                  <a:path extrusionOk="0" h="1" w="19">
                    <a:moveTo>
                      <a:pt x="0" y="1"/>
                    </a:moveTo>
                    <a:cubicBezTo>
                      <a:pt x="7" y="1"/>
                      <a:pt x="13" y="0"/>
                      <a:pt x="19"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51" name="Google Shape;551;p14"/>
              <p:cNvSpPr/>
              <p:nvPr/>
            </p:nvSpPr>
            <p:spPr>
              <a:xfrm>
                <a:off x="1444998" y="1759003"/>
                <a:ext cx="483028" cy="494853"/>
              </a:xfrm>
              <a:custGeom>
                <a:rect b="b" l="l" r="r" t="t"/>
                <a:pathLst>
                  <a:path extrusionOk="0" h="126" w="127">
                    <a:moveTo>
                      <a:pt x="126" y="63"/>
                    </a:moveTo>
                    <a:cubicBezTo>
                      <a:pt x="126" y="28"/>
                      <a:pt x="98" y="1"/>
                      <a:pt x="63" y="1"/>
                    </a:cubicBezTo>
                    <a:cubicBezTo>
                      <a:pt x="63" y="1"/>
                      <a:pt x="3" y="0"/>
                      <a:pt x="1" y="64"/>
                    </a:cubicBezTo>
                    <a:cubicBezTo>
                      <a:pt x="0" y="99"/>
                      <a:pt x="30" y="126"/>
                      <a:pt x="65" y="126"/>
                    </a:cubicBezTo>
                    <a:cubicBezTo>
                      <a:pt x="65" y="126"/>
                      <a:pt x="65" y="126"/>
                      <a:pt x="65" y="126"/>
                    </a:cubicBezTo>
                    <a:cubicBezTo>
                      <a:pt x="65" y="126"/>
                      <a:pt x="65" y="126"/>
                      <a:pt x="65" y="126"/>
                    </a:cubicBezTo>
                    <a:cubicBezTo>
                      <a:pt x="65" y="126"/>
                      <a:pt x="65" y="126"/>
                      <a:pt x="65" y="126"/>
                    </a:cubicBezTo>
                    <a:cubicBezTo>
                      <a:pt x="99" y="126"/>
                      <a:pt x="127" y="97"/>
                      <a:pt x="126" y="63"/>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52" name="Google Shape;552;p14"/>
              <p:cNvSpPr/>
              <p:nvPr/>
            </p:nvSpPr>
            <p:spPr>
              <a:xfrm>
                <a:off x="1600771" y="1771171"/>
                <a:ext cx="178027" cy="482684"/>
              </a:xfrm>
              <a:custGeom>
                <a:rect b="b" l="l" r="r" t="t"/>
                <a:pathLst>
                  <a:path extrusionOk="0" h="123" w="47">
                    <a:moveTo>
                      <a:pt x="47" y="60"/>
                    </a:moveTo>
                    <a:cubicBezTo>
                      <a:pt x="47" y="95"/>
                      <a:pt x="40" y="123"/>
                      <a:pt x="24" y="123"/>
                    </a:cubicBezTo>
                    <a:cubicBezTo>
                      <a:pt x="8" y="123"/>
                      <a:pt x="0" y="94"/>
                      <a:pt x="0" y="59"/>
                    </a:cubicBezTo>
                    <a:cubicBezTo>
                      <a:pt x="0" y="25"/>
                      <a:pt x="8" y="0"/>
                      <a:pt x="24" y="0"/>
                    </a:cubicBezTo>
                    <a:cubicBezTo>
                      <a:pt x="41" y="0"/>
                      <a:pt x="47" y="25"/>
                      <a:pt x="47" y="60"/>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53" name="Google Shape;553;p14"/>
              <p:cNvSpPr/>
              <p:nvPr/>
            </p:nvSpPr>
            <p:spPr>
              <a:xfrm>
                <a:off x="1455470" y="1899617"/>
                <a:ext cx="476484" cy="200104"/>
              </a:xfrm>
              <a:custGeom>
                <a:rect b="b" l="l" r="r" t="t"/>
                <a:pathLst>
                  <a:path extrusionOk="0" h="51" w="125">
                    <a:moveTo>
                      <a:pt x="61" y="0"/>
                    </a:moveTo>
                    <a:cubicBezTo>
                      <a:pt x="96" y="0"/>
                      <a:pt x="125" y="11"/>
                      <a:pt x="125" y="27"/>
                    </a:cubicBezTo>
                    <a:cubicBezTo>
                      <a:pt x="125" y="43"/>
                      <a:pt x="97" y="51"/>
                      <a:pt x="62" y="51"/>
                    </a:cubicBezTo>
                    <a:cubicBezTo>
                      <a:pt x="27" y="51"/>
                      <a:pt x="0" y="43"/>
                      <a:pt x="0" y="27"/>
                    </a:cubicBezTo>
                    <a:cubicBezTo>
                      <a:pt x="0" y="11"/>
                      <a:pt x="27" y="0"/>
                      <a:pt x="61" y="0"/>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54" name="Google Shape;554;p14"/>
              <p:cNvSpPr/>
              <p:nvPr/>
            </p:nvSpPr>
            <p:spPr>
              <a:xfrm>
                <a:off x="1551028" y="2386357"/>
                <a:ext cx="247405" cy="255538"/>
              </a:xfrm>
              <a:prstGeom prst="ellipse">
                <a:avLst/>
              </a:pr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55" name="Google Shape;555;p14"/>
              <p:cNvSpPr/>
              <p:nvPr/>
            </p:nvSpPr>
            <p:spPr>
              <a:xfrm>
                <a:off x="1596844" y="2759525"/>
                <a:ext cx="151846" cy="121685"/>
              </a:xfrm>
              <a:custGeom>
                <a:rect b="b" l="l" r="r" t="t"/>
                <a:pathLst>
                  <a:path extrusionOk="0" h="31" w="40">
                    <a:moveTo>
                      <a:pt x="40" y="31"/>
                    </a:moveTo>
                    <a:cubicBezTo>
                      <a:pt x="40" y="12"/>
                      <a:pt x="40" y="12"/>
                      <a:pt x="40" y="12"/>
                    </a:cubicBezTo>
                    <a:cubicBezTo>
                      <a:pt x="40" y="5"/>
                      <a:pt x="35" y="0"/>
                      <a:pt x="28" y="0"/>
                    </a:cubicBezTo>
                    <a:cubicBezTo>
                      <a:pt x="11" y="0"/>
                      <a:pt x="11" y="0"/>
                      <a:pt x="11" y="0"/>
                    </a:cubicBezTo>
                    <a:cubicBezTo>
                      <a:pt x="5" y="0"/>
                      <a:pt x="0" y="5"/>
                      <a:pt x="0" y="12"/>
                    </a:cubicBezTo>
                    <a:cubicBezTo>
                      <a:pt x="0" y="31"/>
                      <a:pt x="0" y="31"/>
                      <a:pt x="0" y="3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56" name="Google Shape;556;p14"/>
              <p:cNvSpPr/>
              <p:nvPr/>
            </p:nvSpPr>
            <p:spPr>
              <a:xfrm>
                <a:off x="1531393" y="2693274"/>
                <a:ext cx="281439" cy="191992"/>
              </a:xfrm>
              <a:custGeom>
                <a:rect b="b" l="l" r="r" t="t"/>
                <a:pathLst>
                  <a:path extrusionOk="0" h="49" w="74">
                    <a:moveTo>
                      <a:pt x="0" y="49"/>
                    </a:moveTo>
                    <a:cubicBezTo>
                      <a:pt x="0" y="29"/>
                      <a:pt x="0" y="29"/>
                      <a:pt x="0" y="29"/>
                    </a:cubicBezTo>
                    <a:cubicBezTo>
                      <a:pt x="0" y="13"/>
                      <a:pt x="13" y="0"/>
                      <a:pt x="28" y="0"/>
                    </a:cubicBezTo>
                    <a:cubicBezTo>
                      <a:pt x="45" y="0"/>
                      <a:pt x="45" y="0"/>
                      <a:pt x="45" y="0"/>
                    </a:cubicBezTo>
                    <a:cubicBezTo>
                      <a:pt x="61" y="0"/>
                      <a:pt x="74" y="13"/>
                      <a:pt x="74" y="29"/>
                    </a:cubicBezTo>
                    <a:cubicBezTo>
                      <a:pt x="74" y="47"/>
                      <a:pt x="74" y="47"/>
                      <a:pt x="74" y="47"/>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57" name="Google Shape;557;p14"/>
              <p:cNvSpPr/>
              <p:nvPr/>
            </p:nvSpPr>
            <p:spPr>
              <a:xfrm>
                <a:off x="1455470" y="2590517"/>
                <a:ext cx="0" cy="90587"/>
              </a:xfrm>
              <a:custGeom>
                <a:rect b="b" l="l" r="r" t="t"/>
                <a:pathLst>
                  <a:path extrusionOk="0" h="23" w="120000">
                    <a:moveTo>
                      <a:pt x="0" y="0"/>
                    </a:moveTo>
                    <a:cubicBezTo>
                      <a:pt x="0" y="7"/>
                      <a:pt x="0" y="14"/>
                      <a:pt x="0" y="22"/>
                    </a:cubicBezTo>
                    <a:cubicBezTo>
                      <a:pt x="0" y="23"/>
                      <a:pt x="0" y="23"/>
                      <a:pt x="0" y="23"/>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cxnSp>
            <p:nvCxnSpPr>
              <p:cNvPr id="558" name="Google Shape;558;p14"/>
              <p:cNvCxnSpPr/>
              <p:nvPr/>
            </p:nvCxnSpPr>
            <p:spPr>
              <a:xfrm>
                <a:off x="1417508" y="2633783"/>
                <a:ext cx="79850" cy="0"/>
              </a:xfrm>
              <a:prstGeom prst="straightConnector1">
                <a:avLst/>
              </a:prstGeom>
              <a:solidFill>
                <a:schemeClr val="lt1"/>
              </a:solidFill>
              <a:ln cap="rnd" cmpd="sng" w="9525">
                <a:solidFill>
                  <a:srgbClr val="FE9D98"/>
                </a:solidFill>
                <a:prstDash val="solid"/>
                <a:round/>
                <a:headEnd len="sm" w="sm" type="none"/>
                <a:tailEnd len="sm" w="sm" type="none"/>
              </a:ln>
            </p:spPr>
          </p:cxnSp>
          <p:sp>
            <p:nvSpPr>
              <p:cNvPr id="559" name="Google Shape;559;p14"/>
              <p:cNvSpPr/>
              <p:nvPr/>
            </p:nvSpPr>
            <p:spPr>
              <a:xfrm>
                <a:off x="1615170" y="2453960"/>
                <a:ext cx="117812" cy="124389"/>
              </a:xfrm>
              <a:prstGeom prst="ellipse">
                <a:avLst/>
              </a:pr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60" name="Google Shape;560;p14"/>
              <p:cNvSpPr/>
              <p:nvPr/>
            </p:nvSpPr>
            <p:spPr>
              <a:xfrm>
                <a:off x="2870521" y="3623489"/>
                <a:ext cx="3927" cy="144670"/>
              </a:xfrm>
              <a:custGeom>
                <a:rect b="b" l="l" r="r" t="t"/>
                <a:pathLst>
                  <a:path extrusionOk="0" h="37" w="1">
                    <a:moveTo>
                      <a:pt x="0" y="0"/>
                    </a:moveTo>
                    <a:cubicBezTo>
                      <a:pt x="0" y="33"/>
                      <a:pt x="1" y="37"/>
                      <a:pt x="1" y="37"/>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61" name="Google Shape;561;p14"/>
              <p:cNvSpPr/>
              <p:nvPr/>
            </p:nvSpPr>
            <p:spPr>
              <a:xfrm>
                <a:off x="2608717" y="3528845"/>
                <a:ext cx="52361" cy="82475"/>
              </a:xfrm>
              <a:custGeom>
                <a:rect b="b" l="l" r="r" t="t"/>
                <a:pathLst>
                  <a:path extrusionOk="0" h="21" w="14">
                    <a:moveTo>
                      <a:pt x="14" y="0"/>
                    </a:moveTo>
                    <a:cubicBezTo>
                      <a:pt x="9" y="7"/>
                      <a:pt x="5" y="14"/>
                      <a:pt x="0" y="2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62" name="Google Shape;562;p14"/>
              <p:cNvSpPr/>
              <p:nvPr/>
            </p:nvSpPr>
            <p:spPr>
              <a:xfrm>
                <a:off x="3064256" y="3524789"/>
                <a:ext cx="53669" cy="82475"/>
              </a:xfrm>
              <a:custGeom>
                <a:rect b="b" l="l" r="r" t="t"/>
                <a:pathLst>
                  <a:path extrusionOk="0" h="21" w="14">
                    <a:moveTo>
                      <a:pt x="0" y="0"/>
                    </a:moveTo>
                    <a:cubicBezTo>
                      <a:pt x="5" y="7"/>
                      <a:pt x="9" y="14"/>
                      <a:pt x="14" y="2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63" name="Google Shape;563;p14"/>
              <p:cNvSpPr/>
              <p:nvPr/>
            </p:nvSpPr>
            <p:spPr>
              <a:xfrm>
                <a:off x="2870521" y="2869041"/>
                <a:ext cx="3927" cy="146022"/>
              </a:xfrm>
              <a:custGeom>
                <a:rect b="b" l="l" r="r" t="t"/>
                <a:pathLst>
                  <a:path extrusionOk="0" h="37" w="1">
                    <a:moveTo>
                      <a:pt x="0" y="37"/>
                    </a:moveTo>
                    <a:cubicBezTo>
                      <a:pt x="0" y="25"/>
                      <a:pt x="0" y="12"/>
                      <a:pt x="1"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64" name="Google Shape;564;p14"/>
              <p:cNvSpPr/>
              <p:nvPr/>
            </p:nvSpPr>
            <p:spPr>
              <a:xfrm>
                <a:off x="2578610" y="2951517"/>
                <a:ext cx="52361" cy="82475"/>
              </a:xfrm>
              <a:custGeom>
                <a:rect b="b" l="l" r="r" t="t"/>
                <a:pathLst>
                  <a:path extrusionOk="0" h="21" w="14">
                    <a:moveTo>
                      <a:pt x="14" y="21"/>
                    </a:moveTo>
                    <a:cubicBezTo>
                      <a:pt x="9" y="14"/>
                      <a:pt x="5" y="7"/>
                      <a:pt x="0"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65" name="Google Shape;565;p14"/>
              <p:cNvSpPr/>
              <p:nvPr/>
            </p:nvSpPr>
            <p:spPr>
              <a:xfrm>
                <a:off x="3095673" y="2951517"/>
                <a:ext cx="52361" cy="82475"/>
              </a:xfrm>
              <a:custGeom>
                <a:rect b="b" l="l" r="r" t="t"/>
                <a:pathLst>
                  <a:path extrusionOk="0" h="21" w="14">
                    <a:moveTo>
                      <a:pt x="0" y="21"/>
                    </a:moveTo>
                    <a:cubicBezTo>
                      <a:pt x="5" y="14"/>
                      <a:pt x="9" y="7"/>
                      <a:pt x="14"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66" name="Google Shape;566;p14"/>
              <p:cNvSpPr/>
              <p:nvPr/>
            </p:nvSpPr>
            <p:spPr>
              <a:xfrm>
                <a:off x="2421527" y="3312516"/>
                <a:ext cx="103412" cy="4056"/>
              </a:xfrm>
              <a:custGeom>
                <a:rect b="b" l="l" r="r" t="t"/>
                <a:pathLst>
                  <a:path extrusionOk="0" h="1" w="27">
                    <a:moveTo>
                      <a:pt x="27" y="0"/>
                    </a:moveTo>
                    <a:cubicBezTo>
                      <a:pt x="16" y="0"/>
                      <a:pt x="10" y="0"/>
                      <a:pt x="0" y="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67" name="Google Shape;567;p14"/>
              <p:cNvSpPr/>
              <p:nvPr/>
            </p:nvSpPr>
            <p:spPr>
              <a:xfrm>
                <a:off x="3185995" y="3312516"/>
                <a:ext cx="121739" cy="4056"/>
              </a:xfrm>
              <a:custGeom>
                <a:rect b="b" l="l" r="r" t="t"/>
                <a:pathLst>
                  <a:path extrusionOk="0" h="1" w="32">
                    <a:moveTo>
                      <a:pt x="32" y="0"/>
                    </a:moveTo>
                    <a:cubicBezTo>
                      <a:pt x="21" y="0"/>
                      <a:pt x="11" y="0"/>
                      <a:pt x="0" y="1"/>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68" name="Google Shape;568;p14"/>
              <p:cNvSpPr/>
              <p:nvPr/>
            </p:nvSpPr>
            <p:spPr>
              <a:xfrm>
                <a:off x="2596936" y="3058329"/>
                <a:ext cx="544553" cy="482684"/>
              </a:xfrm>
              <a:custGeom>
                <a:rect b="b" l="l" r="r" t="t"/>
                <a:pathLst>
                  <a:path extrusionOk="0" h="123" w="143">
                    <a:moveTo>
                      <a:pt x="141" y="38"/>
                    </a:moveTo>
                    <a:cubicBezTo>
                      <a:pt x="139" y="26"/>
                      <a:pt x="133" y="18"/>
                      <a:pt x="129" y="14"/>
                    </a:cubicBezTo>
                    <a:cubicBezTo>
                      <a:pt x="129" y="14"/>
                      <a:pt x="129" y="14"/>
                      <a:pt x="129" y="14"/>
                    </a:cubicBezTo>
                    <a:cubicBezTo>
                      <a:pt x="116" y="0"/>
                      <a:pt x="94" y="0"/>
                      <a:pt x="81" y="14"/>
                    </a:cubicBezTo>
                    <a:cubicBezTo>
                      <a:pt x="71" y="24"/>
                      <a:pt x="71" y="24"/>
                      <a:pt x="71" y="24"/>
                    </a:cubicBezTo>
                    <a:cubicBezTo>
                      <a:pt x="62" y="14"/>
                      <a:pt x="62" y="14"/>
                      <a:pt x="62" y="14"/>
                    </a:cubicBezTo>
                    <a:cubicBezTo>
                      <a:pt x="49" y="0"/>
                      <a:pt x="27" y="0"/>
                      <a:pt x="14" y="14"/>
                    </a:cubicBezTo>
                    <a:cubicBezTo>
                      <a:pt x="14" y="14"/>
                      <a:pt x="14" y="14"/>
                      <a:pt x="14" y="14"/>
                    </a:cubicBezTo>
                    <a:cubicBezTo>
                      <a:pt x="10" y="18"/>
                      <a:pt x="4" y="26"/>
                      <a:pt x="2" y="38"/>
                    </a:cubicBezTo>
                    <a:cubicBezTo>
                      <a:pt x="0" y="60"/>
                      <a:pt x="11" y="89"/>
                      <a:pt x="71" y="123"/>
                    </a:cubicBezTo>
                    <a:cubicBezTo>
                      <a:pt x="71" y="123"/>
                      <a:pt x="71" y="123"/>
                      <a:pt x="71" y="123"/>
                    </a:cubicBezTo>
                    <a:cubicBezTo>
                      <a:pt x="71" y="123"/>
                      <a:pt x="71" y="123"/>
                      <a:pt x="71" y="123"/>
                    </a:cubicBezTo>
                    <a:cubicBezTo>
                      <a:pt x="71" y="123"/>
                      <a:pt x="71" y="123"/>
                      <a:pt x="71" y="123"/>
                    </a:cubicBezTo>
                    <a:cubicBezTo>
                      <a:pt x="71" y="123"/>
                      <a:pt x="71" y="123"/>
                      <a:pt x="71" y="123"/>
                    </a:cubicBezTo>
                    <a:cubicBezTo>
                      <a:pt x="131" y="89"/>
                      <a:pt x="143" y="60"/>
                      <a:pt x="141" y="38"/>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69" name="Google Shape;569;p14"/>
              <p:cNvSpPr/>
              <p:nvPr/>
            </p:nvSpPr>
            <p:spPr>
              <a:xfrm>
                <a:off x="2608717" y="3171902"/>
                <a:ext cx="60215" cy="47322"/>
              </a:xfrm>
              <a:custGeom>
                <a:rect b="b" l="l" r="r" t="t"/>
                <a:pathLst>
                  <a:path extrusionOk="0" h="12" w="16">
                    <a:moveTo>
                      <a:pt x="0" y="12"/>
                    </a:moveTo>
                    <a:cubicBezTo>
                      <a:pt x="4" y="8"/>
                      <a:pt x="10" y="4"/>
                      <a:pt x="16"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70" name="Google Shape;570;p14"/>
              <p:cNvSpPr/>
              <p:nvPr/>
            </p:nvSpPr>
            <p:spPr>
              <a:xfrm>
                <a:off x="2616571" y="3242209"/>
                <a:ext cx="71996" cy="55434"/>
              </a:xfrm>
              <a:custGeom>
                <a:rect b="b" l="l" r="r" t="t"/>
                <a:pathLst>
                  <a:path extrusionOk="0" h="14" w="19">
                    <a:moveTo>
                      <a:pt x="0" y="14"/>
                    </a:moveTo>
                    <a:cubicBezTo>
                      <a:pt x="6" y="9"/>
                      <a:pt x="13" y="5"/>
                      <a:pt x="19"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71" name="Google Shape;571;p14"/>
              <p:cNvSpPr/>
              <p:nvPr/>
            </p:nvSpPr>
            <p:spPr>
              <a:xfrm>
                <a:off x="2658460" y="3312516"/>
                <a:ext cx="64142" cy="51378"/>
              </a:xfrm>
              <a:custGeom>
                <a:rect b="b" l="l" r="r" t="t"/>
                <a:pathLst>
                  <a:path extrusionOk="0" h="13" w="17">
                    <a:moveTo>
                      <a:pt x="0" y="13"/>
                    </a:moveTo>
                    <a:cubicBezTo>
                      <a:pt x="4" y="10"/>
                      <a:pt x="13" y="3"/>
                      <a:pt x="17"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72" name="Google Shape;572;p14"/>
              <p:cNvSpPr/>
              <p:nvPr/>
            </p:nvSpPr>
            <p:spPr>
              <a:xfrm>
                <a:off x="2699040" y="3372006"/>
                <a:ext cx="57597" cy="43266"/>
              </a:xfrm>
              <a:custGeom>
                <a:rect b="b" l="l" r="r" t="t"/>
                <a:pathLst>
                  <a:path extrusionOk="0" h="11" w="15">
                    <a:moveTo>
                      <a:pt x="0" y="11"/>
                    </a:moveTo>
                    <a:cubicBezTo>
                      <a:pt x="3" y="8"/>
                      <a:pt x="12" y="2"/>
                      <a:pt x="15"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73" name="Google Shape;573;p14"/>
              <p:cNvSpPr/>
              <p:nvPr/>
            </p:nvSpPr>
            <p:spPr>
              <a:xfrm>
                <a:off x="2756637" y="3430145"/>
                <a:ext cx="49743" cy="35153"/>
              </a:xfrm>
              <a:custGeom>
                <a:rect b="b" l="l" r="r" t="t"/>
                <a:pathLst>
                  <a:path extrusionOk="0" h="9" w="13">
                    <a:moveTo>
                      <a:pt x="0" y="9"/>
                    </a:moveTo>
                    <a:cubicBezTo>
                      <a:pt x="5" y="5"/>
                      <a:pt x="8" y="3"/>
                      <a:pt x="13"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74" name="Google Shape;574;p14"/>
              <p:cNvSpPr/>
              <p:nvPr/>
            </p:nvSpPr>
            <p:spPr>
              <a:xfrm>
                <a:off x="2828633" y="3485579"/>
                <a:ext cx="37961" cy="27041"/>
              </a:xfrm>
              <a:custGeom>
                <a:rect b="b" l="l" r="r" t="t"/>
                <a:pathLst>
                  <a:path extrusionOk="0" h="7" w="10">
                    <a:moveTo>
                      <a:pt x="0" y="7"/>
                    </a:moveTo>
                    <a:cubicBezTo>
                      <a:pt x="4" y="4"/>
                      <a:pt x="6" y="3"/>
                      <a:pt x="10"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75" name="Google Shape;575;p14"/>
              <p:cNvSpPr/>
              <p:nvPr/>
            </p:nvSpPr>
            <p:spPr>
              <a:xfrm>
                <a:off x="2954299" y="3116468"/>
                <a:ext cx="113884" cy="133853"/>
              </a:xfrm>
              <a:custGeom>
                <a:rect b="b" l="l" r="r" t="t"/>
                <a:pathLst>
                  <a:path extrusionOk="0" h="34" w="30">
                    <a:moveTo>
                      <a:pt x="9" y="14"/>
                    </a:moveTo>
                    <a:cubicBezTo>
                      <a:pt x="13" y="16"/>
                      <a:pt x="16" y="20"/>
                      <a:pt x="17" y="24"/>
                    </a:cubicBezTo>
                    <a:cubicBezTo>
                      <a:pt x="18" y="26"/>
                      <a:pt x="19" y="29"/>
                      <a:pt x="20" y="31"/>
                    </a:cubicBezTo>
                    <a:cubicBezTo>
                      <a:pt x="21" y="32"/>
                      <a:pt x="23" y="34"/>
                      <a:pt x="25" y="33"/>
                    </a:cubicBezTo>
                    <a:cubicBezTo>
                      <a:pt x="29" y="33"/>
                      <a:pt x="30" y="29"/>
                      <a:pt x="30" y="26"/>
                    </a:cubicBezTo>
                    <a:cubicBezTo>
                      <a:pt x="30" y="20"/>
                      <a:pt x="28" y="14"/>
                      <a:pt x="24" y="9"/>
                    </a:cubicBezTo>
                    <a:cubicBezTo>
                      <a:pt x="21" y="6"/>
                      <a:pt x="13" y="0"/>
                      <a:pt x="8" y="1"/>
                    </a:cubicBezTo>
                    <a:cubicBezTo>
                      <a:pt x="0" y="4"/>
                      <a:pt x="5" y="11"/>
                      <a:pt x="9" y="14"/>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76" name="Google Shape;576;p14"/>
              <p:cNvSpPr/>
              <p:nvPr/>
            </p:nvSpPr>
            <p:spPr>
              <a:xfrm>
                <a:off x="3019750" y="3285475"/>
                <a:ext cx="44507" cy="51378"/>
              </a:xfrm>
              <a:custGeom>
                <a:rect b="b" l="l" r="r" t="t"/>
                <a:pathLst>
                  <a:path extrusionOk="0" h="13" w="12">
                    <a:moveTo>
                      <a:pt x="4" y="1"/>
                    </a:moveTo>
                    <a:cubicBezTo>
                      <a:pt x="8" y="0"/>
                      <a:pt x="12" y="3"/>
                      <a:pt x="12" y="7"/>
                    </a:cubicBezTo>
                    <a:cubicBezTo>
                      <a:pt x="12" y="10"/>
                      <a:pt x="8" y="13"/>
                      <a:pt x="4" y="12"/>
                    </a:cubicBezTo>
                    <a:cubicBezTo>
                      <a:pt x="1" y="10"/>
                      <a:pt x="0" y="5"/>
                      <a:pt x="3" y="2"/>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77" name="Google Shape;577;p14"/>
              <p:cNvSpPr/>
              <p:nvPr/>
            </p:nvSpPr>
            <p:spPr>
              <a:xfrm>
                <a:off x="2668932" y="1484535"/>
                <a:ext cx="514445" cy="544879"/>
              </a:xfrm>
              <a:custGeom>
                <a:rect b="b" l="l" r="r" t="t"/>
                <a:pathLst>
                  <a:path extrusionOk="0" h="139" w="135">
                    <a:moveTo>
                      <a:pt x="67" y="0"/>
                    </a:moveTo>
                    <a:cubicBezTo>
                      <a:pt x="30" y="0"/>
                      <a:pt x="0" y="28"/>
                      <a:pt x="0" y="62"/>
                    </a:cubicBezTo>
                    <a:cubicBezTo>
                      <a:pt x="0" y="78"/>
                      <a:pt x="6" y="92"/>
                      <a:pt x="17" y="103"/>
                    </a:cubicBezTo>
                    <a:cubicBezTo>
                      <a:pt x="22" y="108"/>
                      <a:pt x="25" y="115"/>
                      <a:pt x="25" y="122"/>
                    </a:cubicBezTo>
                    <a:cubicBezTo>
                      <a:pt x="25" y="139"/>
                      <a:pt x="25" y="139"/>
                      <a:pt x="25" y="139"/>
                    </a:cubicBezTo>
                    <a:cubicBezTo>
                      <a:pt x="44" y="126"/>
                      <a:pt x="44" y="126"/>
                      <a:pt x="44" y="126"/>
                    </a:cubicBezTo>
                    <a:cubicBezTo>
                      <a:pt x="47" y="123"/>
                      <a:pt x="52" y="122"/>
                      <a:pt x="56" y="123"/>
                    </a:cubicBezTo>
                    <a:cubicBezTo>
                      <a:pt x="60" y="124"/>
                      <a:pt x="64" y="124"/>
                      <a:pt x="67" y="124"/>
                    </a:cubicBezTo>
                    <a:cubicBezTo>
                      <a:pt x="105" y="124"/>
                      <a:pt x="135" y="96"/>
                      <a:pt x="135" y="62"/>
                    </a:cubicBezTo>
                    <a:cubicBezTo>
                      <a:pt x="135" y="28"/>
                      <a:pt x="105" y="0"/>
                      <a:pt x="67" y="0"/>
                    </a:cubicBezTo>
                    <a:close/>
                    <a:moveTo>
                      <a:pt x="71" y="75"/>
                    </a:moveTo>
                    <a:cubicBezTo>
                      <a:pt x="62" y="65"/>
                      <a:pt x="62" y="65"/>
                      <a:pt x="62" y="65"/>
                    </a:cubicBezTo>
                    <a:cubicBezTo>
                      <a:pt x="59" y="63"/>
                      <a:pt x="56" y="62"/>
                      <a:pt x="53" y="64"/>
                    </a:cubicBezTo>
                    <a:cubicBezTo>
                      <a:pt x="25" y="80"/>
                      <a:pt x="25" y="80"/>
                      <a:pt x="25" y="80"/>
                    </a:cubicBezTo>
                    <a:cubicBezTo>
                      <a:pt x="56" y="46"/>
                      <a:pt x="56" y="46"/>
                      <a:pt x="56" y="46"/>
                    </a:cubicBezTo>
                    <a:cubicBezTo>
                      <a:pt x="58" y="44"/>
                      <a:pt x="61" y="44"/>
                      <a:pt x="63" y="46"/>
                    </a:cubicBezTo>
                    <a:cubicBezTo>
                      <a:pt x="73" y="57"/>
                      <a:pt x="73" y="57"/>
                      <a:pt x="73" y="57"/>
                    </a:cubicBezTo>
                    <a:cubicBezTo>
                      <a:pt x="76" y="59"/>
                      <a:pt x="79" y="60"/>
                      <a:pt x="82" y="58"/>
                    </a:cubicBezTo>
                    <a:cubicBezTo>
                      <a:pt x="110" y="42"/>
                      <a:pt x="110" y="42"/>
                      <a:pt x="110" y="42"/>
                    </a:cubicBezTo>
                    <a:cubicBezTo>
                      <a:pt x="81" y="75"/>
                      <a:pt x="81" y="75"/>
                      <a:pt x="81" y="75"/>
                    </a:cubicBezTo>
                    <a:cubicBezTo>
                      <a:pt x="78" y="78"/>
                      <a:pt x="73" y="78"/>
                      <a:pt x="71" y="75"/>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78" name="Google Shape;578;p14"/>
              <p:cNvSpPr/>
              <p:nvPr/>
            </p:nvSpPr>
            <p:spPr>
              <a:xfrm>
                <a:off x="2501377" y="1327696"/>
                <a:ext cx="137447" cy="140614"/>
              </a:xfrm>
              <a:custGeom>
                <a:rect b="b" l="l" r="r" t="t"/>
                <a:pathLst>
                  <a:path extrusionOk="0" h="36" w="36">
                    <a:moveTo>
                      <a:pt x="36" y="36"/>
                    </a:moveTo>
                    <a:cubicBezTo>
                      <a:pt x="23" y="25"/>
                      <a:pt x="11" y="13"/>
                      <a:pt x="0"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79" name="Google Shape;579;p14"/>
              <p:cNvSpPr/>
              <p:nvPr/>
            </p:nvSpPr>
            <p:spPr>
              <a:xfrm>
                <a:off x="2680714" y="1197899"/>
                <a:ext cx="117812" cy="175767"/>
              </a:xfrm>
              <a:custGeom>
                <a:rect b="b" l="l" r="r" t="t"/>
                <a:pathLst>
                  <a:path extrusionOk="0" h="45" w="31">
                    <a:moveTo>
                      <a:pt x="31" y="45"/>
                    </a:moveTo>
                    <a:cubicBezTo>
                      <a:pt x="22" y="31"/>
                      <a:pt x="9" y="14"/>
                      <a:pt x="0"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80" name="Google Shape;580;p14"/>
              <p:cNvSpPr/>
              <p:nvPr/>
            </p:nvSpPr>
            <p:spPr>
              <a:xfrm>
                <a:off x="2942517" y="1123536"/>
                <a:ext cx="35343" cy="223089"/>
              </a:xfrm>
              <a:custGeom>
                <a:rect b="b" l="l" r="r" t="t"/>
                <a:pathLst>
                  <a:path extrusionOk="0" h="57" w="9">
                    <a:moveTo>
                      <a:pt x="0" y="57"/>
                    </a:moveTo>
                    <a:cubicBezTo>
                      <a:pt x="3" y="38"/>
                      <a:pt x="6" y="19"/>
                      <a:pt x="9"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81" name="Google Shape;581;p14"/>
              <p:cNvSpPr/>
              <p:nvPr/>
            </p:nvSpPr>
            <p:spPr>
              <a:xfrm>
                <a:off x="3121853" y="1247925"/>
                <a:ext cx="117812" cy="154134"/>
              </a:xfrm>
              <a:custGeom>
                <a:rect b="b" l="l" r="r" t="t"/>
                <a:pathLst>
                  <a:path extrusionOk="0" h="39" w="31">
                    <a:moveTo>
                      <a:pt x="0" y="39"/>
                    </a:moveTo>
                    <a:cubicBezTo>
                      <a:pt x="12" y="27"/>
                      <a:pt x="23" y="14"/>
                      <a:pt x="31"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82" name="Google Shape;582;p14"/>
              <p:cNvSpPr/>
              <p:nvPr/>
            </p:nvSpPr>
            <p:spPr>
              <a:xfrm>
                <a:off x="3227884" y="1449381"/>
                <a:ext cx="187190" cy="117629"/>
              </a:xfrm>
              <a:custGeom>
                <a:rect b="b" l="l" r="r" t="t"/>
                <a:pathLst>
                  <a:path extrusionOk="0" h="30" w="49">
                    <a:moveTo>
                      <a:pt x="0" y="30"/>
                    </a:moveTo>
                    <a:cubicBezTo>
                      <a:pt x="15" y="18"/>
                      <a:pt x="32" y="8"/>
                      <a:pt x="49" y="0"/>
                    </a:cubicBezTo>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83" name="Google Shape;583;p14"/>
              <p:cNvSpPr/>
              <p:nvPr/>
            </p:nvSpPr>
            <p:spPr>
              <a:xfrm>
                <a:off x="1143923" y="3987192"/>
                <a:ext cx="722580" cy="440771"/>
              </a:xfrm>
              <a:custGeom>
                <a:rect b="b" l="l" r="r" t="t"/>
                <a:pathLst>
                  <a:path extrusionOk="0" h="112" w="190">
                    <a:moveTo>
                      <a:pt x="179" y="80"/>
                    </a:moveTo>
                    <a:cubicBezTo>
                      <a:pt x="178" y="79"/>
                      <a:pt x="177" y="79"/>
                      <a:pt x="176" y="79"/>
                    </a:cubicBezTo>
                    <a:cubicBezTo>
                      <a:pt x="171" y="78"/>
                      <a:pt x="166" y="76"/>
                      <a:pt x="161" y="75"/>
                    </a:cubicBezTo>
                    <a:cubicBezTo>
                      <a:pt x="151" y="72"/>
                      <a:pt x="141" y="69"/>
                      <a:pt x="130" y="66"/>
                    </a:cubicBezTo>
                    <a:cubicBezTo>
                      <a:pt x="130" y="65"/>
                      <a:pt x="125" y="64"/>
                      <a:pt x="121" y="63"/>
                    </a:cubicBezTo>
                    <a:cubicBezTo>
                      <a:pt x="113" y="60"/>
                      <a:pt x="114" y="54"/>
                      <a:pt x="113" y="50"/>
                    </a:cubicBezTo>
                    <a:cubicBezTo>
                      <a:pt x="111" y="36"/>
                      <a:pt x="106" y="22"/>
                      <a:pt x="91" y="12"/>
                    </a:cubicBezTo>
                    <a:cubicBezTo>
                      <a:pt x="76" y="2"/>
                      <a:pt x="57" y="0"/>
                      <a:pt x="41" y="7"/>
                    </a:cubicBezTo>
                    <a:cubicBezTo>
                      <a:pt x="9" y="21"/>
                      <a:pt x="0" y="61"/>
                      <a:pt x="22" y="88"/>
                    </a:cubicBezTo>
                    <a:cubicBezTo>
                      <a:pt x="36" y="106"/>
                      <a:pt x="62" y="112"/>
                      <a:pt x="83" y="102"/>
                    </a:cubicBezTo>
                    <a:cubicBezTo>
                      <a:pt x="103" y="94"/>
                      <a:pt x="109" y="76"/>
                      <a:pt x="126" y="82"/>
                    </a:cubicBezTo>
                    <a:cubicBezTo>
                      <a:pt x="137" y="85"/>
                      <a:pt x="148" y="88"/>
                      <a:pt x="158" y="91"/>
                    </a:cubicBezTo>
                    <a:cubicBezTo>
                      <a:pt x="162" y="92"/>
                      <a:pt x="165" y="93"/>
                      <a:pt x="169" y="95"/>
                    </a:cubicBezTo>
                    <a:cubicBezTo>
                      <a:pt x="173" y="96"/>
                      <a:pt x="177" y="97"/>
                      <a:pt x="181" y="97"/>
                    </a:cubicBezTo>
                    <a:cubicBezTo>
                      <a:pt x="184" y="97"/>
                      <a:pt x="186" y="97"/>
                      <a:pt x="188" y="95"/>
                    </a:cubicBezTo>
                    <a:cubicBezTo>
                      <a:pt x="190" y="92"/>
                      <a:pt x="190" y="87"/>
                      <a:pt x="188" y="85"/>
                    </a:cubicBezTo>
                    <a:cubicBezTo>
                      <a:pt x="186" y="82"/>
                      <a:pt x="183" y="81"/>
                      <a:pt x="179" y="80"/>
                    </a:cubicBezTo>
                    <a:close/>
                    <a:moveTo>
                      <a:pt x="80" y="85"/>
                    </a:moveTo>
                    <a:cubicBezTo>
                      <a:pt x="63" y="95"/>
                      <a:pt x="42" y="89"/>
                      <a:pt x="32" y="73"/>
                    </a:cubicBezTo>
                    <a:cubicBezTo>
                      <a:pt x="22" y="56"/>
                      <a:pt x="27" y="35"/>
                      <a:pt x="44" y="25"/>
                    </a:cubicBezTo>
                    <a:cubicBezTo>
                      <a:pt x="60" y="15"/>
                      <a:pt x="82" y="20"/>
                      <a:pt x="92" y="37"/>
                    </a:cubicBezTo>
                    <a:cubicBezTo>
                      <a:pt x="102" y="53"/>
                      <a:pt x="96" y="75"/>
                      <a:pt x="80" y="85"/>
                    </a:cubicBezTo>
                    <a:close/>
                  </a:path>
                </a:pathLst>
              </a:custGeom>
              <a:noFill/>
              <a:ln cap="flat" cmpd="sng" w="9525">
                <a:solidFill>
                  <a:srgbClr val="FE9D9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84" name="Google Shape;584;p14"/>
              <p:cNvSpPr/>
              <p:nvPr/>
            </p:nvSpPr>
            <p:spPr>
              <a:xfrm>
                <a:off x="1311477" y="4106174"/>
                <a:ext cx="147919" cy="85179"/>
              </a:xfrm>
              <a:custGeom>
                <a:rect b="b" l="l" r="r" t="t"/>
                <a:pathLst>
                  <a:path extrusionOk="0" h="22" w="39">
                    <a:moveTo>
                      <a:pt x="3" y="8"/>
                    </a:moveTo>
                    <a:cubicBezTo>
                      <a:pt x="1" y="10"/>
                      <a:pt x="0" y="13"/>
                      <a:pt x="2" y="16"/>
                    </a:cubicBezTo>
                    <a:cubicBezTo>
                      <a:pt x="4" y="18"/>
                      <a:pt x="8" y="17"/>
                      <a:pt x="10" y="16"/>
                    </a:cubicBezTo>
                    <a:cubicBezTo>
                      <a:pt x="13" y="15"/>
                      <a:pt x="16" y="14"/>
                      <a:pt x="18" y="15"/>
                    </a:cubicBezTo>
                    <a:cubicBezTo>
                      <a:pt x="22" y="16"/>
                      <a:pt x="26" y="19"/>
                      <a:pt x="29" y="21"/>
                    </a:cubicBezTo>
                    <a:cubicBezTo>
                      <a:pt x="35" y="22"/>
                      <a:pt x="39" y="16"/>
                      <a:pt x="36" y="11"/>
                    </a:cubicBezTo>
                    <a:cubicBezTo>
                      <a:pt x="33" y="5"/>
                      <a:pt x="26" y="2"/>
                      <a:pt x="21" y="1"/>
                    </a:cubicBezTo>
                    <a:cubicBezTo>
                      <a:pt x="14" y="0"/>
                      <a:pt x="7" y="3"/>
                      <a:pt x="3" y="8"/>
                    </a:cubicBezTo>
                    <a:close/>
                  </a:path>
                </a:pathLst>
              </a:custGeom>
              <a:noFill/>
              <a:ln cap="rnd" cmpd="sng" w="9525">
                <a:solidFill>
                  <a:srgbClr val="FE9D9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grpSp>
          <p:nvGrpSpPr>
            <p:cNvPr id="585" name="Google Shape;585;p14"/>
            <p:cNvGrpSpPr/>
            <p:nvPr/>
          </p:nvGrpSpPr>
          <p:grpSpPr>
            <a:xfrm flipH="1">
              <a:off x="646552" y="1040215"/>
              <a:ext cx="228600" cy="4777570"/>
              <a:chOff x="4801577" y="1040215"/>
              <a:chExt cx="228600" cy="4777570"/>
            </a:xfrm>
          </p:grpSpPr>
          <p:sp>
            <p:nvSpPr>
              <p:cNvPr id="586" name="Google Shape;586;p14"/>
              <p:cNvSpPr/>
              <p:nvPr/>
            </p:nvSpPr>
            <p:spPr>
              <a:xfrm flipH="1" rot="10800000">
                <a:off x="4801577" y="5360585"/>
                <a:ext cx="228600" cy="45720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87" name="Google Shape;587;p14"/>
              <p:cNvSpPr/>
              <p:nvPr/>
            </p:nvSpPr>
            <p:spPr>
              <a:xfrm>
                <a:off x="4801577" y="1040215"/>
                <a:ext cx="228600" cy="457200"/>
              </a:xfrm>
              <a:prstGeom prst="rtTriangle">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grpSp>
      <p:sp>
        <p:nvSpPr>
          <p:cNvPr id="588" name="Google Shape;588;p14"/>
          <p:cNvSpPr/>
          <p:nvPr/>
        </p:nvSpPr>
        <p:spPr>
          <a:xfrm>
            <a:off x="3798167" y="1066749"/>
            <a:ext cx="3938148" cy="4742401"/>
          </a:xfrm>
          <a:prstGeom prst="rect">
            <a:avLst/>
          </a:prstGeom>
          <a:solidFill>
            <a:srgbClr val="92D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grpSp>
        <p:nvGrpSpPr>
          <p:cNvPr id="589" name="Google Shape;589;p14"/>
          <p:cNvGrpSpPr/>
          <p:nvPr/>
        </p:nvGrpSpPr>
        <p:grpSpPr>
          <a:xfrm>
            <a:off x="3866451" y="1444815"/>
            <a:ext cx="3749694" cy="4134264"/>
            <a:chOff x="1041819" y="1123536"/>
            <a:chExt cx="3822341" cy="4214361"/>
          </a:xfrm>
        </p:grpSpPr>
        <p:sp>
          <p:nvSpPr>
            <p:cNvPr id="590" name="Google Shape;590;p14"/>
            <p:cNvSpPr/>
            <p:nvPr/>
          </p:nvSpPr>
          <p:spPr>
            <a:xfrm>
              <a:off x="2524940" y="4537479"/>
              <a:ext cx="383543" cy="494853"/>
            </a:xfrm>
            <a:custGeom>
              <a:rect b="b" l="l" r="r" t="t"/>
              <a:pathLst>
                <a:path extrusionOk="0" h="126" w="101">
                  <a:moveTo>
                    <a:pt x="0" y="118"/>
                  </a:moveTo>
                  <a:cubicBezTo>
                    <a:pt x="0" y="120"/>
                    <a:pt x="1" y="126"/>
                    <a:pt x="2" y="126"/>
                  </a:cubicBezTo>
                  <a:cubicBezTo>
                    <a:pt x="2" y="126"/>
                    <a:pt x="14" y="126"/>
                    <a:pt x="28" y="126"/>
                  </a:cubicBezTo>
                  <a:cubicBezTo>
                    <a:pt x="36" y="126"/>
                    <a:pt x="43" y="126"/>
                    <a:pt x="50" y="126"/>
                  </a:cubicBezTo>
                  <a:cubicBezTo>
                    <a:pt x="57" y="126"/>
                    <a:pt x="65" y="126"/>
                    <a:pt x="72" y="126"/>
                  </a:cubicBezTo>
                  <a:cubicBezTo>
                    <a:pt x="86" y="126"/>
                    <a:pt x="98" y="126"/>
                    <a:pt x="98" y="126"/>
                  </a:cubicBezTo>
                  <a:cubicBezTo>
                    <a:pt x="100" y="126"/>
                    <a:pt x="100" y="120"/>
                    <a:pt x="100" y="118"/>
                  </a:cubicBezTo>
                  <a:cubicBezTo>
                    <a:pt x="101" y="107"/>
                    <a:pt x="100" y="97"/>
                    <a:pt x="90" y="91"/>
                  </a:cubicBezTo>
                  <a:cubicBezTo>
                    <a:pt x="87" y="88"/>
                    <a:pt x="78" y="85"/>
                    <a:pt x="73" y="82"/>
                  </a:cubicBezTo>
                  <a:cubicBezTo>
                    <a:pt x="68" y="80"/>
                    <a:pt x="60" y="73"/>
                    <a:pt x="64" y="67"/>
                  </a:cubicBezTo>
                  <a:cubicBezTo>
                    <a:pt x="67" y="62"/>
                    <a:pt x="75" y="65"/>
                    <a:pt x="78" y="59"/>
                  </a:cubicBezTo>
                  <a:cubicBezTo>
                    <a:pt x="79" y="58"/>
                    <a:pt x="77" y="56"/>
                    <a:pt x="77" y="51"/>
                  </a:cubicBezTo>
                  <a:cubicBezTo>
                    <a:pt x="77" y="47"/>
                    <a:pt x="77" y="31"/>
                    <a:pt x="76" y="26"/>
                  </a:cubicBezTo>
                  <a:cubicBezTo>
                    <a:pt x="73" y="19"/>
                    <a:pt x="70" y="12"/>
                    <a:pt x="63" y="7"/>
                  </a:cubicBezTo>
                  <a:cubicBezTo>
                    <a:pt x="53" y="0"/>
                    <a:pt x="38" y="4"/>
                    <a:pt x="30" y="14"/>
                  </a:cubicBezTo>
                  <a:cubicBezTo>
                    <a:pt x="23" y="25"/>
                    <a:pt x="24" y="39"/>
                    <a:pt x="24" y="51"/>
                  </a:cubicBezTo>
                  <a:cubicBezTo>
                    <a:pt x="23" y="56"/>
                    <a:pt x="21" y="58"/>
                    <a:pt x="22" y="59"/>
                  </a:cubicBezTo>
                  <a:cubicBezTo>
                    <a:pt x="25" y="64"/>
                    <a:pt x="33" y="63"/>
                    <a:pt x="36" y="67"/>
                  </a:cubicBezTo>
                  <a:cubicBezTo>
                    <a:pt x="41" y="72"/>
                    <a:pt x="32" y="80"/>
                    <a:pt x="28" y="82"/>
                  </a:cubicBezTo>
                  <a:cubicBezTo>
                    <a:pt x="22" y="85"/>
                    <a:pt x="14" y="88"/>
                    <a:pt x="10" y="91"/>
                  </a:cubicBezTo>
                  <a:cubicBezTo>
                    <a:pt x="1" y="97"/>
                    <a:pt x="0" y="107"/>
                    <a:pt x="0" y="118"/>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591" name="Google Shape;591;p14"/>
            <p:cNvSpPr/>
            <p:nvPr/>
          </p:nvSpPr>
          <p:spPr>
            <a:xfrm>
              <a:off x="2848267" y="4517199"/>
              <a:ext cx="331182" cy="515133"/>
            </a:xfrm>
            <a:custGeom>
              <a:rect b="b" l="l" r="r" t="t"/>
              <a:pathLst>
                <a:path extrusionOk="0" h="131" w="87">
                  <a:moveTo>
                    <a:pt x="25" y="6"/>
                  </a:moveTo>
                  <a:cubicBezTo>
                    <a:pt x="32" y="6"/>
                    <a:pt x="38" y="9"/>
                    <a:pt x="41" y="15"/>
                  </a:cubicBezTo>
                  <a:cubicBezTo>
                    <a:pt x="42" y="18"/>
                    <a:pt x="42" y="20"/>
                    <a:pt x="41" y="24"/>
                  </a:cubicBezTo>
                  <a:cubicBezTo>
                    <a:pt x="41" y="26"/>
                    <a:pt x="41" y="30"/>
                    <a:pt x="41" y="34"/>
                  </a:cubicBezTo>
                  <a:cubicBezTo>
                    <a:pt x="41" y="37"/>
                    <a:pt x="41" y="37"/>
                    <a:pt x="41" y="37"/>
                  </a:cubicBezTo>
                  <a:cubicBezTo>
                    <a:pt x="44" y="38"/>
                    <a:pt x="44" y="38"/>
                    <a:pt x="44" y="38"/>
                  </a:cubicBezTo>
                  <a:cubicBezTo>
                    <a:pt x="44" y="38"/>
                    <a:pt x="44" y="39"/>
                    <a:pt x="44" y="40"/>
                  </a:cubicBezTo>
                  <a:cubicBezTo>
                    <a:pt x="43" y="41"/>
                    <a:pt x="43" y="41"/>
                    <a:pt x="42" y="42"/>
                  </a:cubicBezTo>
                  <a:cubicBezTo>
                    <a:pt x="40" y="43"/>
                    <a:pt x="38" y="45"/>
                    <a:pt x="37" y="48"/>
                  </a:cubicBezTo>
                  <a:cubicBezTo>
                    <a:pt x="37" y="49"/>
                    <a:pt x="37" y="49"/>
                    <a:pt x="37" y="50"/>
                  </a:cubicBezTo>
                  <a:cubicBezTo>
                    <a:pt x="36" y="54"/>
                    <a:pt x="34" y="61"/>
                    <a:pt x="35" y="66"/>
                  </a:cubicBezTo>
                  <a:cubicBezTo>
                    <a:pt x="36" y="75"/>
                    <a:pt x="41" y="82"/>
                    <a:pt x="50" y="85"/>
                  </a:cubicBezTo>
                  <a:cubicBezTo>
                    <a:pt x="56" y="88"/>
                    <a:pt x="64" y="93"/>
                    <a:pt x="70" y="97"/>
                  </a:cubicBezTo>
                  <a:cubicBezTo>
                    <a:pt x="77" y="102"/>
                    <a:pt x="79" y="118"/>
                    <a:pt x="78" y="125"/>
                  </a:cubicBezTo>
                  <a:cubicBezTo>
                    <a:pt x="31" y="125"/>
                    <a:pt x="31" y="125"/>
                    <a:pt x="31" y="125"/>
                  </a:cubicBezTo>
                  <a:cubicBezTo>
                    <a:pt x="31" y="125"/>
                    <a:pt x="31" y="125"/>
                    <a:pt x="31" y="125"/>
                  </a:cubicBezTo>
                  <a:cubicBezTo>
                    <a:pt x="31" y="124"/>
                    <a:pt x="31" y="124"/>
                    <a:pt x="31" y="124"/>
                  </a:cubicBezTo>
                  <a:cubicBezTo>
                    <a:pt x="32" y="117"/>
                    <a:pt x="33" y="95"/>
                    <a:pt x="14" y="82"/>
                  </a:cubicBezTo>
                  <a:cubicBezTo>
                    <a:pt x="13" y="81"/>
                    <a:pt x="11" y="80"/>
                    <a:pt x="9" y="79"/>
                  </a:cubicBezTo>
                  <a:cubicBezTo>
                    <a:pt x="13" y="76"/>
                    <a:pt x="15" y="71"/>
                    <a:pt x="16" y="66"/>
                  </a:cubicBezTo>
                  <a:cubicBezTo>
                    <a:pt x="16" y="61"/>
                    <a:pt x="15" y="54"/>
                    <a:pt x="14" y="50"/>
                  </a:cubicBezTo>
                  <a:cubicBezTo>
                    <a:pt x="14" y="49"/>
                    <a:pt x="14" y="49"/>
                    <a:pt x="14" y="48"/>
                  </a:cubicBezTo>
                  <a:cubicBezTo>
                    <a:pt x="13" y="45"/>
                    <a:pt x="11" y="43"/>
                    <a:pt x="9" y="42"/>
                  </a:cubicBezTo>
                  <a:cubicBezTo>
                    <a:pt x="7" y="41"/>
                    <a:pt x="7" y="41"/>
                    <a:pt x="7" y="40"/>
                  </a:cubicBezTo>
                  <a:cubicBezTo>
                    <a:pt x="7" y="39"/>
                    <a:pt x="7" y="39"/>
                    <a:pt x="8" y="37"/>
                  </a:cubicBezTo>
                  <a:cubicBezTo>
                    <a:pt x="8" y="35"/>
                    <a:pt x="10" y="33"/>
                    <a:pt x="9" y="29"/>
                  </a:cubicBezTo>
                  <a:cubicBezTo>
                    <a:pt x="9" y="28"/>
                    <a:pt x="9" y="26"/>
                    <a:pt x="9" y="25"/>
                  </a:cubicBezTo>
                  <a:cubicBezTo>
                    <a:pt x="8" y="21"/>
                    <a:pt x="8" y="19"/>
                    <a:pt x="9" y="17"/>
                  </a:cubicBezTo>
                  <a:cubicBezTo>
                    <a:pt x="10" y="13"/>
                    <a:pt x="13" y="9"/>
                    <a:pt x="17" y="7"/>
                  </a:cubicBezTo>
                  <a:cubicBezTo>
                    <a:pt x="20" y="6"/>
                    <a:pt x="22" y="6"/>
                    <a:pt x="25" y="6"/>
                  </a:cubicBezTo>
                  <a:moveTo>
                    <a:pt x="25" y="0"/>
                  </a:moveTo>
                  <a:cubicBezTo>
                    <a:pt x="21" y="0"/>
                    <a:pt x="18" y="0"/>
                    <a:pt x="14" y="2"/>
                  </a:cubicBezTo>
                  <a:cubicBezTo>
                    <a:pt x="9" y="5"/>
                    <a:pt x="5" y="9"/>
                    <a:pt x="3" y="15"/>
                  </a:cubicBezTo>
                  <a:cubicBezTo>
                    <a:pt x="1" y="20"/>
                    <a:pt x="3" y="24"/>
                    <a:pt x="3" y="30"/>
                  </a:cubicBezTo>
                  <a:cubicBezTo>
                    <a:pt x="4" y="34"/>
                    <a:pt x="0" y="36"/>
                    <a:pt x="1" y="41"/>
                  </a:cubicBezTo>
                  <a:cubicBezTo>
                    <a:pt x="2" y="47"/>
                    <a:pt x="7" y="47"/>
                    <a:pt x="8" y="49"/>
                  </a:cubicBezTo>
                  <a:cubicBezTo>
                    <a:pt x="8" y="52"/>
                    <a:pt x="10" y="60"/>
                    <a:pt x="10" y="66"/>
                  </a:cubicBezTo>
                  <a:cubicBezTo>
                    <a:pt x="9" y="71"/>
                    <a:pt x="6" y="75"/>
                    <a:pt x="1" y="78"/>
                  </a:cubicBezTo>
                  <a:cubicBezTo>
                    <a:pt x="0" y="80"/>
                    <a:pt x="0" y="81"/>
                    <a:pt x="2" y="82"/>
                  </a:cubicBezTo>
                  <a:cubicBezTo>
                    <a:pt x="5" y="84"/>
                    <a:pt x="9" y="86"/>
                    <a:pt x="11" y="87"/>
                  </a:cubicBezTo>
                  <a:cubicBezTo>
                    <a:pt x="27" y="98"/>
                    <a:pt x="26" y="117"/>
                    <a:pt x="25" y="124"/>
                  </a:cubicBezTo>
                  <a:cubicBezTo>
                    <a:pt x="25" y="124"/>
                    <a:pt x="25" y="124"/>
                    <a:pt x="25" y="124"/>
                  </a:cubicBezTo>
                  <a:cubicBezTo>
                    <a:pt x="25" y="126"/>
                    <a:pt x="25" y="128"/>
                    <a:pt x="25" y="130"/>
                  </a:cubicBezTo>
                  <a:cubicBezTo>
                    <a:pt x="25" y="131"/>
                    <a:pt x="25" y="131"/>
                    <a:pt x="26" y="131"/>
                  </a:cubicBezTo>
                  <a:cubicBezTo>
                    <a:pt x="28" y="131"/>
                    <a:pt x="28" y="131"/>
                    <a:pt x="28" y="131"/>
                  </a:cubicBezTo>
                  <a:cubicBezTo>
                    <a:pt x="83" y="131"/>
                    <a:pt x="83" y="131"/>
                    <a:pt x="83" y="131"/>
                  </a:cubicBezTo>
                  <a:cubicBezTo>
                    <a:pt x="85" y="131"/>
                    <a:pt x="87" y="101"/>
                    <a:pt x="74" y="92"/>
                  </a:cubicBezTo>
                  <a:cubicBezTo>
                    <a:pt x="67" y="88"/>
                    <a:pt x="59" y="83"/>
                    <a:pt x="52" y="80"/>
                  </a:cubicBezTo>
                  <a:cubicBezTo>
                    <a:pt x="45" y="77"/>
                    <a:pt x="42" y="71"/>
                    <a:pt x="41" y="66"/>
                  </a:cubicBezTo>
                  <a:cubicBezTo>
                    <a:pt x="40" y="60"/>
                    <a:pt x="42" y="52"/>
                    <a:pt x="43" y="49"/>
                  </a:cubicBezTo>
                  <a:cubicBezTo>
                    <a:pt x="43" y="47"/>
                    <a:pt x="49" y="47"/>
                    <a:pt x="50" y="41"/>
                  </a:cubicBezTo>
                  <a:cubicBezTo>
                    <a:pt x="50" y="39"/>
                    <a:pt x="50" y="34"/>
                    <a:pt x="47" y="33"/>
                  </a:cubicBezTo>
                  <a:cubicBezTo>
                    <a:pt x="46" y="25"/>
                    <a:pt x="50" y="20"/>
                    <a:pt x="46" y="12"/>
                  </a:cubicBezTo>
                  <a:cubicBezTo>
                    <a:pt x="42" y="4"/>
                    <a:pt x="34" y="0"/>
                    <a:pt x="25"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592" name="Google Shape;592;p14"/>
            <p:cNvSpPr/>
            <p:nvPr/>
          </p:nvSpPr>
          <p:spPr>
            <a:xfrm>
              <a:off x="1828540" y="4572633"/>
              <a:ext cx="464702" cy="470516"/>
            </a:xfrm>
            <a:custGeom>
              <a:rect b="b" l="l" r="r" t="t"/>
              <a:pathLst>
                <a:path extrusionOk="0" h="120" w="122">
                  <a:moveTo>
                    <a:pt x="61" y="6"/>
                  </a:moveTo>
                  <a:cubicBezTo>
                    <a:pt x="69" y="6"/>
                    <a:pt x="75" y="7"/>
                    <a:pt x="82" y="9"/>
                  </a:cubicBezTo>
                  <a:cubicBezTo>
                    <a:pt x="89" y="12"/>
                    <a:pt x="94" y="15"/>
                    <a:pt x="99" y="20"/>
                  </a:cubicBezTo>
                  <a:cubicBezTo>
                    <a:pt x="104" y="24"/>
                    <a:pt x="109" y="30"/>
                    <a:pt x="112" y="37"/>
                  </a:cubicBezTo>
                  <a:cubicBezTo>
                    <a:pt x="115" y="44"/>
                    <a:pt x="116" y="52"/>
                    <a:pt x="116" y="61"/>
                  </a:cubicBezTo>
                  <a:cubicBezTo>
                    <a:pt x="116" y="63"/>
                    <a:pt x="116" y="64"/>
                    <a:pt x="116" y="67"/>
                  </a:cubicBezTo>
                  <a:cubicBezTo>
                    <a:pt x="116" y="69"/>
                    <a:pt x="115" y="71"/>
                    <a:pt x="115" y="74"/>
                  </a:cubicBezTo>
                  <a:cubicBezTo>
                    <a:pt x="114" y="76"/>
                    <a:pt x="114" y="79"/>
                    <a:pt x="113" y="81"/>
                  </a:cubicBezTo>
                  <a:cubicBezTo>
                    <a:pt x="112" y="84"/>
                    <a:pt x="110" y="86"/>
                    <a:pt x="109" y="89"/>
                  </a:cubicBezTo>
                  <a:cubicBezTo>
                    <a:pt x="107" y="91"/>
                    <a:pt x="105" y="92"/>
                    <a:pt x="102" y="94"/>
                  </a:cubicBezTo>
                  <a:cubicBezTo>
                    <a:pt x="100" y="95"/>
                    <a:pt x="97" y="96"/>
                    <a:pt x="93" y="96"/>
                  </a:cubicBezTo>
                  <a:cubicBezTo>
                    <a:pt x="91" y="96"/>
                    <a:pt x="88" y="95"/>
                    <a:pt x="87" y="95"/>
                  </a:cubicBezTo>
                  <a:cubicBezTo>
                    <a:pt x="85" y="94"/>
                    <a:pt x="83" y="93"/>
                    <a:pt x="82" y="92"/>
                  </a:cubicBezTo>
                  <a:cubicBezTo>
                    <a:pt x="81" y="91"/>
                    <a:pt x="81" y="90"/>
                    <a:pt x="80" y="88"/>
                  </a:cubicBezTo>
                  <a:cubicBezTo>
                    <a:pt x="79" y="87"/>
                    <a:pt x="79" y="86"/>
                    <a:pt x="79" y="84"/>
                  </a:cubicBezTo>
                  <a:cubicBezTo>
                    <a:pt x="76" y="87"/>
                    <a:pt x="72" y="90"/>
                    <a:pt x="68" y="91"/>
                  </a:cubicBezTo>
                  <a:cubicBezTo>
                    <a:pt x="64" y="93"/>
                    <a:pt x="59" y="94"/>
                    <a:pt x="54" y="94"/>
                  </a:cubicBezTo>
                  <a:cubicBezTo>
                    <a:pt x="47" y="94"/>
                    <a:pt x="42" y="92"/>
                    <a:pt x="38" y="88"/>
                  </a:cubicBezTo>
                  <a:cubicBezTo>
                    <a:pt x="34" y="84"/>
                    <a:pt x="32" y="79"/>
                    <a:pt x="32" y="73"/>
                  </a:cubicBezTo>
                  <a:cubicBezTo>
                    <a:pt x="32" y="69"/>
                    <a:pt x="33" y="66"/>
                    <a:pt x="34" y="63"/>
                  </a:cubicBezTo>
                  <a:cubicBezTo>
                    <a:pt x="36" y="60"/>
                    <a:pt x="38" y="58"/>
                    <a:pt x="41" y="56"/>
                  </a:cubicBezTo>
                  <a:cubicBezTo>
                    <a:pt x="43" y="55"/>
                    <a:pt x="46" y="53"/>
                    <a:pt x="49" y="53"/>
                  </a:cubicBezTo>
                  <a:cubicBezTo>
                    <a:pt x="52" y="52"/>
                    <a:pt x="56" y="52"/>
                    <a:pt x="59" y="52"/>
                  </a:cubicBezTo>
                  <a:cubicBezTo>
                    <a:pt x="63" y="52"/>
                    <a:pt x="66" y="52"/>
                    <a:pt x="69" y="53"/>
                  </a:cubicBezTo>
                  <a:cubicBezTo>
                    <a:pt x="71" y="53"/>
                    <a:pt x="73" y="54"/>
                    <a:pt x="75" y="55"/>
                  </a:cubicBezTo>
                  <a:cubicBezTo>
                    <a:pt x="75" y="52"/>
                    <a:pt x="74" y="50"/>
                    <a:pt x="74" y="48"/>
                  </a:cubicBezTo>
                  <a:cubicBezTo>
                    <a:pt x="73" y="46"/>
                    <a:pt x="73" y="45"/>
                    <a:pt x="71" y="43"/>
                  </a:cubicBezTo>
                  <a:cubicBezTo>
                    <a:pt x="70" y="42"/>
                    <a:pt x="69" y="41"/>
                    <a:pt x="67" y="40"/>
                  </a:cubicBezTo>
                  <a:cubicBezTo>
                    <a:pt x="64" y="39"/>
                    <a:pt x="62" y="39"/>
                    <a:pt x="59" y="39"/>
                  </a:cubicBezTo>
                  <a:cubicBezTo>
                    <a:pt x="55" y="39"/>
                    <a:pt x="51" y="40"/>
                    <a:pt x="48" y="41"/>
                  </a:cubicBezTo>
                  <a:cubicBezTo>
                    <a:pt x="47" y="41"/>
                    <a:pt x="46" y="41"/>
                    <a:pt x="46" y="42"/>
                  </a:cubicBezTo>
                  <a:cubicBezTo>
                    <a:pt x="45" y="42"/>
                    <a:pt x="44" y="42"/>
                    <a:pt x="43" y="42"/>
                  </a:cubicBezTo>
                  <a:cubicBezTo>
                    <a:pt x="41" y="42"/>
                    <a:pt x="38" y="41"/>
                    <a:pt x="37" y="38"/>
                  </a:cubicBezTo>
                  <a:cubicBezTo>
                    <a:pt x="37" y="38"/>
                    <a:pt x="37" y="38"/>
                    <a:pt x="37" y="38"/>
                  </a:cubicBezTo>
                  <a:cubicBezTo>
                    <a:pt x="36" y="35"/>
                    <a:pt x="38" y="32"/>
                    <a:pt x="40" y="31"/>
                  </a:cubicBezTo>
                  <a:cubicBezTo>
                    <a:pt x="46" y="28"/>
                    <a:pt x="53" y="26"/>
                    <a:pt x="61" y="26"/>
                  </a:cubicBezTo>
                  <a:cubicBezTo>
                    <a:pt x="68" y="26"/>
                    <a:pt x="73" y="27"/>
                    <a:pt x="76" y="29"/>
                  </a:cubicBezTo>
                  <a:cubicBezTo>
                    <a:pt x="80" y="31"/>
                    <a:pt x="83" y="33"/>
                    <a:pt x="84" y="36"/>
                  </a:cubicBezTo>
                  <a:cubicBezTo>
                    <a:pt x="86" y="39"/>
                    <a:pt x="87" y="43"/>
                    <a:pt x="88" y="46"/>
                  </a:cubicBezTo>
                  <a:cubicBezTo>
                    <a:pt x="88" y="50"/>
                    <a:pt x="88" y="53"/>
                    <a:pt x="88" y="57"/>
                  </a:cubicBezTo>
                  <a:cubicBezTo>
                    <a:pt x="88" y="68"/>
                    <a:pt x="88" y="68"/>
                    <a:pt x="88" y="68"/>
                  </a:cubicBezTo>
                  <a:cubicBezTo>
                    <a:pt x="88" y="71"/>
                    <a:pt x="88" y="73"/>
                    <a:pt x="88" y="75"/>
                  </a:cubicBezTo>
                  <a:cubicBezTo>
                    <a:pt x="89" y="77"/>
                    <a:pt x="89" y="79"/>
                    <a:pt x="89" y="80"/>
                  </a:cubicBezTo>
                  <a:cubicBezTo>
                    <a:pt x="90" y="82"/>
                    <a:pt x="91" y="83"/>
                    <a:pt x="92" y="84"/>
                  </a:cubicBezTo>
                  <a:cubicBezTo>
                    <a:pt x="92" y="85"/>
                    <a:pt x="94" y="86"/>
                    <a:pt x="95" y="86"/>
                  </a:cubicBezTo>
                  <a:cubicBezTo>
                    <a:pt x="96" y="86"/>
                    <a:pt x="96" y="86"/>
                    <a:pt x="96" y="86"/>
                  </a:cubicBezTo>
                  <a:cubicBezTo>
                    <a:pt x="98" y="85"/>
                    <a:pt x="100" y="84"/>
                    <a:pt x="102" y="82"/>
                  </a:cubicBezTo>
                  <a:cubicBezTo>
                    <a:pt x="103" y="81"/>
                    <a:pt x="104" y="78"/>
                    <a:pt x="105" y="76"/>
                  </a:cubicBezTo>
                  <a:cubicBezTo>
                    <a:pt x="106" y="73"/>
                    <a:pt x="106" y="71"/>
                    <a:pt x="106" y="68"/>
                  </a:cubicBezTo>
                  <a:cubicBezTo>
                    <a:pt x="107" y="65"/>
                    <a:pt x="107" y="63"/>
                    <a:pt x="107" y="61"/>
                  </a:cubicBezTo>
                  <a:cubicBezTo>
                    <a:pt x="107" y="54"/>
                    <a:pt x="106" y="48"/>
                    <a:pt x="104" y="42"/>
                  </a:cubicBezTo>
                  <a:cubicBezTo>
                    <a:pt x="101" y="37"/>
                    <a:pt x="98" y="32"/>
                    <a:pt x="94" y="28"/>
                  </a:cubicBezTo>
                  <a:cubicBezTo>
                    <a:pt x="90" y="24"/>
                    <a:pt x="85" y="21"/>
                    <a:pt x="80" y="18"/>
                  </a:cubicBezTo>
                  <a:cubicBezTo>
                    <a:pt x="74" y="16"/>
                    <a:pt x="68" y="15"/>
                    <a:pt x="61" y="15"/>
                  </a:cubicBezTo>
                  <a:cubicBezTo>
                    <a:pt x="54" y="15"/>
                    <a:pt x="48" y="16"/>
                    <a:pt x="42" y="18"/>
                  </a:cubicBezTo>
                  <a:cubicBezTo>
                    <a:pt x="36" y="20"/>
                    <a:pt x="32" y="24"/>
                    <a:pt x="28" y="28"/>
                  </a:cubicBezTo>
                  <a:cubicBezTo>
                    <a:pt x="24" y="32"/>
                    <a:pt x="21" y="36"/>
                    <a:pt x="18" y="42"/>
                  </a:cubicBezTo>
                  <a:cubicBezTo>
                    <a:pt x="16" y="48"/>
                    <a:pt x="15" y="54"/>
                    <a:pt x="15" y="60"/>
                  </a:cubicBezTo>
                  <a:cubicBezTo>
                    <a:pt x="15" y="66"/>
                    <a:pt x="16" y="72"/>
                    <a:pt x="18" y="78"/>
                  </a:cubicBezTo>
                  <a:cubicBezTo>
                    <a:pt x="20" y="83"/>
                    <a:pt x="23" y="88"/>
                    <a:pt x="27" y="92"/>
                  </a:cubicBezTo>
                  <a:cubicBezTo>
                    <a:pt x="31" y="96"/>
                    <a:pt x="35" y="100"/>
                    <a:pt x="41" y="102"/>
                  </a:cubicBezTo>
                  <a:cubicBezTo>
                    <a:pt x="46" y="104"/>
                    <a:pt x="52" y="106"/>
                    <a:pt x="59" y="106"/>
                  </a:cubicBezTo>
                  <a:cubicBezTo>
                    <a:pt x="64" y="106"/>
                    <a:pt x="68" y="105"/>
                    <a:pt x="71" y="104"/>
                  </a:cubicBezTo>
                  <a:cubicBezTo>
                    <a:pt x="73" y="103"/>
                    <a:pt x="75" y="103"/>
                    <a:pt x="77" y="102"/>
                  </a:cubicBezTo>
                  <a:cubicBezTo>
                    <a:pt x="78" y="102"/>
                    <a:pt x="78" y="102"/>
                    <a:pt x="79" y="102"/>
                  </a:cubicBezTo>
                  <a:cubicBezTo>
                    <a:pt x="81" y="102"/>
                    <a:pt x="82" y="103"/>
                    <a:pt x="83" y="105"/>
                  </a:cubicBezTo>
                  <a:cubicBezTo>
                    <a:pt x="84" y="107"/>
                    <a:pt x="82" y="109"/>
                    <a:pt x="80" y="110"/>
                  </a:cubicBezTo>
                  <a:cubicBezTo>
                    <a:pt x="77" y="111"/>
                    <a:pt x="74" y="112"/>
                    <a:pt x="72" y="113"/>
                  </a:cubicBezTo>
                  <a:cubicBezTo>
                    <a:pt x="67" y="114"/>
                    <a:pt x="63" y="114"/>
                    <a:pt x="58" y="114"/>
                  </a:cubicBezTo>
                  <a:cubicBezTo>
                    <a:pt x="51" y="114"/>
                    <a:pt x="44" y="113"/>
                    <a:pt x="38" y="111"/>
                  </a:cubicBezTo>
                  <a:cubicBezTo>
                    <a:pt x="32" y="108"/>
                    <a:pt x="26" y="104"/>
                    <a:pt x="21" y="100"/>
                  </a:cubicBezTo>
                  <a:cubicBezTo>
                    <a:pt x="17" y="95"/>
                    <a:pt x="13" y="89"/>
                    <a:pt x="10" y="82"/>
                  </a:cubicBezTo>
                  <a:cubicBezTo>
                    <a:pt x="7" y="76"/>
                    <a:pt x="6" y="68"/>
                    <a:pt x="6" y="60"/>
                  </a:cubicBezTo>
                  <a:cubicBezTo>
                    <a:pt x="6" y="51"/>
                    <a:pt x="7" y="43"/>
                    <a:pt x="10" y="37"/>
                  </a:cubicBezTo>
                  <a:cubicBezTo>
                    <a:pt x="14" y="30"/>
                    <a:pt x="18" y="24"/>
                    <a:pt x="23" y="20"/>
                  </a:cubicBezTo>
                  <a:cubicBezTo>
                    <a:pt x="28" y="15"/>
                    <a:pt x="34" y="12"/>
                    <a:pt x="40" y="10"/>
                  </a:cubicBezTo>
                  <a:cubicBezTo>
                    <a:pt x="47" y="7"/>
                    <a:pt x="54" y="6"/>
                    <a:pt x="61" y="6"/>
                  </a:cubicBezTo>
                  <a:moveTo>
                    <a:pt x="56" y="83"/>
                  </a:moveTo>
                  <a:cubicBezTo>
                    <a:pt x="58" y="83"/>
                    <a:pt x="59" y="82"/>
                    <a:pt x="62" y="82"/>
                  </a:cubicBezTo>
                  <a:cubicBezTo>
                    <a:pt x="64" y="82"/>
                    <a:pt x="66" y="81"/>
                    <a:pt x="68" y="80"/>
                  </a:cubicBezTo>
                  <a:cubicBezTo>
                    <a:pt x="70" y="79"/>
                    <a:pt x="72" y="78"/>
                    <a:pt x="73" y="76"/>
                  </a:cubicBezTo>
                  <a:cubicBezTo>
                    <a:pt x="74" y="75"/>
                    <a:pt x="75" y="73"/>
                    <a:pt x="75" y="71"/>
                  </a:cubicBezTo>
                  <a:cubicBezTo>
                    <a:pt x="75" y="65"/>
                    <a:pt x="75" y="65"/>
                    <a:pt x="75" y="65"/>
                  </a:cubicBezTo>
                  <a:cubicBezTo>
                    <a:pt x="73" y="65"/>
                    <a:pt x="71" y="64"/>
                    <a:pt x="68" y="63"/>
                  </a:cubicBezTo>
                  <a:cubicBezTo>
                    <a:pt x="65" y="63"/>
                    <a:pt x="62" y="62"/>
                    <a:pt x="59" y="62"/>
                  </a:cubicBezTo>
                  <a:cubicBezTo>
                    <a:pt x="55" y="62"/>
                    <a:pt x="52" y="63"/>
                    <a:pt x="49" y="65"/>
                  </a:cubicBezTo>
                  <a:cubicBezTo>
                    <a:pt x="47" y="67"/>
                    <a:pt x="46" y="69"/>
                    <a:pt x="46" y="73"/>
                  </a:cubicBezTo>
                  <a:cubicBezTo>
                    <a:pt x="46" y="76"/>
                    <a:pt x="46" y="78"/>
                    <a:pt x="48" y="80"/>
                  </a:cubicBezTo>
                  <a:cubicBezTo>
                    <a:pt x="50" y="82"/>
                    <a:pt x="52" y="83"/>
                    <a:pt x="56" y="83"/>
                  </a:cubicBezTo>
                  <a:moveTo>
                    <a:pt x="61" y="0"/>
                  </a:moveTo>
                  <a:cubicBezTo>
                    <a:pt x="53" y="0"/>
                    <a:pt x="46" y="1"/>
                    <a:pt x="38" y="4"/>
                  </a:cubicBezTo>
                  <a:cubicBezTo>
                    <a:pt x="31" y="6"/>
                    <a:pt x="24" y="10"/>
                    <a:pt x="19" y="15"/>
                  </a:cubicBezTo>
                  <a:cubicBezTo>
                    <a:pt x="13" y="20"/>
                    <a:pt x="8" y="27"/>
                    <a:pt x="5" y="34"/>
                  </a:cubicBezTo>
                  <a:cubicBezTo>
                    <a:pt x="2" y="42"/>
                    <a:pt x="0" y="50"/>
                    <a:pt x="0" y="60"/>
                  </a:cubicBezTo>
                  <a:cubicBezTo>
                    <a:pt x="0" y="69"/>
                    <a:pt x="1" y="77"/>
                    <a:pt x="4" y="85"/>
                  </a:cubicBezTo>
                  <a:cubicBezTo>
                    <a:pt x="8" y="92"/>
                    <a:pt x="12" y="99"/>
                    <a:pt x="17" y="104"/>
                  </a:cubicBezTo>
                  <a:cubicBezTo>
                    <a:pt x="22" y="109"/>
                    <a:pt x="29" y="113"/>
                    <a:pt x="36" y="116"/>
                  </a:cubicBezTo>
                  <a:cubicBezTo>
                    <a:pt x="43" y="119"/>
                    <a:pt x="50" y="120"/>
                    <a:pt x="58" y="120"/>
                  </a:cubicBezTo>
                  <a:cubicBezTo>
                    <a:pt x="63" y="120"/>
                    <a:pt x="68" y="120"/>
                    <a:pt x="73" y="119"/>
                  </a:cubicBezTo>
                  <a:cubicBezTo>
                    <a:pt x="76" y="118"/>
                    <a:pt x="79" y="117"/>
                    <a:pt x="82" y="116"/>
                  </a:cubicBezTo>
                  <a:cubicBezTo>
                    <a:pt x="88" y="114"/>
                    <a:pt x="90" y="108"/>
                    <a:pt x="89" y="103"/>
                  </a:cubicBezTo>
                  <a:cubicBezTo>
                    <a:pt x="88" y="102"/>
                    <a:pt x="88" y="102"/>
                    <a:pt x="88" y="101"/>
                  </a:cubicBezTo>
                  <a:cubicBezTo>
                    <a:pt x="90" y="101"/>
                    <a:pt x="91" y="102"/>
                    <a:pt x="93" y="102"/>
                  </a:cubicBezTo>
                  <a:cubicBezTo>
                    <a:pt x="98" y="102"/>
                    <a:pt x="102" y="101"/>
                    <a:pt x="105" y="99"/>
                  </a:cubicBezTo>
                  <a:cubicBezTo>
                    <a:pt x="108" y="97"/>
                    <a:pt x="111" y="95"/>
                    <a:pt x="114" y="92"/>
                  </a:cubicBezTo>
                  <a:cubicBezTo>
                    <a:pt x="116" y="90"/>
                    <a:pt x="117" y="87"/>
                    <a:pt x="118" y="84"/>
                  </a:cubicBezTo>
                  <a:cubicBezTo>
                    <a:pt x="119" y="81"/>
                    <a:pt x="120" y="78"/>
                    <a:pt x="121" y="75"/>
                  </a:cubicBezTo>
                  <a:cubicBezTo>
                    <a:pt x="121" y="72"/>
                    <a:pt x="122" y="70"/>
                    <a:pt x="122" y="67"/>
                  </a:cubicBezTo>
                  <a:cubicBezTo>
                    <a:pt x="122" y="65"/>
                    <a:pt x="122" y="63"/>
                    <a:pt x="122" y="61"/>
                  </a:cubicBezTo>
                  <a:cubicBezTo>
                    <a:pt x="122" y="51"/>
                    <a:pt x="120" y="42"/>
                    <a:pt x="117" y="35"/>
                  </a:cubicBezTo>
                  <a:cubicBezTo>
                    <a:pt x="114" y="27"/>
                    <a:pt x="109" y="20"/>
                    <a:pt x="103" y="15"/>
                  </a:cubicBezTo>
                  <a:cubicBezTo>
                    <a:pt x="98" y="10"/>
                    <a:pt x="91" y="6"/>
                    <a:pt x="84" y="4"/>
                  </a:cubicBezTo>
                  <a:cubicBezTo>
                    <a:pt x="77" y="1"/>
                    <a:pt x="69" y="0"/>
                    <a:pt x="61" y="0"/>
                  </a:cubicBezTo>
                  <a:close/>
                  <a:moveTo>
                    <a:pt x="96" y="80"/>
                  </a:moveTo>
                  <a:cubicBezTo>
                    <a:pt x="95" y="79"/>
                    <a:pt x="95" y="79"/>
                    <a:pt x="95" y="78"/>
                  </a:cubicBezTo>
                  <a:cubicBezTo>
                    <a:pt x="95" y="77"/>
                    <a:pt x="95" y="76"/>
                    <a:pt x="94" y="74"/>
                  </a:cubicBezTo>
                  <a:cubicBezTo>
                    <a:pt x="94" y="72"/>
                    <a:pt x="94" y="70"/>
                    <a:pt x="94" y="68"/>
                  </a:cubicBezTo>
                  <a:cubicBezTo>
                    <a:pt x="94" y="57"/>
                    <a:pt x="94" y="57"/>
                    <a:pt x="94" y="57"/>
                  </a:cubicBezTo>
                  <a:cubicBezTo>
                    <a:pt x="94" y="53"/>
                    <a:pt x="94" y="50"/>
                    <a:pt x="94" y="46"/>
                  </a:cubicBezTo>
                  <a:cubicBezTo>
                    <a:pt x="93" y="41"/>
                    <a:pt x="92" y="37"/>
                    <a:pt x="90" y="33"/>
                  </a:cubicBezTo>
                  <a:cubicBezTo>
                    <a:pt x="89" y="32"/>
                    <a:pt x="87" y="30"/>
                    <a:pt x="86" y="29"/>
                  </a:cubicBezTo>
                  <a:cubicBezTo>
                    <a:pt x="87" y="30"/>
                    <a:pt x="89" y="31"/>
                    <a:pt x="90" y="32"/>
                  </a:cubicBezTo>
                  <a:cubicBezTo>
                    <a:pt x="93" y="36"/>
                    <a:pt x="96" y="40"/>
                    <a:pt x="98" y="45"/>
                  </a:cubicBezTo>
                  <a:cubicBezTo>
                    <a:pt x="100" y="50"/>
                    <a:pt x="101" y="55"/>
                    <a:pt x="101" y="61"/>
                  </a:cubicBezTo>
                  <a:cubicBezTo>
                    <a:pt x="101" y="62"/>
                    <a:pt x="101" y="65"/>
                    <a:pt x="100" y="67"/>
                  </a:cubicBezTo>
                  <a:cubicBezTo>
                    <a:pt x="100" y="70"/>
                    <a:pt x="100" y="72"/>
                    <a:pt x="99" y="74"/>
                  </a:cubicBezTo>
                  <a:cubicBezTo>
                    <a:pt x="99" y="76"/>
                    <a:pt x="98" y="78"/>
                    <a:pt x="97" y="79"/>
                  </a:cubicBezTo>
                  <a:cubicBezTo>
                    <a:pt x="96" y="79"/>
                    <a:pt x="96" y="80"/>
                    <a:pt x="96" y="80"/>
                  </a:cubicBezTo>
                  <a:cubicBezTo>
                    <a:pt x="96" y="80"/>
                    <a:pt x="96" y="80"/>
                    <a:pt x="96" y="80"/>
                  </a:cubicBezTo>
                  <a:close/>
                  <a:moveTo>
                    <a:pt x="28" y="84"/>
                  </a:moveTo>
                  <a:cubicBezTo>
                    <a:pt x="26" y="81"/>
                    <a:pt x="25" y="79"/>
                    <a:pt x="24" y="76"/>
                  </a:cubicBezTo>
                  <a:cubicBezTo>
                    <a:pt x="22" y="71"/>
                    <a:pt x="21" y="66"/>
                    <a:pt x="21" y="60"/>
                  </a:cubicBezTo>
                  <a:cubicBezTo>
                    <a:pt x="21" y="54"/>
                    <a:pt x="22" y="49"/>
                    <a:pt x="24" y="44"/>
                  </a:cubicBezTo>
                  <a:cubicBezTo>
                    <a:pt x="26" y="40"/>
                    <a:pt x="28" y="36"/>
                    <a:pt x="32" y="32"/>
                  </a:cubicBezTo>
                  <a:cubicBezTo>
                    <a:pt x="31" y="35"/>
                    <a:pt x="31" y="37"/>
                    <a:pt x="32" y="40"/>
                  </a:cubicBezTo>
                  <a:cubicBezTo>
                    <a:pt x="32" y="40"/>
                    <a:pt x="32" y="40"/>
                    <a:pt x="32" y="40"/>
                  </a:cubicBezTo>
                  <a:cubicBezTo>
                    <a:pt x="33" y="45"/>
                    <a:pt x="38" y="48"/>
                    <a:pt x="43" y="48"/>
                  </a:cubicBezTo>
                  <a:cubicBezTo>
                    <a:pt x="43" y="48"/>
                    <a:pt x="43" y="48"/>
                    <a:pt x="43" y="48"/>
                  </a:cubicBezTo>
                  <a:cubicBezTo>
                    <a:pt x="41" y="49"/>
                    <a:pt x="39" y="50"/>
                    <a:pt x="37" y="51"/>
                  </a:cubicBezTo>
                  <a:cubicBezTo>
                    <a:pt x="34" y="54"/>
                    <a:pt x="31" y="56"/>
                    <a:pt x="29" y="60"/>
                  </a:cubicBezTo>
                  <a:cubicBezTo>
                    <a:pt x="27" y="64"/>
                    <a:pt x="26" y="68"/>
                    <a:pt x="26" y="73"/>
                  </a:cubicBezTo>
                  <a:cubicBezTo>
                    <a:pt x="26" y="77"/>
                    <a:pt x="27" y="80"/>
                    <a:pt x="28" y="84"/>
                  </a:cubicBezTo>
                  <a:close/>
                  <a:moveTo>
                    <a:pt x="49" y="47"/>
                  </a:moveTo>
                  <a:cubicBezTo>
                    <a:pt x="49" y="46"/>
                    <a:pt x="50" y="46"/>
                    <a:pt x="50" y="46"/>
                  </a:cubicBezTo>
                  <a:cubicBezTo>
                    <a:pt x="52" y="45"/>
                    <a:pt x="55" y="45"/>
                    <a:pt x="59" y="45"/>
                  </a:cubicBezTo>
                  <a:cubicBezTo>
                    <a:pt x="62" y="45"/>
                    <a:pt x="63" y="45"/>
                    <a:pt x="64" y="46"/>
                  </a:cubicBezTo>
                  <a:cubicBezTo>
                    <a:pt x="65" y="46"/>
                    <a:pt x="65" y="46"/>
                    <a:pt x="65" y="46"/>
                  </a:cubicBezTo>
                  <a:cubicBezTo>
                    <a:pt x="63" y="46"/>
                    <a:pt x="61" y="46"/>
                    <a:pt x="59" y="46"/>
                  </a:cubicBezTo>
                  <a:cubicBezTo>
                    <a:pt x="56" y="46"/>
                    <a:pt x="52" y="46"/>
                    <a:pt x="49" y="47"/>
                  </a:cubicBezTo>
                  <a:close/>
                  <a:moveTo>
                    <a:pt x="56" y="77"/>
                  </a:moveTo>
                  <a:cubicBezTo>
                    <a:pt x="54" y="77"/>
                    <a:pt x="53" y="76"/>
                    <a:pt x="52" y="76"/>
                  </a:cubicBezTo>
                  <a:cubicBezTo>
                    <a:pt x="52" y="75"/>
                    <a:pt x="52" y="74"/>
                    <a:pt x="52" y="73"/>
                  </a:cubicBezTo>
                  <a:cubicBezTo>
                    <a:pt x="52" y="70"/>
                    <a:pt x="52" y="70"/>
                    <a:pt x="53" y="70"/>
                  </a:cubicBezTo>
                  <a:cubicBezTo>
                    <a:pt x="54" y="69"/>
                    <a:pt x="55" y="68"/>
                    <a:pt x="59" y="68"/>
                  </a:cubicBezTo>
                  <a:cubicBezTo>
                    <a:pt x="62" y="68"/>
                    <a:pt x="64" y="69"/>
                    <a:pt x="67" y="69"/>
                  </a:cubicBezTo>
                  <a:cubicBezTo>
                    <a:pt x="67" y="69"/>
                    <a:pt x="68" y="69"/>
                    <a:pt x="69" y="70"/>
                  </a:cubicBezTo>
                  <a:cubicBezTo>
                    <a:pt x="69" y="71"/>
                    <a:pt x="69" y="71"/>
                    <a:pt x="69" y="71"/>
                  </a:cubicBezTo>
                  <a:cubicBezTo>
                    <a:pt x="69" y="71"/>
                    <a:pt x="68" y="72"/>
                    <a:pt x="68" y="72"/>
                  </a:cubicBezTo>
                  <a:cubicBezTo>
                    <a:pt x="67" y="73"/>
                    <a:pt x="67" y="74"/>
                    <a:pt x="65" y="74"/>
                  </a:cubicBezTo>
                  <a:cubicBezTo>
                    <a:pt x="65" y="74"/>
                    <a:pt x="65" y="74"/>
                    <a:pt x="65" y="75"/>
                  </a:cubicBezTo>
                  <a:cubicBezTo>
                    <a:pt x="64" y="75"/>
                    <a:pt x="62" y="76"/>
                    <a:pt x="61" y="76"/>
                  </a:cubicBezTo>
                  <a:cubicBezTo>
                    <a:pt x="59" y="76"/>
                    <a:pt x="57" y="77"/>
                    <a:pt x="56" y="77"/>
                  </a:cubicBezTo>
                  <a:close/>
                  <a:moveTo>
                    <a:pt x="59" y="100"/>
                  </a:moveTo>
                  <a:cubicBezTo>
                    <a:pt x="63" y="99"/>
                    <a:pt x="67" y="98"/>
                    <a:pt x="70" y="97"/>
                  </a:cubicBezTo>
                  <a:cubicBezTo>
                    <a:pt x="72" y="96"/>
                    <a:pt x="74" y="95"/>
                    <a:pt x="76" y="94"/>
                  </a:cubicBezTo>
                  <a:cubicBezTo>
                    <a:pt x="77" y="95"/>
                    <a:pt x="77" y="95"/>
                    <a:pt x="78" y="96"/>
                  </a:cubicBezTo>
                  <a:cubicBezTo>
                    <a:pt x="77" y="96"/>
                    <a:pt x="76" y="96"/>
                    <a:pt x="75" y="96"/>
                  </a:cubicBezTo>
                  <a:cubicBezTo>
                    <a:pt x="73" y="97"/>
                    <a:pt x="71" y="98"/>
                    <a:pt x="69" y="98"/>
                  </a:cubicBezTo>
                  <a:cubicBezTo>
                    <a:pt x="67" y="99"/>
                    <a:pt x="63" y="100"/>
                    <a:pt x="59" y="10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593" name="Google Shape;593;p14"/>
            <p:cNvSpPr/>
            <p:nvPr/>
          </p:nvSpPr>
          <p:spPr>
            <a:xfrm>
              <a:off x="1425362" y="4956617"/>
              <a:ext cx="345582" cy="381280"/>
            </a:xfrm>
            <a:custGeom>
              <a:rect b="b" l="l" r="r" t="t"/>
              <a:pathLst>
                <a:path extrusionOk="0" h="97" w="91">
                  <a:moveTo>
                    <a:pt x="86" y="40"/>
                  </a:moveTo>
                  <a:cubicBezTo>
                    <a:pt x="71" y="40"/>
                    <a:pt x="71" y="40"/>
                    <a:pt x="71" y="40"/>
                  </a:cubicBezTo>
                  <a:cubicBezTo>
                    <a:pt x="67" y="56"/>
                    <a:pt x="67" y="56"/>
                    <a:pt x="67" y="56"/>
                  </a:cubicBezTo>
                  <a:cubicBezTo>
                    <a:pt x="79" y="56"/>
                    <a:pt x="79" y="56"/>
                    <a:pt x="79" y="56"/>
                  </a:cubicBezTo>
                  <a:cubicBezTo>
                    <a:pt x="82" y="56"/>
                    <a:pt x="85" y="59"/>
                    <a:pt x="85" y="62"/>
                  </a:cubicBezTo>
                  <a:cubicBezTo>
                    <a:pt x="85" y="66"/>
                    <a:pt x="85" y="66"/>
                    <a:pt x="85" y="66"/>
                  </a:cubicBezTo>
                  <a:cubicBezTo>
                    <a:pt x="85" y="69"/>
                    <a:pt x="82" y="72"/>
                    <a:pt x="79" y="72"/>
                  </a:cubicBezTo>
                  <a:cubicBezTo>
                    <a:pt x="63" y="72"/>
                    <a:pt x="63" y="72"/>
                    <a:pt x="63" y="72"/>
                  </a:cubicBezTo>
                  <a:cubicBezTo>
                    <a:pt x="58" y="91"/>
                    <a:pt x="58" y="91"/>
                    <a:pt x="58" y="91"/>
                  </a:cubicBezTo>
                  <a:cubicBezTo>
                    <a:pt x="58" y="94"/>
                    <a:pt x="55" y="97"/>
                    <a:pt x="52" y="97"/>
                  </a:cubicBezTo>
                  <a:cubicBezTo>
                    <a:pt x="48" y="97"/>
                    <a:pt x="48" y="97"/>
                    <a:pt x="48" y="97"/>
                  </a:cubicBezTo>
                  <a:cubicBezTo>
                    <a:pt x="44" y="97"/>
                    <a:pt x="41" y="92"/>
                    <a:pt x="42" y="88"/>
                  </a:cubicBezTo>
                  <a:cubicBezTo>
                    <a:pt x="46" y="72"/>
                    <a:pt x="46" y="72"/>
                    <a:pt x="46" y="72"/>
                  </a:cubicBezTo>
                  <a:cubicBezTo>
                    <a:pt x="33" y="72"/>
                    <a:pt x="33" y="72"/>
                    <a:pt x="33" y="72"/>
                  </a:cubicBezTo>
                  <a:cubicBezTo>
                    <a:pt x="29" y="91"/>
                    <a:pt x="29" y="91"/>
                    <a:pt x="29" y="91"/>
                  </a:cubicBezTo>
                  <a:cubicBezTo>
                    <a:pt x="28" y="94"/>
                    <a:pt x="25" y="97"/>
                    <a:pt x="22" y="97"/>
                  </a:cubicBezTo>
                  <a:cubicBezTo>
                    <a:pt x="18" y="97"/>
                    <a:pt x="18" y="97"/>
                    <a:pt x="18" y="97"/>
                  </a:cubicBezTo>
                  <a:cubicBezTo>
                    <a:pt x="14" y="97"/>
                    <a:pt x="11" y="92"/>
                    <a:pt x="12" y="88"/>
                  </a:cubicBezTo>
                  <a:cubicBezTo>
                    <a:pt x="16" y="72"/>
                    <a:pt x="16" y="72"/>
                    <a:pt x="16" y="72"/>
                  </a:cubicBezTo>
                  <a:cubicBezTo>
                    <a:pt x="6" y="72"/>
                    <a:pt x="6" y="72"/>
                    <a:pt x="6" y="72"/>
                  </a:cubicBezTo>
                  <a:cubicBezTo>
                    <a:pt x="3" y="72"/>
                    <a:pt x="0" y="70"/>
                    <a:pt x="0" y="67"/>
                  </a:cubicBezTo>
                  <a:cubicBezTo>
                    <a:pt x="0" y="62"/>
                    <a:pt x="0" y="62"/>
                    <a:pt x="0" y="62"/>
                  </a:cubicBezTo>
                  <a:cubicBezTo>
                    <a:pt x="0" y="58"/>
                    <a:pt x="3" y="56"/>
                    <a:pt x="6" y="56"/>
                  </a:cubicBezTo>
                  <a:cubicBezTo>
                    <a:pt x="20" y="56"/>
                    <a:pt x="20" y="56"/>
                    <a:pt x="20" y="56"/>
                  </a:cubicBezTo>
                  <a:cubicBezTo>
                    <a:pt x="23" y="40"/>
                    <a:pt x="23" y="40"/>
                    <a:pt x="23" y="40"/>
                  </a:cubicBezTo>
                  <a:cubicBezTo>
                    <a:pt x="13" y="40"/>
                    <a:pt x="13" y="40"/>
                    <a:pt x="13" y="40"/>
                  </a:cubicBezTo>
                  <a:cubicBezTo>
                    <a:pt x="10" y="40"/>
                    <a:pt x="7" y="38"/>
                    <a:pt x="7" y="35"/>
                  </a:cubicBezTo>
                  <a:cubicBezTo>
                    <a:pt x="7" y="31"/>
                    <a:pt x="7" y="31"/>
                    <a:pt x="7" y="31"/>
                  </a:cubicBezTo>
                  <a:cubicBezTo>
                    <a:pt x="7" y="28"/>
                    <a:pt x="10" y="25"/>
                    <a:pt x="13" y="25"/>
                  </a:cubicBezTo>
                  <a:cubicBezTo>
                    <a:pt x="24" y="25"/>
                    <a:pt x="24" y="25"/>
                    <a:pt x="24" y="25"/>
                  </a:cubicBezTo>
                  <a:cubicBezTo>
                    <a:pt x="26" y="25"/>
                    <a:pt x="27" y="24"/>
                    <a:pt x="28" y="22"/>
                  </a:cubicBezTo>
                  <a:cubicBezTo>
                    <a:pt x="32" y="5"/>
                    <a:pt x="32" y="5"/>
                    <a:pt x="32" y="5"/>
                  </a:cubicBezTo>
                  <a:cubicBezTo>
                    <a:pt x="33" y="2"/>
                    <a:pt x="35" y="0"/>
                    <a:pt x="38" y="0"/>
                  </a:cubicBezTo>
                  <a:cubicBezTo>
                    <a:pt x="43" y="0"/>
                    <a:pt x="43" y="0"/>
                    <a:pt x="43" y="0"/>
                  </a:cubicBezTo>
                  <a:cubicBezTo>
                    <a:pt x="47" y="0"/>
                    <a:pt x="50" y="4"/>
                    <a:pt x="49" y="8"/>
                  </a:cubicBezTo>
                  <a:cubicBezTo>
                    <a:pt x="46" y="20"/>
                    <a:pt x="46" y="20"/>
                    <a:pt x="46" y="20"/>
                  </a:cubicBezTo>
                  <a:cubicBezTo>
                    <a:pt x="45" y="23"/>
                    <a:pt x="47" y="25"/>
                    <a:pt x="50" y="25"/>
                  </a:cubicBezTo>
                  <a:cubicBezTo>
                    <a:pt x="54" y="25"/>
                    <a:pt x="54" y="25"/>
                    <a:pt x="54" y="25"/>
                  </a:cubicBezTo>
                  <a:cubicBezTo>
                    <a:pt x="56" y="25"/>
                    <a:pt x="57" y="24"/>
                    <a:pt x="58" y="22"/>
                  </a:cubicBezTo>
                  <a:cubicBezTo>
                    <a:pt x="62" y="5"/>
                    <a:pt x="62" y="5"/>
                    <a:pt x="62" y="5"/>
                  </a:cubicBezTo>
                  <a:cubicBezTo>
                    <a:pt x="63" y="2"/>
                    <a:pt x="65" y="0"/>
                    <a:pt x="68" y="0"/>
                  </a:cubicBezTo>
                  <a:cubicBezTo>
                    <a:pt x="72" y="0"/>
                    <a:pt x="72" y="0"/>
                    <a:pt x="72" y="0"/>
                  </a:cubicBezTo>
                  <a:cubicBezTo>
                    <a:pt x="77" y="0"/>
                    <a:pt x="80" y="4"/>
                    <a:pt x="79" y="8"/>
                  </a:cubicBezTo>
                  <a:cubicBezTo>
                    <a:pt x="76" y="20"/>
                    <a:pt x="76" y="20"/>
                    <a:pt x="76" y="20"/>
                  </a:cubicBezTo>
                  <a:cubicBezTo>
                    <a:pt x="75" y="23"/>
                    <a:pt x="77" y="25"/>
                    <a:pt x="80" y="25"/>
                  </a:cubicBezTo>
                  <a:cubicBezTo>
                    <a:pt x="86" y="25"/>
                    <a:pt x="86" y="25"/>
                    <a:pt x="86" y="25"/>
                  </a:cubicBezTo>
                  <a:cubicBezTo>
                    <a:pt x="89" y="25"/>
                    <a:pt x="91" y="28"/>
                    <a:pt x="91" y="31"/>
                  </a:cubicBezTo>
                  <a:cubicBezTo>
                    <a:pt x="91" y="35"/>
                    <a:pt x="91" y="35"/>
                    <a:pt x="91" y="35"/>
                  </a:cubicBezTo>
                  <a:cubicBezTo>
                    <a:pt x="91" y="38"/>
                    <a:pt x="89" y="40"/>
                    <a:pt x="86" y="40"/>
                  </a:cubicBezTo>
                  <a:close/>
                  <a:moveTo>
                    <a:pt x="50" y="53"/>
                  </a:moveTo>
                  <a:cubicBezTo>
                    <a:pt x="52" y="45"/>
                    <a:pt x="52" y="45"/>
                    <a:pt x="52" y="45"/>
                  </a:cubicBezTo>
                  <a:cubicBezTo>
                    <a:pt x="53" y="42"/>
                    <a:pt x="51" y="40"/>
                    <a:pt x="49" y="40"/>
                  </a:cubicBezTo>
                  <a:cubicBezTo>
                    <a:pt x="44" y="40"/>
                    <a:pt x="44" y="40"/>
                    <a:pt x="44" y="40"/>
                  </a:cubicBezTo>
                  <a:cubicBezTo>
                    <a:pt x="42" y="40"/>
                    <a:pt x="40" y="41"/>
                    <a:pt x="40" y="43"/>
                  </a:cubicBezTo>
                  <a:cubicBezTo>
                    <a:pt x="38" y="52"/>
                    <a:pt x="38" y="52"/>
                    <a:pt x="38" y="52"/>
                  </a:cubicBezTo>
                  <a:cubicBezTo>
                    <a:pt x="38" y="54"/>
                    <a:pt x="39" y="56"/>
                    <a:pt x="42" y="56"/>
                  </a:cubicBezTo>
                  <a:cubicBezTo>
                    <a:pt x="47" y="56"/>
                    <a:pt x="47" y="56"/>
                    <a:pt x="47" y="56"/>
                  </a:cubicBezTo>
                  <a:cubicBezTo>
                    <a:pt x="48" y="56"/>
                    <a:pt x="50" y="55"/>
                    <a:pt x="50" y="53"/>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594" name="Google Shape;594;p14"/>
            <p:cNvSpPr/>
            <p:nvPr/>
          </p:nvSpPr>
          <p:spPr>
            <a:xfrm>
              <a:off x="3361404" y="1664359"/>
              <a:ext cx="536699" cy="164951"/>
            </a:xfrm>
            <a:custGeom>
              <a:rect b="b" l="l" r="r" t="t"/>
              <a:pathLst>
                <a:path extrusionOk="0" h="42" w="141">
                  <a:moveTo>
                    <a:pt x="80" y="2"/>
                  </a:moveTo>
                  <a:cubicBezTo>
                    <a:pt x="86" y="3"/>
                    <a:pt x="92" y="4"/>
                    <a:pt x="98" y="5"/>
                  </a:cubicBezTo>
                  <a:cubicBezTo>
                    <a:pt x="107" y="8"/>
                    <a:pt x="117" y="12"/>
                    <a:pt x="125" y="17"/>
                  </a:cubicBezTo>
                  <a:cubicBezTo>
                    <a:pt x="130" y="20"/>
                    <a:pt x="132" y="22"/>
                    <a:pt x="136" y="25"/>
                  </a:cubicBezTo>
                  <a:cubicBezTo>
                    <a:pt x="141" y="30"/>
                    <a:pt x="139" y="33"/>
                    <a:pt x="134" y="37"/>
                  </a:cubicBezTo>
                  <a:cubicBezTo>
                    <a:pt x="131" y="40"/>
                    <a:pt x="126" y="41"/>
                    <a:pt x="122" y="38"/>
                  </a:cubicBezTo>
                  <a:cubicBezTo>
                    <a:pt x="102" y="22"/>
                    <a:pt x="75" y="16"/>
                    <a:pt x="50" y="23"/>
                  </a:cubicBezTo>
                  <a:cubicBezTo>
                    <a:pt x="43" y="24"/>
                    <a:pt x="35" y="27"/>
                    <a:pt x="29" y="31"/>
                  </a:cubicBezTo>
                  <a:cubicBezTo>
                    <a:pt x="24" y="34"/>
                    <a:pt x="21" y="37"/>
                    <a:pt x="17" y="40"/>
                  </a:cubicBezTo>
                  <a:cubicBezTo>
                    <a:pt x="14" y="42"/>
                    <a:pt x="9" y="42"/>
                    <a:pt x="6" y="39"/>
                  </a:cubicBezTo>
                  <a:cubicBezTo>
                    <a:pt x="5" y="38"/>
                    <a:pt x="4" y="36"/>
                    <a:pt x="2" y="35"/>
                  </a:cubicBezTo>
                  <a:cubicBezTo>
                    <a:pt x="0" y="32"/>
                    <a:pt x="1" y="28"/>
                    <a:pt x="3" y="26"/>
                  </a:cubicBezTo>
                  <a:cubicBezTo>
                    <a:pt x="3" y="26"/>
                    <a:pt x="3" y="26"/>
                    <a:pt x="3" y="26"/>
                  </a:cubicBezTo>
                  <a:cubicBezTo>
                    <a:pt x="24" y="7"/>
                    <a:pt x="52" y="0"/>
                    <a:pt x="80" y="2"/>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595" name="Google Shape;595;p14"/>
            <p:cNvSpPr/>
            <p:nvPr/>
          </p:nvSpPr>
          <p:spPr>
            <a:xfrm>
              <a:off x="3551212" y="1923954"/>
              <a:ext cx="157083" cy="152782"/>
            </a:xfrm>
            <a:custGeom>
              <a:rect b="b" l="l" r="r" t="t"/>
              <a:pathLst>
                <a:path extrusionOk="0" h="39" w="41">
                  <a:moveTo>
                    <a:pt x="18" y="39"/>
                  </a:moveTo>
                  <a:cubicBezTo>
                    <a:pt x="12" y="38"/>
                    <a:pt x="7" y="35"/>
                    <a:pt x="4" y="29"/>
                  </a:cubicBezTo>
                  <a:cubicBezTo>
                    <a:pt x="0" y="19"/>
                    <a:pt x="4" y="8"/>
                    <a:pt x="14" y="4"/>
                  </a:cubicBezTo>
                  <a:cubicBezTo>
                    <a:pt x="24" y="0"/>
                    <a:pt x="35" y="6"/>
                    <a:pt x="38" y="16"/>
                  </a:cubicBezTo>
                  <a:cubicBezTo>
                    <a:pt x="41" y="24"/>
                    <a:pt x="36" y="33"/>
                    <a:pt x="29" y="37"/>
                  </a:cubicBezTo>
                  <a:cubicBezTo>
                    <a:pt x="25" y="39"/>
                    <a:pt x="22" y="39"/>
                    <a:pt x="18" y="39"/>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596" name="Google Shape;596;p14"/>
            <p:cNvSpPr/>
            <p:nvPr/>
          </p:nvSpPr>
          <p:spPr>
            <a:xfrm>
              <a:off x="3433400" y="1790100"/>
              <a:ext cx="392706" cy="133853"/>
            </a:xfrm>
            <a:custGeom>
              <a:rect b="b" l="l" r="r" t="t"/>
              <a:pathLst>
                <a:path extrusionOk="0" h="34" w="103">
                  <a:moveTo>
                    <a:pt x="52" y="0"/>
                  </a:moveTo>
                  <a:cubicBezTo>
                    <a:pt x="70" y="1"/>
                    <a:pt x="85" y="5"/>
                    <a:pt x="99" y="17"/>
                  </a:cubicBezTo>
                  <a:cubicBezTo>
                    <a:pt x="101" y="19"/>
                    <a:pt x="103" y="21"/>
                    <a:pt x="101" y="23"/>
                  </a:cubicBezTo>
                  <a:cubicBezTo>
                    <a:pt x="97" y="28"/>
                    <a:pt x="96" y="29"/>
                    <a:pt x="93" y="32"/>
                  </a:cubicBezTo>
                  <a:cubicBezTo>
                    <a:pt x="89" y="34"/>
                    <a:pt x="85" y="31"/>
                    <a:pt x="84" y="30"/>
                  </a:cubicBezTo>
                  <a:cubicBezTo>
                    <a:pt x="72" y="20"/>
                    <a:pt x="62" y="17"/>
                    <a:pt x="46" y="19"/>
                  </a:cubicBezTo>
                  <a:cubicBezTo>
                    <a:pt x="35" y="20"/>
                    <a:pt x="25" y="24"/>
                    <a:pt x="16" y="31"/>
                  </a:cubicBezTo>
                  <a:cubicBezTo>
                    <a:pt x="14" y="33"/>
                    <a:pt x="11" y="33"/>
                    <a:pt x="9" y="31"/>
                  </a:cubicBezTo>
                  <a:cubicBezTo>
                    <a:pt x="7" y="28"/>
                    <a:pt x="5" y="27"/>
                    <a:pt x="3" y="25"/>
                  </a:cubicBezTo>
                  <a:cubicBezTo>
                    <a:pt x="1" y="23"/>
                    <a:pt x="0" y="21"/>
                    <a:pt x="3" y="19"/>
                  </a:cubicBezTo>
                  <a:cubicBezTo>
                    <a:pt x="17" y="6"/>
                    <a:pt x="32" y="1"/>
                    <a:pt x="52" y="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597" name="Google Shape;597;p14"/>
            <p:cNvSpPr/>
            <p:nvPr/>
          </p:nvSpPr>
          <p:spPr>
            <a:xfrm>
              <a:off x="3932137" y="3336853"/>
              <a:ext cx="155773" cy="156839"/>
            </a:xfrm>
            <a:custGeom>
              <a:rect b="b" l="l" r="r" t="t"/>
              <a:pathLst>
                <a:path extrusionOk="0" h="40" w="41">
                  <a:moveTo>
                    <a:pt x="0" y="20"/>
                  </a:moveTo>
                  <a:cubicBezTo>
                    <a:pt x="0" y="9"/>
                    <a:pt x="12" y="0"/>
                    <a:pt x="22" y="0"/>
                  </a:cubicBezTo>
                  <a:cubicBezTo>
                    <a:pt x="32" y="0"/>
                    <a:pt x="41" y="9"/>
                    <a:pt x="41" y="19"/>
                  </a:cubicBezTo>
                  <a:cubicBezTo>
                    <a:pt x="41" y="29"/>
                    <a:pt x="31" y="40"/>
                    <a:pt x="21" y="40"/>
                  </a:cubicBezTo>
                  <a:cubicBezTo>
                    <a:pt x="11" y="40"/>
                    <a:pt x="0" y="30"/>
                    <a:pt x="0" y="2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598" name="Google Shape;598;p14"/>
            <p:cNvSpPr/>
            <p:nvPr/>
          </p:nvSpPr>
          <p:spPr>
            <a:xfrm>
              <a:off x="4141580" y="3143509"/>
              <a:ext cx="151846" cy="158190"/>
            </a:xfrm>
            <a:custGeom>
              <a:rect b="b" l="l" r="r" t="t"/>
              <a:pathLst>
                <a:path extrusionOk="0" h="40" w="40">
                  <a:moveTo>
                    <a:pt x="1" y="18"/>
                  </a:moveTo>
                  <a:cubicBezTo>
                    <a:pt x="3" y="8"/>
                    <a:pt x="12" y="0"/>
                    <a:pt x="22" y="1"/>
                  </a:cubicBezTo>
                  <a:cubicBezTo>
                    <a:pt x="33" y="2"/>
                    <a:pt x="40" y="11"/>
                    <a:pt x="39" y="22"/>
                  </a:cubicBezTo>
                  <a:cubicBezTo>
                    <a:pt x="38" y="32"/>
                    <a:pt x="29" y="40"/>
                    <a:pt x="19" y="39"/>
                  </a:cubicBezTo>
                  <a:cubicBezTo>
                    <a:pt x="8" y="38"/>
                    <a:pt x="0" y="29"/>
                    <a:pt x="1" y="18"/>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cxnSp>
          <p:nvCxnSpPr>
            <p:cNvPr id="599" name="Google Shape;599;p14"/>
            <p:cNvCxnSpPr/>
            <p:nvPr/>
          </p:nvCxnSpPr>
          <p:spPr>
            <a:xfrm flipH="1">
              <a:off x="4080057" y="3293587"/>
              <a:ext cx="107340" cy="89236"/>
            </a:xfrm>
            <a:prstGeom prst="straightConnector1">
              <a:avLst/>
            </a:prstGeom>
            <a:solidFill>
              <a:schemeClr val="lt1"/>
            </a:solidFill>
            <a:ln cap="flat" cmpd="sng" w="9525">
              <a:solidFill>
                <a:schemeClr val="lt1"/>
              </a:solidFill>
              <a:prstDash val="solid"/>
              <a:miter lim="800000"/>
              <a:headEnd len="sm" w="sm" type="none"/>
              <a:tailEnd len="sm" w="sm" type="none"/>
            </a:ln>
          </p:spPr>
        </p:cxnSp>
        <p:cxnSp>
          <p:nvCxnSpPr>
            <p:cNvPr id="600" name="Google Shape;600;p14"/>
            <p:cNvCxnSpPr/>
            <p:nvPr/>
          </p:nvCxnSpPr>
          <p:spPr>
            <a:xfrm flipH="1" rot="10800000">
              <a:off x="4034241" y="3242209"/>
              <a:ext cx="115194" cy="94644"/>
            </a:xfrm>
            <a:prstGeom prst="straightConnector1">
              <a:avLst/>
            </a:prstGeom>
            <a:solidFill>
              <a:schemeClr val="lt1"/>
            </a:solidFill>
            <a:ln cap="flat" cmpd="sng" w="9525">
              <a:solidFill>
                <a:schemeClr val="lt1"/>
              </a:solidFill>
              <a:prstDash val="solid"/>
              <a:miter lim="800000"/>
              <a:headEnd len="sm" w="sm" type="none"/>
              <a:tailEnd len="sm" w="sm" type="none"/>
            </a:ln>
          </p:spPr>
        </p:cxnSp>
        <p:sp>
          <p:nvSpPr>
            <p:cNvPr id="601" name="Google Shape;601;p14"/>
            <p:cNvSpPr/>
            <p:nvPr/>
          </p:nvSpPr>
          <p:spPr>
            <a:xfrm>
              <a:off x="4141580" y="3512620"/>
              <a:ext cx="163627" cy="164951"/>
            </a:xfrm>
            <a:custGeom>
              <a:rect b="b" l="l" r="r" t="t"/>
              <a:pathLst>
                <a:path extrusionOk="0" h="42" w="43">
                  <a:moveTo>
                    <a:pt x="1" y="22"/>
                  </a:moveTo>
                  <a:cubicBezTo>
                    <a:pt x="3" y="32"/>
                    <a:pt x="13" y="42"/>
                    <a:pt x="24" y="41"/>
                  </a:cubicBezTo>
                  <a:cubicBezTo>
                    <a:pt x="34" y="40"/>
                    <a:pt x="43" y="29"/>
                    <a:pt x="42" y="19"/>
                  </a:cubicBezTo>
                  <a:cubicBezTo>
                    <a:pt x="41" y="8"/>
                    <a:pt x="29" y="0"/>
                    <a:pt x="19" y="1"/>
                  </a:cubicBezTo>
                  <a:cubicBezTo>
                    <a:pt x="8" y="2"/>
                    <a:pt x="0" y="11"/>
                    <a:pt x="1" y="22"/>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cxnSp>
          <p:nvCxnSpPr>
            <p:cNvPr id="602" name="Google Shape;602;p14"/>
            <p:cNvCxnSpPr/>
            <p:nvPr/>
          </p:nvCxnSpPr>
          <p:spPr>
            <a:xfrm rot="10800000">
              <a:off x="4083983" y="3430145"/>
              <a:ext cx="107340" cy="90587"/>
            </a:xfrm>
            <a:prstGeom prst="straightConnector1">
              <a:avLst/>
            </a:prstGeom>
            <a:solidFill>
              <a:schemeClr val="lt1"/>
            </a:solidFill>
            <a:ln cap="flat" cmpd="sng" w="9525">
              <a:solidFill>
                <a:schemeClr val="lt1"/>
              </a:solidFill>
              <a:prstDash val="solid"/>
              <a:miter lim="800000"/>
              <a:headEnd len="sm" w="sm" type="none"/>
              <a:tailEnd len="sm" w="sm" type="none"/>
            </a:ln>
          </p:spPr>
        </p:cxnSp>
        <p:cxnSp>
          <p:nvCxnSpPr>
            <p:cNvPr id="603" name="Google Shape;603;p14"/>
            <p:cNvCxnSpPr/>
            <p:nvPr/>
          </p:nvCxnSpPr>
          <p:spPr>
            <a:xfrm>
              <a:off x="4042095" y="3481523"/>
              <a:ext cx="99486" cy="86532"/>
            </a:xfrm>
            <a:prstGeom prst="straightConnector1">
              <a:avLst/>
            </a:prstGeom>
            <a:solidFill>
              <a:schemeClr val="lt1"/>
            </a:solidFill>
            <a:ln cap="flat" cmpd="sng" w="9525">
              <a:solidFill>
                <a:schemeClr val="lt1"/>
              </a:solidFill>
              <a:prstDash val="solid"/>
              <a:miter lim="800000"/>
              <a:headEnd len="sm" w="sm" type="none"/>
              <a:tailEnd len="sm" w="sm" type="none"/>
            </a:ln>
          </p:spPr>
        </p:cxnSp>
        <p:sp>
          <p:nvSpPr>
            <p:cNvPr id="604" name="Google Shape;604;p14"/>
            <p:cNvSpPr/>
            <p:nvPr/>
          </p:nvSpPr>
          <p:spPr>
            <a:xfrm>
              <a:off x="2041911" y="1546729"/>
              <a:ext cx="277512" cy="459699"/>
            </a:xfrm>
            <a:custGeom>
              <a:rect b="b" l="l" r="r" t="t"/>
              <a:pathLst>
                <a:path extrusionOk="0" h="117" w="73">
                  <a:moveTo>
                    <a:pt x="49" y="45"/>
                  </a:moveTo>
                  <a:cubicBezTo>
                    <a:pt x="52" y="42"/>
                    <a:pt x="55" y="40"/>
                    <a:pt x="57" y="36"/>
                  </a:cubicBezTo>
                  <a:cubicBezTo>
                    <a:pt x="59" y="33"/>
                    <a:pt x="61" y="28"/>
                    <a:pt x="61" y="24"/>
                  </a:cubicBezTo>
                  <a:cubicBezTo>
                    <a:pt x="61" y="11"/>
                    <a:pt x="50" y="0"/>
                    <a:pt x="37" y="0"/>
                  </a:cubicBezTo>
                  <a:cubicBezTo>
                    <a:pt x="24" y="0"/>
                    <a:pt x="13" y="11"/>
                    <a:pt x="13" y="24"/>
                  </a:cubicBezTo>
                  <a:cubicBezTo>
                    <a:pt x="13" y="29"/>
                    <a:pt x="15" y="35"/>
                    <a:pt x="18" y="39"/>
                  </a:cubicBezTo>
                  <a:cubicBezTo>
                    <a:pt x="20" y="41"/>
                    <a:pt x="22" y="43"/>
                    <a:pt x="24" y="44"/>
                  </a:cubicBezTo>
                  <a:cubicBezTo>
                    <a:pt x="27" y="46"/>
                    <a:pt x="29" y="46"/>
                    <a:pt x="30" y="49"/>
                  </a:cubicBezTo>
                  <a:cubicBezTo>
                    <a:pt x="31" y="51"/>
                    <a:pt x="31" y="52"/>
                    <a:pt x="30" y="54"/>
                  </a:cubicBezTo>
                  <a:cubicBezTo>
                    <a:pt x="30" y="56"/>
                    <a:pt x="30" y="57"/>
                    <a:pt x="28" y="58"/>
                  </a:cubicBezTo>
                  <a:cubicBezTo>
                    <a:pt x="27" y="59"/>
                    <a:pt x="26" y="60"/>
                    <a:pt x="25" y="60"/>
                  </a:cubicBezTo>
                  <a:cubicBezTo>
                    <a:pt x="22" y="60"/>
                    <a:pt x="12" y="59"/>
                    <a:pt x="10" y="60"/>
                  </a:cubicBezTo>
                  <a:cubicBezTo>
                    <a:pt x="8" y="61"/>
                    <a:pt x="6" y="62"/>
                    <a:pt x="5" y="63"/>
                  </a:cubicBezTo>
                  <a:cubicBezTo>
                    <a:pt x="2" y="66"/>
                    <a:pt x="0" y="70"/>
                    <a:pt x="0" y="74"/>
                  </a:cubicBezTo>
                  <a:cubicBezTo>
                    <a:pt x="0" y="74"/>
                    <a:pt x="0" y="107"/>
                    <a:pt x="0" y="107"/>
                  </a:cubicBezTo>
                  <a:cubicBezTo>
                    <a:pt x="0" y="113"/>
                    <a:pt x="4" y="117"/>
                    <a:pt x="9" y="117"/>
                  </a:cubicBezTo>
                  <a:cubicBezTo>
                    <a:pt x="56" y="117"/>
                    <a:pt x="56" y="117"/>
                    <a:pt x="56" y="117"/>
                  </a:cubicBezTo>
                  <a:cubicBezTo>
                    <a:pt x="71" y="117"/>
                    <a:pt x="73" y="110"/>
                    <a:pt x="73" y="105"/>
                  </a:cubicBezTo>
                  <a:cubicBezTo>
                    <a:pt x="73" y="105"/>
                    <a:pt x="73" y="74"/>
                    <a:pt x="73" y="74"/>
                  </a:cubicBezTo>
                  <a:cubicBezTo>
                    <a:pt x="73" y="70"/>
                    <a:pt x="71" y="66"/>
                    <a:pt x="68" y="63"/>
                  </a:cubicBezTo>
                  <a:cubicBezTo>
                    <a:pt x="66" y="61"/>
                    <a:pt x="64" y="60"/>
                    <a:pt x="62" y="60"/>
                  </a:cubicBezTo>
                  <a:cubicBezTo>
                    <a:pt x="57" y="59"/>
                    <a:pt x="53" y="60"/>
                    <a:pt x="48" y="60"/>
                  </a:cubicBezTo>
                  <a:cubicBezTo>
                    <a:pt x="47" y="60"/>
                    <a:pt x="45" y="59"/>
                    <a:pt x="45" y="58"/>
                  </a:cubicBezTo>
                  <a:cubicBezTo>
                    <a:pt x="44" y="57"/>
                    <a:pt x="44" y="56"/>
                    <a:pt x="43" y="55"/>
                  </a:cubicBezTo>
                  <a:cubicBezTo>
                    <a:pt x="43" y="50"/>
                    <a:pt x="46" y="47"/>
                    <a:pt x="49" y="45"/>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05" name="Google Shape;605;p14"/>
            <p:cNvSpPr/>
            <p:nvPr/>
          </p:nvSpPr>
          <p:spPr>
            <a:xfrm>
              <a:off x="2319424" y="1617036"/>
              <a:ext cx="201589" cy="381280"/>
            </a:xfrm>
            <a:custGeom>
              <a:rect b="b" l="l" r="r" t="t"/>
              <a:pathLst>
                <a:path extrusionOk="0" h="97" w="53">
                  <a:moveTo>
                    <a:pt x="0" y="96"/>
                  </a:moveTo>
                  <a:cubicBezTo>
                    <a:pt x="38" y="96"/>
                    <a:pt x="38" y="96"/>
                    <a:pt x="38" y="96"/>
                  </a:cubicBezTo>
                  <a:cubicBezTo>
                    <a:pt x="51" y="97"/>
                    <a:pt x="53" y="91"/>
                    <a:pt x="53" y="87"/>
                  </a:cubicBezTo>
                  <a:cubicBezTo>
                    <a:pt x="53" y="87"/>
                    <a:pt x="53" y="61"/>
                    <a:pt x="53" y="61"/>
                  </a:cubicBezTo>
                  <a:cubicBezTo>
                    <a:pt x="53" y="57"/>
                    <a:pt x="51" y="54"/>
                    <a:pt x="49" y="52"/>
                  </a:cubicBezTo>
                  <a:cubicBezTo>
                    <a:pt x="47" y="51"/>
                    <a:pt x="45" y="50"/>
                    <a:pt x="43" y="49"/>
                  </a:cubicBezTo>
                  <a:cubicBezTo>
                    <a:pt x="40" y="49"/>
                    <a:pt x="36" y="50"/>
                    <a:pt x="32" y="49"/>
                  </a:cubicBezTo>
                  <a:cubicBezTo>
                    <a:pt x="31" y="49"/>
                    <a:pt x="30" y="49"/>
                    <a:pt x="29" y="48"/>
                  </a:cubicBezTo>
                  <a:cubicBezTo>
                    <a:pt x="29" y="47"/>
                    <a:pt x="28" y="46"/>
                    <a:pt x="28" y="45"/>
                  </a:cubicBezTo>
                  <a:cubicBezTo>
                    <a:pt x="28" y="41"/>
                    <a:pt x="30" y="39"/>
                    <a:pt x="33" y="37"/>
                  </a:cubicBezTo>
                  <a:cubicBezTo>
                    <a:pt x="36" y="35"/>
                    <a:pt x="38" y="32"/>
                    <a:pt x="40" y="30"/>
                  </a:cubicBezTo>
                  <a:cubicBezTo>
                    <a:pt x="42" y="27"/>
                    <a:pt x="43" y="23"/>
                    <a:pt x="43" y="19"/>
                  </a:cubicBezTo>
                  <a:cubicBezTo>
                    <a:pt x="43" y="8"/>
                    <a:pt x="34" y="0"/>
                    <a:pt x="23" y="0"/>
                  </a:cubicBezTo>
                  <a:cubicBezTo>
                    <a:pt x="12" y="0"/>
                    <a:pt x="3" y="8"/>
                    <a:pt x="3" y="19"/>
                  </a:cubicBezTo>
                  <a:cubicBezTo>
                    <a:pt x="3" y="24"/>
                    <a:pt x="5" y="29"/>
                    <a:pt x="7" y="32"/>
                  </a:cubicBezTo>
                  <a:cubicBezTo>
                    <a:pt x="9" y="34"/>
                    <a:pt x="11" y="35"/>
                    <a:pt x="12" y="36"/>
                  </a:cubicBezTo>
                  <a:cubicBezTo>
                    <a:pt x="14" y="38"/>
                    <a:pt x="16" y="38"/>
                    <a:pt x="17" y="40"/>
                  </a:cubicBezTo>
                  <a:cubicBezTo>
                    <a:pt x="18" y="42"/>
                    <a:pt x="18" y="43"/>
                    <a:pt x="18" y="44"/>
                  </a:cubicBezTo>
                  <a:cubicBezTo>
                    <a:pt x="17" y="46"/>
                    <a:pt x="17" y="47"/>
                    <a:pt x="16" y="48"/>
                  </a:cubicBezTo>
                  <a:cubicBezTo>
                    <a:pt x="15" y="49"/>
                    <a:pt x="14" y="49"/>
                    <a:pt x="13" y="49"/>
                  </a:cubicBezTo>
                  <a:cubicBezTo>
                    <a:pt x="11" y="49"/>
                    <a:pt x="2" y="49"/>
                    <a:pt x="0" y="5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06" name="Google Shape;606;p14"/>
            <p:cNvSpPr/>
            <p:nvPr/>
          </p:nvSpPr>
          <p:spPr>
            <a:xfrm>
              <a:off x="3437327" y="2276840"/>
              <a:ext cx="270967" cy="259595"/>
            </a:xfrm>
            <a:custGeom>
              <a:rect b="b" l="l" r="r" t="t"/>
              <a:pathLst>
                <a:path extrusionOk="0" h="66" w="71">
                  <a:moveTo>
                    <a:pt x="39" y="2"/>
                  </a:moveTo>
                  <a:cubicBezTo>
                    <a:pt x="64" y="25"/>
                    <a:pt x="64" y="25"/>
                    <a:pt x="64" y="25"/>
                  </a:cubicBezTo>
                  <a:cubicBezTo>
                    <a:pt x="69" y="29"/>
                    <a:pt x="71" y="35"/>
                    <a:pt x="71" y="42"/>
                  </a:cubicBezTo>
                  <a:cubicBezTo>
                    <a:pt x="71" y="55"/>
                    <a:pt x="60" y="66"/>
                    <a:pt x="47" y="66"/>
                  </a:cubicBezTo>
                  <a:cubicBezTo>
                    <a:pt x="40" y="66"/>
                    <a:pt x="34" y="64"/>
                    <a:pt x="30" y="59"/>
                  </a:cubicBezTo>
                  <a:cubicBezTo>
                    <a:pt x="8" y="37"/>
                    <a:pt x="8" y="37"/>
                    <a:pt x="8" y="37"/>
                  </a:cubicBezTo>
                  <a:cubicBezTo>
                    <a:pt x="3" y="32"/>
                    <a:pt x="0" y="26"/>
                    <a:pt x="0" y="20"/>
                  </a:cubicBezTo>
                  <a:cubicBezTo>
                    <a:pt x="0" y="15"/>
                    <a:pt x="2" y="11"/>
                    <a:pt x="4" y="7"/>
                  </a:cubicBezTo>
                  <a:cubicBezTo>
                    <a:pt x="5" y="5"/>
                    <a:pt x="6" y="4"/>
                    <a:pt x="8" y="3"/>
                  </a:cubicBezTo>
                  <a:cubicBezTo>
                    <a:pt x="9" y="1"/>
                    <a:pt x="11" y="0"/>
                    <a:pt x="13" y="0"/>
                  </a:cubicBezTo>
                  <a:cubicBezTo>
                    <a:pt x="15" y="1"/>
                    <a:pt x="16" y="1"/>
                    <a:pt x="17" y="3"/>
                  </a:cubicBezTo>
                  <a:cubicBezTo>
                    <a:pt x="20" y="5"/>
                    <a:pt x="20" y="10"/>
                    <a:pt x="17" y="12"/>
                  </a:cubicBezTo>
                  <a:cubicBezTo>
                    <a:pt x="13" y="16"/>
                    <a:pt x="13" y="23"/>
                    <a:pt x="17" y="27"/>
                  </a:cubicBezTo>
                  <a:cubicBezTo>
                    <a:pt x="40" y="49"/>
                    <a:pt x="40" y="49"/>
                    <a:pt x="40" y="49"/>
                  </a:cubicBezTo>
                  <a:cubicBezTo>
                    <a:pt x="44" y="53"/>
                    <a:pt x="50" y="53"/>
                    <a:pt x="54" y="49"/>
                  </a:cubicBezTo>
                  <a:cubicBezTo>
                    <a:pt x="58" y="45"/>
                    <a:pt x="58" y="39"/>
                    <a:pt x="54" y="35"/>
                  </a:cubicBezTo>
                  <a:cubicBezTo>
                    <a:pt x="54" y="35"/>
                    <a:pt x="54" y="35"/>
                    <a:pt x="54" y="35"/>
                  </a:cubicBezTo>
                  <a:cubicBezTo>
                    <a:pt x="36" y="17"/>
                    <a:pt x="36" y="17"/>
                    <a:pt x="36" y="17"/>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07" name="Google Shape;607;p14"/>
            <p:cNvSpPr/>
            <p:nvPr/>
          </p:nvSpPr>
          <p:spPr>
            <a:xfrm>
              <a:off x="3301189" y="2115946"/>
              <a:ext cx="281439" cy="274467"/>
            </a:xfrm>
            <a:custGeom>
              <a:rect b="b" l="l" r="r" t="t"/>
              <a:pathLst>
                <a:path extrusionOk="0" h="70" w="74">
                  <a:moveTo>
                    <a:pt x="38" y="70"/>
                  </a:moveTo>
                  <a:cubicBezTo>
                    <a:pt x="10" y="44"/>
                    <a:pt x="10" y="44"/>
                    <a:pt x="10" y="44"/>
                  </a:cubicBezTo>
                  <a:cubicBezTo>
                    <a:pt x="0" y="35"/>
                    <a:pt x="0" y="19"/>
                    <a:pt x="10" y="10"/>
                  </a:cubicBezTo>
                  <a:cubicBezTo>
                    <a:pt x="19" y="0"/>
                    <a:pt x="35" y="0"/>
                    <a:pt x="44" y="10"/>
                  </a:cubicBezTo>
                  <a:cubicBezTo>
                    <a:pt x="49" y="15"/>
                    <a:pt x="54" y="20"/>
                    <a:pt x="60" y="25"/>
                  </a:cubicBezTo>
                  <a:cubicBezTo>
                    <a:pt x="66" y="32"/>
                    <a:pt x="73" y="38"/>
                    <a:pt x="74" y="48"/>
                  </a:cubicBezTo>
                  <a:cubicBezTo>
                    <a:pt x="74" y="55"/>
                    <a:pt x="71" y="62"/>
                    <a:pt x="67" y="67"/>
                  </a:cubicBezTo>
                  <a:cubicBezTo>
                    <a:pt x="65" y="68"/>
                    <a:pt x="63" y="69"/>
                    <a:pt x="61" y="69"/>
                  </a:cubicBezTo>
                  <a:cubicBezTo>
                    <a:pt x="60" y="68"/>
                    <a:pt x="58" y="68"/>
                    <a:pt x="57" y="67"/>
                  </a:cubicBezTo>
                  <a:cubicBezTo>
                    <a:pt x="54" y="64"/>
                    <a:pt x="54" y="60"/>
                    <a:pt x="57" y="57"/>
                  </a:cubicBezTo>
                  <a:cubicBezTo>
                    <a:pt x="61" y="53"/>
                    <a:pt x="61" y="46"/>
                    <a:pt x="57" y="42"/>
                  </a:cubicBezTo>
                  <a:cubicBezTo>
                    <a:pt x="51" y="36"/>
                    <a:pt x="51" y="36"/>
                    <a:pt x="51" y="36"/>
                  </a:cubicBezTo>
                  <a:cubicBezTo>
                    <a:pt x="51" y="36"/>
                    <a:pt x="51" y="36"/>
                    <a:pt x="51" y="36"/>
                  </a:cubicBezTo>
                  <a:cubicBezTo>
                    <a:pt x="35" y="20"/>
                    <a:pt x="35" y="20"/>
                    <a:pt x="35" y="20"/>
                  </a:cubicBezTo>
                  <a:cubicBezTo>
                    <a:pt x="31" y="16"/>
                    <a:pt x="24" y="16"/>
                    <a:pt x="20" y="20"/>
                  </a:cubicBezTo>
                  <a:cubicBezTo>
                    <a:pt x="16" y="24"/>
                    <a:pt x="16" y="31"/>
                    <a:pt x="20" y="35"/>
                  </a:cubicBezTo>
                  <a:cubicBezTo>
                    <a:pt x="37" y="51"/>
                    <a:pt x="37" y="51"/>
                    <a:pt x="37" y="5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08" name="Google Shape;608;p14"/>
            <p:cNvSpPr/>
            <p:nvPr/>
          </p:nvSpPr>
          <p:spPr>
            <a:xfrm>
              <a:off x="3387584" y="4102117"/>
              <a:ext cx="233006" cy="250130"/>
            </a:xfrm>
            <a:custGeom>
              <a:rect b="b" l="l" r="r" t="t"/>
              <a:pathLst>
                <a:path extrusionOk="0" h="64" w="61">
                  <a:moveTo>
                    <a:pt x="0" y="56"/>
                  </a:moveTo>
                  <a:cubicBezTo>
                    <a:pt x="0" y="7"/>
                    <a:pt x="0" y="7"/>
                    <a:pt x="0" y="7"/>
                  </a:cubicBezTo>
                  <a:cubicBezTo>
                    <a:pt x="0" y="3"/>
                    <a:pt x="5" y="0"/>
                    <a:pt x="9" y="2"/>
                  </a:cubicBezTo>
                  <a:cubicBezTo>
                    <a:pt x="16" y="5"/>
                    <a:pt x="23" y="9"/>
                    <a:pt x="30" y="13"/>
                  </a:cubicBezTo>
                  <a:cubicBezTo>
                    <a:pt x="39" y="17"/>
                    <a:pt x="48" y="22"/>
                    <a:pt x="58" y="26"/>
                  </a:cubicBezTo>
                  <a:cubicBezTo>
                    <a:pt x="60" y="27"/>
                    <a:pt x="61" y="29"/>
                    <a:pt x="61" y="32"/>
                  </a:cubicBezTo>
                  <a:cubicBezTo>
                    <a:pt x="61" y="34"/>
                    <a:pt x="60" y="36"/>
                    <a:pt x="58" y="37"/>
                  </a:cubicBezTo>
                  <a:cubicBezTo>
                    <a:pt x="9" y="61"/>
                    <a:pt x="9" y="61"/>
                    <a:pt x="9" y="61"/>
                  </a:cubicBezTo>
                  <a:cubicBezTo>
                    <a:pt x="5" y="64"/>
                    <a:pt x="0" y="60"/>
                    <a:pt x="0" y="56"/>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09" name="Google Shape;609;p14"/>
            <p:cNvSpPr/>
            <p:nvPr/>
          </p:nvSpPr>
          <p:spPr>
            <a:xfrm>
              <a:off x="3259300" y="3999361"/>
              <a:ext cx="441140" cy="447530"/>
            </a:xfrm>
            <a:custGeom>
              <a:rect b="b" l="l" r="r" t="t"/>
              <a:pathLst>
                <a:path extrusionOk="0" h="114" w="116">
                  <a:moveTo>
                    <a:pt x="59" y="0"/>
                  </a:moveTo>
                  <a:cubicBezTo>
                    <a:pt x="59" y="0"/>
                    <a:pt x="60" y="0"/>
                    <a:pt x="62" y="0"/>
                  </a:cubicBezTo>
                  <a:cubicBezTo>
                    <a:pt x="64" y="0"/>
                    <a:pt x="65" y="0"/>
                    <a:pt x="67" y="1"/>
                  </a:cubicBezTo>
                  <a:cubicBezTo>
                    <a:pt x="69" y="1"/>
                    <a:pt x="71" y="1"/>
                    <a:pt x="74" y="2"/>
                  </a:cubicBezTo>
                  <a:cubicBezTo>
                    <a:pt x="78" y="3"/>
                    <a:pt x="84" y="5"/>
                    <a:pt x="90" y="9"/>
                  </a:cubicBezTo>
                  <a:cubicBezTo>
                    <a:pt x="95" y="13"/>
                    <a:pt x="101" y="18"/>
                    <a:pt x="106" y="25"/>
                  </a:cubicBezTo>
                  <a:cubicBezTo>
                    <a:pt x="111" y="32"/>
                    <a:pt x="114" y="40"/>
                    <a:pt x="115" y="50"/>
                  </a:cubicBezTo>
                  <a:cubicBezTo>
                    <a:pt x="116" y="52"/>
                    <a:pt x="116" y="55"/>
                    <a:pt x="116" y="57"/>
                  </a:cubicBezTo>
                  <a:cubicBezTo>
                    <a:pt x="116" y="60"/>
                    <a:pt x="116" y="62"/>
                    <a:pt x="115" y="65"/>
                  </a:cubicBezTo>
                  <a:cubicBezTo>
                    <a:pt x="115" y="70"/>
                    <a:pt x="113" y="75"/>
                    <a:pt x="111" y="80"/>
                  </a:cubicBezTo>
                  <a:cubicBezTo>
                    <a:pt x="109" y="84"/>
                    <a:pt x="106" y="89"/>
                    <a:pt x="103" y="93"/>
                  </a:cubicBezTo>
                  <a:cubicBezTo>
                    <a:pt x="99" y="97"/>
                    <a:pt x="95" y="101"/>
                    <a:pt x="91" y="104"/>
                  </a:cubicBezTo>
                  <a:cubicBezTo>
                    <a:pt x="86" y="107"/>
                    <a:pt x="81" y="110"/>
                    <a:pt x="76" y="112"/>
                  </a:cubicBezTo>
                  <a:cubicBezTo>
                    <a:pt x="70" y="113"/>
                    <a:pt x="65" y="114"/>
                    <a:pt x="59" y="114"/>
                  </a:cubicBezTo>
                  <a:cubicBezTo>
                    <a:pt x="57" y="114"/>
                    <a:pt x="56" y="114"/>
                    <a:pt x="55" y="114"/>
                  </a:cubicBezTo>
                  <a:cubicBezTo>
                    <a:pt x="53" y="114"/>
                    <a:pt x="52" y="114"/>
                    <a:pt x="51" y="114"/>
                  </a:cubicBezTo>
                  <a:cubicBezTo>
                    <a:pt x="46" y="113"/>
                    <a:pt x="46" y="113"/>
                    <a:pt x="46" y="113"/>
                  </a:cubicBezTo>
                  <a:cubicBezTo>
                    <a:pt x="45" y="112"/>
                    <a:pt x="44" y="112"/>
                    <a:pt x="42" y="112"/>
                  </a:cubicBezTo>
                  <a:cubicBezTo>
                    <a:pt x="37" y="110"/>
                    <a:pt x="32" y="108"/>
                    <a:pt x="27" y="104"/>
                  </a:cubicBezTo>
                  <a:cubicBezTo>
                    <a:pt x="25" y="103"/>
                    <a:pt x="23" y="101"/>
                    <a:pt x="21" y="99"/>
                  </a:cubicBezTo>
                  <a:cubicBezTo>
                    <a:pt x="19" y="97"/>
                    <a:pt x="17" y="95"/>
                    <a:pt x="15" y="93"/>
                  </a:cubicBezTo>
                  <a:cubicBezTo>
                    <a:pt x="12" y="89"/>
                    <a:pt x="9" y="85"/>
                    <a:pt x="7" y="80"/>
                  </a:cubicBezTo>
                  <a:cubicBezTo>
                    <a:pt x="2" y="70"/>
                    <a:pt x="0" y="60"/>
                    <a:pt x="2" y="50"/>
                  </a:cubicBezTo>
                  <a:cubicBezTo>
                    <a:pt x="3" y="41"/>
                    <a:pt x="6" y="32"/>
                    <a:pt x="11" y="25"/>
                  </a:cubicBezTo>
                  <a:cubicBezTo>
                    <a:pt x="12" y="23"/>
                    <a:pt x="14" y="22"/>
                    <a:pt x="15" y="20"/>
                  </a:cubicBezTo>
                  <a:cubicBezTo>
                    <a:pt x="16" y="19"/>
                    <a:pt x="16" y="19"/>
                    <a:pt x="16" y="19"/>
                  </a:cubicBezTo>
                  <a:cubicBezTo>
                    <a:pt x="16" y="19"/>
                    <a:pt x="17" y="18"/>
                    <a:pt x="17" y="18"/>
                  </a:cubicBezTo>
                  <a:cubicBezTo>
                    <a:pt x="18" y="17"/>
                    <a:pt x="18" y="17"/>
                    <a:pt x="19" y="16"/>
                  </a:cubicBezTo>
                  <a:cubicBezTo>
                    <a:pt x="20" y="15"/>
                    <a:pt x="21" y="14"/>
                    <a:pt x="23" y="13"/>
                  </a:cubicBezTo>
                  <a:cubicBezTo>
                    <a:pt x="24" y="12"/>
                    <a:pt x="26" y="10"/>
                    <a:pt x="27" y="9"/>
                  </a:cubicBezTo>
                  <a:cubicBezTo>
                    <a:pt x="29" y="8"/>
                    <a:pt x="30" y="8"/>
                    <a:pt x="32" y="7"/>
                  </a:cubicBezTo>
                  <a:cubicBezTo>
                    <a:pt x="33" y="6"/>
                    <a:pt x="34" y="6"/>
                    <a:pt x="36" y="5"/>
                  </a:cubicBezTo>
                  <a:cubicBezTo>
                    <a:pt x="39" y="4"/>
                    <a:pt x="41" y="3"/>
                    <a:pt x="43" y="2"/>
                  </a:cubicBezTo>
                  <a:cubicBezTo>
                    <a:pt x="48" y="1"/>
                    <a:pt x="52" y="0"/>
                    <a:pt x="54" y="0"/>
                  </a:cubicBezTo>
                  <a:cubicBezTo>
                    <a:pt x="56" y="0"/>
                    <a:pt x="57" y="0"/>
                    <a:pt x="57" y="0"/>
                  </a:cubicBezTo>
                  <a:cubicBezTo>
                    <a:pt x="58" y="0"/>
                    <a:pt x="58" y="0"/>
                    <a:pt x="58" y="0"/>
                  </a:cubicBezTo>
                  <a:cubicBezTo>
                    <a:pt x="60" y="0"/>
                    <a:pt x="60" y="1"/>
                    <a:pt x="61" y="2"/>
                  </a:cubicBezTo>
                  <a:cubicBezTo>
                    <a:pt x="61" y="3"/>
                    <a:pt x="60" y="4"/>
                    <a:pt x="59" y="4"/>
                  </a:cubicBezTo>
                  <a:cubicBezTo>
                    <a:pt x="58" y="4"/>
                    <a:pt x="58" y="4"/>
                    <a:pt x="58" y="4"/>
                  </a:cubicBezTo>
                  <a:cubicBezTo>
                    <a:pt x="58" y="4"/>
                    <a:pt x="58" y="4"/>
                    <a:pt x="58" y="4"/>
                  </a:cubicBezTo>
                  <a:cubicBezTo>
                    <a:pt x="57" y="4"/>
                    <a:pt x="56" y="4"/>
                    <a:pt x="55" y="4"/>
                  </a:cubicBezTo>
                  <a:cubicBezTo>
                    <a:pt x="52" y="5"/>
                    <a:pt x="49" y="5"/>
                    <a:pt x="45" y="7"/>
                  </a:cubicBezTo>
                  <a:cubicBezTo>
                    <a:pt x="42" y="7"/>
                    <a:pt x="40" y="8"/>
                    <a:pt x="38" y="9"/>
                  </a:cubicBezTo>
                  <a:cubicBezTo>
                    <a:pt x="36" y="10"/>
                    <a:pt x="35" y="10"/>
                    <a:pt x="34" y="11"/>
                  </a:cubicBezTo>
                  <a:cubicBezTo>
                    <a:pt x="33" y="12"/>
                    <a:pt x="31" y="12"/>
                    <a:pt x="30" y="13"/>
                  </a:cubicBezTo>
                  <a:cubicBezTo>
                    <a:pt x="29" y="14"/>
                    <a:pt x="28" y="15"/>
                    <a:pt x="26" y="16"/>
                  </a:cubicBezTo>
                  <a:cubicBezTo>
                    <a:pt x="25" y="17"/>
                    <a:pt x="24" y="18"/>
                    <a:pt x="22" y="20"/>
                  </a:cubicBezTo>
                  <a:cubicBezTo>
                    <a:pt x="22" y="20"/>
                    <a:pt x="21" y="21"/>
                    <a:pt x="20" y="22"/>
                  </a:cubicBezTo>
                  <a:cubicBezTo>
                    <a:pt x="20" y="22"/>
                    <a:pt x="20" y="22"/>
                    <a:pt x="20" y="22"/>
                  </a:cubicBezTo>
                  <a:cubicBezTo>
                    <a:pt x="19" y="24"/>
                    <a:pt x="19" y="24"/>
                    <a:pt x="19" y="24"/>
                  </a:cubicBezTo>
                  <a:cubicBezTo>
                    <a:pt x="18" y="25"/>
                    <a:pt x="16" y="26"/>
                    <a:pt x="15" y="28"/>
                  </a:cubicBezTo>
                  <a:cubicBezTo>
                    <a:pt x="11" y="34"/>
                    <a:pt x="8" y="42"/>
                    <a:pt x="7" y="51"/>
                  </a:cubicBezTo>
                  <a:cubicBezTo>
                    <a:pt x="6" y="60"/>
                    <a:pt x="8" y="69"/>
                    <a:pt x="12" y="77"/>
                  </a:cubicBezTo>
                  <a:cubicBezTo>
                    <a:pt x="14" y="82"/>
                    <a:pt x="16" y="86"/>
                    <a:pt x="20" y="90"/>
                  </a:cubicBezTo>
                  <a:cubicBezTo>
                    <a:pt x="21" y="92"/>
                    <a:pt x="23" y="93"/>
                    <a:pt x="25" y="95"/>
                  </a:cubicBezTo>
                  <a:cubicBezTo>
                    <a:pt x="27" y="97"/>
                    <a:pt x="28" y="98"/>
                    <a:pt x="31" y="100"/>
                  </a:cubicBezTo>
                  <a:cubicBezTo>
                    <a:pt x="35" y="103"/>
                    <a:pt x="39" y="105"/>
                    <a:pt x="44" y="106"/>
                  </a:cubicBezTo>
                  <a:cubicBezTo>
                    <a:pt x="45" y="106"/>
                    <a:pt x="46" y="107"/>
                    <a:pt x="48" y="107"/>
                  </a:cubicBezTo>
                  <a:cubicBezTo>
                    <a:pt x="51" y="108"/>
                    <a:pt x="51" y="108"/>
                    <a:pt x="51" y="108"/>
                  </a:cubicBezTo>
                  <a:cubicBezTo>
                    <a:pt x="54" y="108"/>
                    <a:pt x="57" y="108"/>
                    <a:pt x="59" y="108"/>
                  </a:cubicBezTo>
                  <a:cubicBezTo>
                    <a:pt x="64" y="108"/>
                    <a:pt x="69" y="107"/>
                    <a:pt x="74" y="106"/>
                  </a:cubicBezTo>
                  <a:cubicBezTo>
                    <a:pt x="79" y="104"/>
                    <a:pt x="83" y="102"/>
                    <a:pt x="87" y="99"/>
                  </a:cubicBezTo>
                  <a:cubicBezTo>
                    <a:pt x="91" y="97"/>
                    <a:pt x="95" y="93"/>
                    <a:pt x="98" y="90"/>
                  </a:cubicBezTo>
                  <a:cubicBezTo>
                    <a:pt x="101" y="86"/>
                    <a:pt x="104" y="82"/>
                    <a:pt x="106" y="77"/>
                  </a:cubicBezTo>
                  <a:cubicBezTo>
                    <a:pt x="108" y="73"/>
                    <a:pt x="109" y="68"/>
                    <a:pt x="110" y="64"/>
                  </a:cubicBezTo>
                  <a:cubicBezTo>
                    <a:pt x="110" y="62"/>
                    <a:pt x="110" y="59"/>
                    <a:pt x="110" y="57"/>
                  </a:cubicBezTo>
                  <a:cubicBezTo>
                    <a:pt x="110" y="55"/>
                    <a:pt x="110" y="53"/>
                    <a:pt x="110" y="51"/>
                  </a:cubicBezTo>
                  <a:cubicBezTo>
                    <a:pt x="109" y="42"/>
                    <a:pt x="106" y="34"/>
                    <a:pt x="102" y="28"/>
                  </a:cubicBezTo>
                  <a:cubicBezTo>
                    <a:pt x="97" y="21"/>
                    <a:pt x="92" y="17"/>
                    <a:pt x="87" y="13"/>
                  </a:cubicBezTo>
                  <a:cubicBezTo>
                    <a:pt x="82" y="9"/>
                    <a:pt x="77" y="8"/>
                    <a:pt x="72" y="6"/>
                  </a:cubicBezTo>
                  <a:cubicBezTo>
                    <a:pt x="70" y="6"/>
                    <a:pt x="68" y="5"/>
                    <a:pt x="67" y="5"/>
                  </a:cubicBezTo>
                  <a:cubicBezTo>
                    <a:pt x="65" y="5"/>
                    <a:pt x="63" y="4"/>
                    <a:pt x="62" y="4"/>
                  </a:cubicBezTo>
                  <a:cubicBezTo>
                    <a:pt x="60" y="4"/>
                    <a:pt x="58" y="4"/>
                    <a:pt x="58" y="4"/>
                  </a:cubicBezTo>
                  <a:cubicBezTo>
                    <a:pt x="57" y="4"/>
                    <a:pt x="56" y="3"/>
                    <a:pt x="56" y="2"/>
                  </a:cubicBezTo>
                  <a:cubicBezTo>
                    <a:pt x="56" y="1"/>
                    <a:pt x="57" y="0"/>
                    <a:pt x="59"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10" name="Google Shape;610;p14"/>
            <p:cNvSpPr/>
            <p:nvPr/>
          </p:nvSpPr>
          <p:spPr>
            <a:xfrm>
              <a:off x="3456963" y="4011530"/>
              <a:ext cx="295839" cy="443475"/>
            </a:xfrm>
            <a:custGeom>
              <a:rect b="b" l="l" r="r" t="t"/>
              <a:pathLst>
                <a:path extrusionOk="0" h="113" w="78">
                  <a:moveTo>
                    <a:pt x="25" y="0"/>
                  </a:moveTo>
                  <a:cubicBezTo>
                    <a:pt x="25" y="0"/>
                    <a:pt x="25" y="0"/>
                    <a:pt x="27" y="0"/>
                  </a:cubicBezTo>
                  <a:cubicBezTo>
                    <a:pt x="28" y="0"/>
                    <a:pt x="30" y="0"/>
                    <a:pt x="33" y="1"/>
                  </a:cubicBezTo>
                  <a:cubicBezTo>
                    <a:pt x="38" y="2"/>
                    <a:pt x="45" y="5"/>
                    <a:pt x="53" y="10"/>
                  </a:cubicBezTo>
                  <a:cubicBezTo>
                    <a:pt x="56" y="12"/>
                    <a:pt x="60" y="15"/>
                    <a:pt x="64" y="19"/>
                  </a:cubicBezTo>
                  <a:cubicBezTo>
                    <a:pt x="67" y="23"/>
                    <a:pt x="70" y="28"/>
                    <a:pt x="73" y="33"/>
                  </a:cubicBezTo>
                  <a:cubicBezTo>
                    <a:pt x="75" y="38"/>
                    <a:pt x="77" y="44"/>
                    <a:pt x="77" y="50"/>
                  </a:cubicBezTo>
                  <a:cubicBezTo>
                    <a:pt x="77" y="51"/>
                    <a:pt x="78" y="53"/>
                    <a:pt x="78" y="54"/>
                  </a:cubicBezTo>
                  <a:cubicBezTo>
                    <a:pt x="78" y="55"/>
                    <a:pt x="78" y="56"/>
                    <a:pt x="78" y="57"/>
                  </a:cubicBezTo>
                  <a:cubicBezTo>
                    <a:pt x="78" y="59"/>
                    <a:pt x="78" y="59"/>
                    <a:pt x="78" y="59"/>
                  </a:cubicBezTo>
                  <a:cubicBezTo>
                    <a:pt x="77" y="62"/>
                    <a:pt x="77" y="65"/>
                    <a:pt x="76" y="68"/>
                  </a:cubicBezTo>
                  <a:cubicBezTo>
                    <a:pt x="74" y="80"/>
                    <a:pt x="67" y="91"/>
                    <a:pt x="58" y="98"/>
                  </a:cubicBezTo>
                  <a:cubicBezTo>
                    <a:pt x="50" y="105"/>
                    <a:pt x="40" y="110"/>
                    <a:pt x="31" y="112"/>
                  </a:cubicBezTo>
                  <a:cubicBezTo>
                    <a:pt x="27" y="113"/>
                    <a:pt x="23" y="113"/>
                    <a:pt x="19" y="113"/>
                  </a:cubicBezTo>
                  <a:cubicBezTo>
                    <a:pt x="17" y="113"/>
                    <a:pt x="15" y="113"/>
                    <a:pt x="14" y="113"/>
                  </a:cubicBezTo>
                  <a:cubicBezTo>
                    <a:pt x="12" y="112"/>
                    <a:pt x="11" y="112"/>
                    <a:pt x="9" y="112"/>
                  </a:cubicBezTo>
                  <a:cubicBezTo>
                    <a:pt x="4" y="111"/>
                    <a:pt x="2" y="111"/>
                    <a:pt x="2" y="111"/>
                  </a:cubicBezTo>
                  <a:cubicBezTo>
                    <a:pt x="0" y="110"/>
                    <a:pt x="0" y="109"/>
                    <a:pt x="0" y="108"/>
                  </a:cubicBezTo>
                  <a:cubicBezTo>
                    <a:pt x="0" y="107"/>
                    <a:pt x="1" y="106"/>
                    <a:pt x="2" y="106"/>
                  </a:cubicBezTo>
                  <a:cubicBezTo>
                    <a:pt x="2" y="106"/>
                    <a:pt x="5" y="107"/>
                    <a:pt x="10" y="108"/>
                  </a:cubicBezTo>
                  <a:cubicBezTo>
                    <a:pt x="11" y="108"/>
                    <a:pt x="13" y="108"/>
                    <a:pt x="14" y="108"/>
                  </a:cubicBezTo>
                  <a:cubicBezTo>
                    <a:pt x="16" y="108"/>
                    <a:pt x="17" y="108"/>
                    <a:pt x="19" y="108"/>
                  </a:cubicBezTo>
                  <a:cubicBezTo>
                    <a:pt x="22" y="108"/>
                    <a:pt x="26" y="108"/>
                    <a:pt x="30" y="107"/>
                  </a:cubicBezTo>
                  <a:cubicBezTo>
                    <a:pt x="38" y="105"/>
                    <a:pt x="47" y="101"/>
                    <a:pt x="55" y="94"/>
                  </a:cubicBezTo>
                  <a:cubicBezTo>
                    <a:pt x="62" y="87"/>
                    <a:pt x="68" y="77"/>
                    <a:pt x="71" y="67"/>
                  </a:cubicBezTo>
                  <a:cubicBezTo>
                    <a:pt x="71" y="64"/>
                    <a:pt x="71" y="61"/>
                    <a:pt x="72" y="59"/>
                  </a:cubicBezTo>
                  <a:cubicBezTo>
                    <a:pt x="72" y="56"/>
                    <a:pt x="72" y="56"/>
                    <a:pt x="72" y="56"/>
                  </a:cubicBezTo>
                  <a:cubicBezTo>
                    <a:pt x="72" y="56"/>
                    <a:pt x="72" y="55"/>
                    <a:pt x="72" y="54"/>
                  </a:cubicBezTo>
                  <a:cubicBezTo>
                    <a:pt x="72" y="53"/>
                    <a:pt x="71" y="52"/>
                    <a:pt x="71" y="50"/>
                  </a:cubicBezTo>
                  <a:cubicBezTo>
                    <a:pt x="71" y="45"/>
                    <a:pt x="69" y="40"/>
                    <a:pt x="67" y="35"/>
                  </a:cubicBezTo>
                  <a:cubicBezTo>
                    <a:pt x="63" y="26"/>
                    <a:pt x="56" y="19"/>
                    <a:pt x="50" y="14"/>
                  </a:cubicBezTo>
                  <a:cubicBezTo>
                    <a:pt x="43" y="9"/>
                    <a:pt x="36" y="7"/>
                    <a:pt x="32" y="5"/>
                  </a:cubicBezTo>
                  <a:cubicBezTo>
                    <a:pt x="29" y="5"/>
                    <a:pt x="28" y="4"/>
                    <a:pt x="26" y="4"/>
                  </a:cubicBezTo>
                  <a:cubicBezTo>
                    <a:pt x="25" y="4"/>
                    <a:pt x="24" y="4"/>
                    <a:pt x="24" y="4"/>
                  </a:cubicBezTo>
                  <a:cubicBezTo>
                    <a:pt x="23" y="4"/>
                    <a:pt x="22" y="3"/>
                    <a:pt x="22" y="1"/>
                  </a:cubicBezTo>
                  <a:cubicBezTo>
                    <a:pt x="23" y="0"/>
                    <a:pt x="24" y="0"/>
                    <a:pt x="25"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11" name="Google Shape;611;p14"/>
            <p:cNvSpPr/>
            <p:nvPr/>
          </p:nvSpPr>
          <p:spPr>
            <a:xfrm>
              <a:off x="3996279" y="1880688"/>
              <a:ext cx="354744" cy="373168"/>
            </a:xfrm>
            <a:custGeom>
              <a:rect b="b" l="l" r="r" t="t"/>
              <a:pathLst>
                <a:path extrusionOk="0" h="95" w="93">
                  <a:moveTo>
                    <a:pt x="60" y="2"/>
                  </a:moveTo>
                  <a:cubicBezTo>
                    <a:pt x="60" y="2"/>
                    <a:pt x="60" y="2"/>
                    <a:pt x="59" y="2"/>
                  </a:cubicBezTo>
                  <a:cubicBezTo>
                    <a:pt x="45" y="0"/>
                    <a:pt x="31" y="9"/>
                    <a:pt x="26" y="22"/>
                  </a:cubicBezTo>
                  <a:cubicBezTo>
                    <a:pt x="24" y="28"/>
                    <a:pt x="24" y="34"/>
                    <a:pt x="22" y="40"/>
                  </a:cubicBezTo>
                  <a:cubicBezTo>
                    <a:pt x="20" y="46"/>
                    <a:pt x="16" y="51"/>
                    <a:pt x="11" y="55"/>
                  </a:cubicBezTo>
                  <a:cubicBezTo>
                    <a:pt x="8" y="57"/>
                    <a:pt x="6" y="58"/>
                    <a:pt x="3" y="60"/>
                  </a:cubicBezTo>
                  <a:cubicBezTo>
                    <a:pt x="1" y="62"/>
                    <a:pt x="0" y="65"/>
                    <a:pt x="0" y="68"/>
                  </a:cubicBezTo>
                  <a:cubicBezTo>
                    <a:pt x="1" y="74"/>
                    <a:pt x="10" y="74"/>
                    <a:pt x="15" y="75"/>
                  </a:cubicBezTo>
                  <a:cubicBezTo>
                    <a:pt x="22" y="77"/>
                    <a:pt x="57" y="86"/>
                    <a:pt x="67" y="89"/>
                  </a:cubicBezTo>
                  <a:cubicBezTo>
                    <a:pt x="72" y="90"/>
                    <a:pt x="77" y="91"/>
                    <a:pt x="81" y="92"/>
                  </a:cubicBezTo>
                  <a:cubicBezTo>
                    <a:pt x="84" y="94"/>
                    <a:pt x="88" y="95"/>
                    <a:pt x="91" y="92"/>
                  </a:cubicBezTo>
                  <a:cubicBezTo>
                    <a:pt x="93" y="90"/>
                    <a:pt x="93" y="86"/>
                    <a:pt x="92" y="83"/>
                  </a:cubicBezTo>
                  <a:cubicBezTo>
                    <a:pt x="91" y="80"/>
                    <a:pt x="89" y="78"/>
                    <a:pt x="88" y="75"/>
                  </a:cubicBezTo>
                  <a:cubicBezTo>
                    <a:pt x="85" y="69"/>
                    <a:pt x="84" y="63"/>
                    <a:pt x="85" y="56"/>
                  </a:cubicBezTo>
                  <a:cubicBezTo>
                    <a:pt x="86" y="51"/>
                    <a:pt x="89" y="45"/>
                    <a:pt x="90" y="39"/>
                  </a:cubicBezTo>
                  <a:cubicBezTo>
                    <a:pt x="93" y="25"/>
                    <a:pt x="84" y="10"/>
                    <a:pt x="71" y="5"/>
                  </a:cubicBezTo>
                  <a:lnTo>
                    <a:pt x="60" y="2"/>
                  </a:ln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12" name="Google Shape;612;p14"/>
            <p:cNvSpPr/>
            <p:nvPr/>
          </p:nvSpPr>
          <p:spPr>
            <a:xfrm>
              <a:off x="4103619" y="2190308"/>
              <a:ext cx="121739" cy="82475"/>
            </a:xfrm>
            <a:custGeom>
              <a:rect b="b" l="l" r="r" t="t"/>
              <a:pathLst>
                <a:path extrusionOk="0" h="21" w="32">
                  <a:moveTo>
                    <a:pt x="2" y="0"/>
                  </a:moveTo>
                  <a:cubicBezTo>
                    <a:pt x="0" y="5"/>
                    <a:pt x="2" y="11"/>
                    <a:pt x="6" y="15"/>
                  </a:cubicBezTo>
                  <a:cubicBezTo>
                    <a:pt x="10" y="19"/>
                    <a:pt x="16" y="21"/>
                    <a:pt x="21" y="19"/>
                  </a:cubicBezTo>
                  <a:cubicBezTo>
                    <a:pt x="26" y="18"/>
                    <a:pt x="31" y="13"/>
                    <a:pt x="32" y="8"/>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13" name="Google Shape;613;p14"/>
            <p:cNvSpPr/>
            <p:nvPr/>
          </p:nvSpPr>
          <p:spPr>
            <a:xfrm>
              <a:off x="4233212" y="1767115"/>
              <a:ext cx="60215" cy="128445"/>
            </a:xfrm>
            <a:custGeom>
              <a:rect b="b" l="l" r="r" t="t"/>
              <a:pathLst>
                <a:path extrusionOk="0" h="33" w="16">
                  <a:moveTo>
                    <a:pt x="0" y="31"/>
                  </a:moveTo>
                  <a:cubicBezTo>
                    <a:pt x="1" y="22"/>
                    <a:pt x="3" y="15"/>
                    <a:pt x="6" y="7"/>
                  </a:cubicBezTo>
                  <a:cubicBezTo>
                    <a:pt x="6" y="5"/>
                    <a:pt x="7" y="3"/>
                    <a:pt x="8" y="2"/>
                  </a:cubicBezTo>
                  <a:cubicBezTo>
                    <a:pt x="9" y="1"/>
                    <a:pt x="11" y="0"/>
                    <a:pt x="13" y="1"/>
                  </a:cubicBezTo>
                  <a:cubicBezTo>
                    <a:pt x="14" y="1"/>
                    <a:pt x="15" y="3"/>
                    <a:pt x="15" y="4"/>
                  </a:cubicBezTo>
                  <a:cubicBezTo>
                    <a:pt x="15" y="6"/>
                    <a:pt x="16" y="8"/>
                    <a:pt x="16" y="9"/>
                  </a:cubicBezTo>
                  <a:cubicBezTo>
                    <a:pt x="16" y="18"/>
                    <a:pt x="13" y="27"/>
                    <a:pt x="8" y="3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14" name="Google Shape;614;p14"/>
            <p:cNvSpPr/>
            <p:nvPr/>
          </p:nvSpPr>
          <p:spPr>
            <a:xfrm>
              <a:off x="4004134" y="2241687"/>
              <a:ext cx="53669" cy="47322"/>
            </a:xfrm>
            <a:custGeom>
              <a:rect b="b" l="l" r="r" t="t"/>
              <a:pathLst>
                <a:path extrusionOk="0" h="12" w="14">
                  <a:moveTo>
                    <a:pt x="14" y="0"/>
                  </a:moveTo>
                  <a:cubicBezTo>
                    <a:pt x="9" y="4"/>
                    <a:pt x="5" y="8"/>
                    <a:pt x="0" y="12"/>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15" name="Google Shape;615;p14"/>
            <p:cNvSpPr/>
            <p:nvPr/>
          </p:nvSpPr>
          <p:spPr>
            <a:xfrm>
              <a:off x="4247611" y="1950995"/>
              <a:ext cx="34035" cy="223089"/>
            </a:xfrm>
            <a:custGeom>
              <a:rect b="b" l="l" r="r" t="t"/>
              <a:pathLst>
                <a:path extrusionOk="0" h="57" w="9">
                  <a:moveTo>
                    <a:pt x="0" y="0"/>
                  </a:moveTo>
                  <a:cubicBezTo>
                    <a:pt x="6" y="3"/>
                    <a:pt x="9" y="11"/>
                    <a:pt x="9" y="17"/>
                  </a:cubicBezTo>
                  <a:cubicBezTo>
                    <a:pt x="8" y="24"/>
                    <a:pt x="6" y="30"/>
                    <a:pt x="4" y="37"/>
                  </a:cubicBezTo>
                  <a:cubicBezTo>
                    <a:pt x="2" y="43"/>
                    <a:pt x="1" y="51"/>
                    <a:pt x="5" y="57"/>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16" name="Google Shape;616;p14"/>
            <p:cNvSpPr/>
            <p:nvPr/>
          </p:nvSpPr>
          <p:spPr>
            <a:xfrm>
              <a:off x="4129800" y="2311994"/>
              <a:ext cx="19635" cy="90587"/>
            </a:xfrm>
            <a:custGeom>
              <a:rect b="b" l="l" r="r" t="t"/>
              <a:pathLst>
                <a:path extrusionOk="0" h="23" w="5">
                  <a:moveTo>
                    <a:pt x="5" y="0"/>
                  </a:moveTo>
                  <a:cubicBezTo>
                    <a:pt x="3" y="7"/>
                    <a:pt x="1" y="15"/>
                    <a:pt x="0" y="2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17" name="Google Shape;617;p14"/>
            <p:cNvSpPr/>
            <p:nvPr/>
          </p:nvSpPr>
          <p:spPr>
            <a:xfrm>
              <a:off x="4235830" y="2295769"/>
              <a:ext cx="61524" cy="63546"/>
            </a:xfrm>
            <a:custGeom>
              <a:rect b="b" l="l" r="r" t="t"/>
              <a:pathLst>
                <a:path extrusionOk="0" h="16" w="16">
                  <a:moveTo>
                    <a:pt x="0" y="0"/>
                  </a:moveTo>
                  <a:cubicBezTo>
                    <a:pt x="5" y="5"/>
                    <a:pt x="10" y="11"/>
                    <a:pt x="16" y="16"/>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18" name="Google Shape;618;p14"/>
            <p:cNvSpPr/>
            <p:nvPr/>
          </p:nvSpPr>
          <p:spPr>
            <a:xfrm>
              <a:off x="3947845" y="2539139"/>
              <a:ext cx="307620" cy="443475"/>
            </a:xfrm>
            <a:custGeom>
              <a:rect b="b" l="l" r="r" t="t"/>
              <a:pathLst>
                <a:path extrusionOk="0" h="113" w="81">
                  <a:moveTo>
                    <a:pt x="6" y="59"/>
                  </a:moveTo>
                  <a:cubicBezTo>
                    <a:pt x="3" y="51"/>
                    <a:pt x="0" y="42"/>
                    <a:pt x="2" y="33"/>
                  </a:cubicBezTo>
                  <a:cubicBezTo>
                    <a:pt x="3" y="21"/>
                    <a:pt x="12" y="11"/>
                    <a:pt x="22" y="6"/>
                  </a:cubicBezTo>
                  <a:cubicBezTo>
                    <a:pt x="35" y="0"/>
                    <a:pt x="52" y="1"/>
                    <a:pt x="64" y="10"/>
                  </a:cubicBezTo>
                  <a:cubicBezTo>
                    <a:pt x="76" y="20"/>
                    <a:pt x="81" y="36"/>
                    <a:pt x="78" y="50"/>
                  </a:cubicBezTo>
                  <a:cubicBezTo>
                    <a:pt x="76" y="59"/>
                    <a:pt x="71" y="68"/>
                    <a:pt x="66" y="76"/>
                  </a:cubicBezTo>
                  <a:cubicBezTo>
                    <a:pt x="61" y="84"/>
                    <a:pt x="55" y="92"/>
                    <a:pt x="49" y="100"/>
                  </a:cubicBezTo>
                  <a:cubicBezTo>
                    <a:pt x="47" y="103"/>
                    <a:pt x="44" y="111"/>
                    <a:pt x="41" y="112"/>
                  </a:cubicBezTo>
                  <a:cubicBezTo>
                    <a:pt x="37" y="113"/>
                    <a:pt x="34" y="108"/>
                    <a:pt x="32" y="106"/>
                  </a:cubicBezTo>
                  <a:cubicBezTo>
                    <a:pt x="21" y="92"/>
                    <a:pt x="13" y="76"/>
                    <a:pt x="6" y="59"/>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19" name="Google Shape;619;p14"/>
            <p:cNvSpPr/>
            <p:nvPr/>
          </p:nvSpPr>
          <p:spPr>
            <a:xfrm>
              <a:off x="4000206" y="2606742"/>
              <a:ext cx="195044" cy="160894"/>
            </a:xfrm>
            <a:custGeom>
              <a:rect b="b" l="l" r="r" t="t"/>
              <a:pathLst>
                <a:path extrusionOk="0" h="41" w="51">
                  <a:moveTo>
                    <a:pt x="17" y="38"/>
                  </a:moveTo>
                  <a:cubicBezTo>
                    <a:pt x="24" y="41"/>
                    <a:pt x="32" y="40"/>
                    <a:pt x="38" y="36"/>
                  </a:cubicBezTo>
                  <a:cubicBezTo>
                    <a:pt x="51" y="26"/>
                    <a:pt x="42" y="0"/>
                    <a:pt x="22" y="5"/>
                  </a:cubicBezTo>
                  <a:cubicBezTo>
                    <a:pt x="5" y="9"/>
                    <a:pt x="0" y="31"/>
                    <a:pt x="17" y="38"/>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20" name="Google Shape;620;p14"/>
            <p:cNvSpPr/>
            <p:nvPr/>
          </p:nvSpPr>
          <p:spPr>
            <a:xfrm>
              <a:off x="4008060" y="2955573"/>
              <a:ext cx="163627" cy="66250"/>
            </a:xfrm>
            <a:custGeom>
              <a:rect b="b" l="l" r="r" t="t"/>
              <a:pathLst>
                <a:path extrusionOk="0" h="17" w="43">
                  <a:moveTo>
                    <a:pt x="16" y="0"/>
                  </a:moveTo>
                  <a:cubicBezTo>
                    <a:pt x="12" y="1"/>
                    <a:pt x="8" y="2"/>
                    <a:pt x="5" y="4"/>
                  </a:cubicBezTo>
                  <a:cubicBezTo>
                    <a:pt x="2" y="6"/>
                    <a:pt x="0" y="11"/>
                    <a:pt x="3" y="14"/>
                  </a:cubicBezTo>
                  <a:cubicBezTo>
                    <a:pt x="5" y="17"/>
                    <a:pt x="9" y="17"/>
                    <a:pt x="12" y="17"/>
                  </a:cubicBezTo>
                  <a:cubicBezTo>
                    <a:pt x="20" y="17"/>
                    <a:pt x="27" y="16"/>
                    <a:pt x="34" y="14"/>
                  </a:cubicBezTo>
                  <a:cubicBezTo>
                    <a:pt x="36" y="13"/>
                    <a:pt x="38" y="13"/>
                    <a:pt x="40" y="11"/>
                  </a:cubicBezTo>
                  <a:cubicBezTo>
                    <a:pt x="42" y="10"/>
                    <a:pt x="43" y="8"/>
                    <a:pt x="42" y="5"/>
                  </a:cubicBezTo>
                  <a:cubicBezTo>
                    <a:pt x="42" y="3"/>
                    <a:pt x="40" y="2"/>
                    <a:pt x="38" y="1"/>
                  </a:cubicBezTo>
                  <a:cubicBezTo>
                    <a:pt x="35" y="1"/>
                    <a:pt x="33" y="1"/>
                    <a:pt x="31" y="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21" name="Google Shape;621;p14"/>
            <p:cNvSpPr/>
            <p:nvPr/>
          </p:nvSpPr>
          <p:spPr>
            <a:xfrm>
              <a:off x="3905957" y="4290053"/>
              <a:ext cx="45815" cy="160894"/>
            </a:xfrm>
            <a:custGeom>
              <a:rect b="b" l="l" r="r" t="t"/>
              <a:pathLst>
                <a:path extrusionOk="0" h="41" w="12">
                  <a:moveTo>
                    <a:pt x="12" y="41"/>
                  </a:moveTo>
                  <a:cubicBezTo>
                    <a:pt x="3" y="31"/>
                    <a:pt x="0" y="14"/>
                    <a:pt x="3"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22" name="Google Shape;622;p14"/>
            <p:cNvSpPr/>
            <p:nvPr/>
          </p:nvSpPr>
          <p:spPr>
            <a:xfrm>
              <a:off x="3916429" y="4290053"/>
              <a:ext cx="247405" cy="129797"/>
            </a:xfrm>
            <a:custGeom>
              <a:rect b="b" l="l" r="r" t="t"/>
              <a:pathLst>
                <a:path extrusionOk="0" h="33" w="65">
                  <a:moveTo>
                    <a:pt x="0" y="0"/>
                  </a:moveTo>
                  <a:cubicBezTo>
                    <a:pt x="15" y="20"/>
                    <a:pt x="40" y="33"/>
                    <a:pt x="65" y="3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23" name="Google Shape;623;p14"/>
            <p:cNvSpPr/>
            <p:nvPr/>
          </p:nvSpPr>
          <p:spPr>
            <a:xfrm>
              <a:off x="4155980" y="4267068"/>
              <a:ext cx="179335" cy="148726"/>
            </a:xfrm>
            <a:custGeom>
              <a:rect b="b" l="l" r="r" t="t"/>
              <a:pathLst>
                <a:path extrusionOk="0" h="38" w="47">
                  <a:moveTo>
                    <a:pt x="2" y="38"/>
                  </a:moveTo>
                  <a:cubicBezTo>
                    <a:pt x="0" y="30"/>
                    <a:pt x="1" y="21"/>
                    <a:pt x="6" y="14"/>
                  </a:cubicBezTo>
                  <a:cubicBezTo>
                    <a:pt x="11" y="6"/>
                    <a:pt x="19" y="1"/>
                    <a:pt x="28" y="1"/>
                  </a:cubicBezTo>
                  <a:cubicBezTo>
                    <a:pt x="35" y="0"/>
                    <a:pt x="42" y="4"/>
                    <a:pt x="47" y="9"/>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24" name="Google Shape;624;p14"/>
            <p:cNvSpPr/>
            <p:nvPr/>
          </p:nvSpPr>
          <p:spPr>
            <a:xfrm>
              <a:off x="4339243" y="4273829"/>
              <a:ext cx="113884" cy="154134"/>
            </a:xfrm>
            <a:custGeom>
              <a:rect b="b" l="l" r="r" t="t"/>
              <a:pathLst>
                <a:path extrusionOk="0" h="39" w="30">
                  <a:moveTo>
                    <a:pt x="0" y="8"/>
                  </a:moveTo>
                  <a:cubicBezTo>
                    <a:pt x="7" y="5"/>
                    <a:pt x="16" y="2"/>
                    <a:pt x="22" y="0"/>
                  </a:cubicBezTo>
                  <a:cubicBezTo>
                    <a:pt x="5" y="23"/>
                    <a:pt x="5" y="23"/>
                    <a:pt x="5" y="23"/>
                  </a:cubicBezTo>
                  <a:cubicBezTo>
                    <a:pt x="30" y="17"/>
                    <a:pt x="30" y="17"/>
                    <a:pt x="30" y="17"/>
                  </a:cubicBezTo>
                  <a:cubicBezTo>
                    <a:pt x="23" y="25"/>
                    <a:pt x="17" y="32"/>
                    <a:pt x="10" y="39"/>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25" name="Google Shape;625;p14"/>
            <p:cNvSpPr/>
            <p:nvPr/>
          </p:nvSpPr>
          <p:spPr>
            <a:xfrm>
              <a:off x="3871922" y="4427963"/>
              <a:ext cx="509209" cy="317733"/>
            </a:xfrm>
            <a:custGeom>
              <a:rect b="b" l="l" r="r" t="t"/>
              <a:pathLst>
                <a:path extrusionOk="0" h="81" w="134">
                  <a:moveTo>
                    <a:pt x="0" y="67"/>
                  </a:moveTo>
                  <a:cubicBezTo>
                    <a:pt x="27" y="78"/>
                    <a:pt x="59" y="81"/>
                    <a:pt x="86" y="69"/>
                  </a:cubicBezTo>
                  <a:cubicBezTo>
                    <a:pt x="113" y="57"/>
                    <a:pt x="134" y="30"/>
                    <a:pt x="133"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26" name="Google Shape;626;p14"/>
            <p:cNvSpPr/>
            <p:nvPr/>
          </p:nvSpPr>
          <p:spPr>
            <a:xfrm>
              <a:off x="3867995" y="4632123"/>
              <a:ext cx="189808" cy="54082"/>
            </a:xfrm>
            <a:custGeom>
              <a:rect b="b" l="l" r="r" t="t"/>
              <a:pathLst>
                <a:path extrusionOk="0" h="14" w="50">
                  <a:moveTo>
                    <a:pt x="0" y="14"/>
                  </a:moveTo>
                  <a:cubicBezTo>
                    <a:pt x="17" y="13"/>
                    <a:pt x="34" y="8"/>
                    <a:pt x="5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27" name="Google Shape;627;p14"/>
            <p:cNvSpPr/>
            <p:nvPr/>
          </p:nvSpPr>
          <p:spPr>
            <a:xfrm>
              <a:off x="3928210" y="4560465"/>
              <a:ext cx="129593" cy="71659"/>
            </a:xfrm>
            <a:custGeom>
              <a:rect b="b" l="l" r="r" t="t"/>
              <a:pathLst>
                <a:path extrusionOk="0" h="18" w="34">
                  <a:moveTo>
                    <a:pt x="0" y="0"/>
                  </a:moveTo>
                  <a:cubicBezTo>
                    <a:pt x="8" y="10"/>
                    <a:pt x="22" y="16"/>
                    <a:pt x="34" y="18"/>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28" name="Google Shape;628;p14"/>
            <p:cNvSpPr/>
            <p:nvPr/>
          </p:nvSpPr>
          <p:spPr>
            <a:xfrm>
              <a:off x="3928210" y="4552352"/>
              <a:ext cx="65451" cy="8112"/>
            </a:xfrm>
            <a:custGeom>
              <a:rect b="b" l="l" r="r" t="t"/>
              <a:pathLst>
                <a:path extrusionOk="0" h="2" w="17">
                  <a:moveTo>
                    <a:pt x="0" y="2"/>
                  </a:moveTo>
                  <a:cubicBezTo>
                    <a:pt x="5" y="2"/>
                    <a:pt x="12" y="0"/>
                    <a:pt x="17"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29" name="Google Shape;629;p14"/>
            <p:cNvSpPr/>
            <p:nvPr/>
          </p:nvSpPr>
          <p:spPr>
            <a:xfrm>
              <a:off x="3902030" y="4450948"/>
              <a:ext cx="98176" cy="98700"/>
            </a:xfrm>
            <a:custGeom>
              <a:rect b="b" l="l" r="r" t="t"/>
              <a:pathLst>
                <a:path extrusionOk="0" h="25" w="26">
                  <a:moveTo>
                    <a:pt x="26" y="25"/>
                  </a:moveTo>
                  <a:cubicBezTo>
                    <a:pt x="13" y="23"/>
                    <a:pt x="3" y="12"/>
                    <a:pt x="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30" name="Google Shape;630;p14"/>
            <p:cNvSpPr/>
            <p:nvPr/>
          </p:nvSpPr>
          <p:spPr>
            <a:xfrm>
              <a:off x="3902030" y="4450948"/>
              <a:ext cx="41889" cy="0"/>
            </a:xfrm>
            <a:custGeom>
              <a:rect b="b" l="l" r="r" t="t"/>
              <a:pathLst>
                <a:path extrusionOk="0" h="120000" w="11">
                  <a:moveTo>
                    <a:pt x="0" y="0"/>
                  </a:moveTo>
                  <a:cubicBezTo>
                    <a:pt x="3" y="0"/>
                    <a:pt x="8" y="0"/>
                    <a:pt x="11"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31" name="Google Shape;631;p14"/>
            <p:cNvSpPr/>
            <p:nvPr/>
          </p:nvSpPr>
          <p:spPr>
            <a:xfrm>
              <a:off x="4121945" y="4463117"/>
              <a:ext cx="121739" cy="156839"/>
            </a:xfrm>
            <a:custGeom>
              <a:rect b="b" l="l" r="r" t="t"/>
              <a:pathLst>
                <a:path extrusionOk="0" h="40" w="32">
                  <a:moveTo>
                    <a:pt x="0" y="40"/>
                  </a:moveTo>
                  <a:cubicBezTo>
                    <a:pt x="8" y="38"/>
                    <a:pt x="16" y="34"/>
                    <a:pt x="21" y="28"/>
                  </a:cubicBezTo>
                  <a:cubicBezTo>
                    <a:pt x="28" y="21"/>
                    <a:pt x="32" y="9"/>
                    <a:pt x="28"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32" name="Google Shape;632;p14"/>
            <p:cNvSpPr/>
            <p:nvPr/>
          </p:nvSpPr>
          <p:spPr>
            <a:xfrm>
              <a:off x="4434801" y="4145383"/>
              <a:ext cx="10472" cy="70307"/>
            </a:xfrm>
            <a:custGeom>
              <a:rect b="b" l="l" r="r" t="t"/>
              <a:pathLst>
                <a:path extrusionOk="0" h="18" w="3">
                  <a:moveTo>
                    <a:pt x="0" y="18"/>
                  </a:moveTo>
                  <a:cubicBezTo>
                    <a:pt x="1" y="12"/>
                    <a:pt x="2" y="6"/>
                    <a:pt x="3"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33" name="Google Shape;633;p14"/>
            <p:cNvSpPr/>
            <p:nvPr/>
          </p:nvSpPr>
          <p:spPr>
            <a:xfrm>
              <a:off x="4476690" y="4230563"/>
              <a:ext cx="68069" cy="55434"/>
            </a:xfrm>
            <a:custGeom>
              <a:rect b="b" l="l" r="r" t="t"/>
              <a:pathLst>
                <a:path extrusionOk="0" h="14" w="18">
                  <a:moveTo>
                    <a:pt x="0" y="14"/>
                  </a:moveTo>
                  <a:cubicBezTo>
                    <a:pt x="6" y="9"/>
                    <a:pt x="12" y="4"/>
                    <a:pt x="18"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34" name="Google Shape;634;p14"/>
            <p:cNvSpPr/>
            <p:nvPr/>
          </p:nvSpPr>
          <p:spPr>
            <a:xfrm>
              <a:off x="4495016" y="4345487"/>
              <a:ext cx="103412" cy="22985"/>
            </a:xfrm>
            <a:custGeom>
              <a:rect b="b" l="l" r="r" t="t"/>
              <a:pathLst>
                <a:path extrusionOk="0" h="6" w="27">
                  <a:moveTo>
                    <a:pt x="0" y="0"/>
                  </a:moveTo>
                  <a:cubicBezTo>
                    <a:pt x="9" y="2"/>
                    <a:pt x="18" y="4"/>
                    <a:pt x="27" y="6"/>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35" name="Google Shape;635;p14"/>
            <p:cNvSpPr/>
            <p:nvPr/>
          </p:nvSpPr>
          <p:spPr>
            <a:xfrm>
              <a:off x="4335315" y="4302221"/>
              <a:ext cx="37961" cy="121685"/>
            </a:xfrm>
            <a:custGeom>
              <a:rect b="b" l="l" r="r" t="t"/>
              <a:pathLst>
                <a:path extrusionOk="0" h="31" w="10">
                  <a:moveTo>
                    <a:pt x="0" y="0"/>
                  </a:moveTo>
                  <a:cubicBezTo>
                    <a:pt x="0" y="11"/>
                    <a:pt x="3" y="22"/>
                    <a:pt x="10" y="3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36" name="Google Shape;636;p14"/>
            <p:cNvSpPr/>
            <p:nvPr/>
          </p:nvSpPr>
          <p:spPr>
            <a:xfrm>
              <a:off x="4476690" y="4411738"/>
              <a:ext cx="48433" cy="59491"/>
            </a:xfrm>
            <a:custGeom>
              <a:rect b="b" l="l" r="r" t="t"/>
              <a:pathLst>
                <a:path extrusionOk="0" h="15" w="13">
                  <a:moveTo>
                    <a:pt x="0" y="0"/>
                  </a:moveTo>
                  <a:cubicBezTo>
                    <a:pt x="4" y="5"/>
                    <a:pt x="9" y="10"/>
                    <a:pt x="13" y="15"/>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37" name="Google Shape;637;p14"/>
            <p:cNvSpPr/>
            <p:nvPr/>
          </p:nvSpPr>
          <p:spPr>
            <a:xfrm>
              <a:off x="3939991" y="3776272"/>
              <a:ext cx="289293" cy="297453"/>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38" name="Google Shape;638;p14"/>
            <p:cNvSpPr/>
            <p:nvPr/>
          </p:nvSpPr>
          <p:spPr>
            <a:xfrm>
              <a:off x="4038168" y="3842522"/>
              <a:ext cx="87704" cy="94644"/>
            </a:xfrm>
            <a:prstGeom prst="ellipse">
              <a:avLst/>
            </a:pr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39" name="Google Shape;639;p14"/>
            <p:cNvSpPr/>
            <p:nvPr/>
          </p:nvSpPr>
          <p:spPr>
            <a:xfrm>
              <a:off x="4053876" y="3889844"/>
              <a:ext cx="75923" cy="121685"/>
            </a:xfrm>
            <a:custGeom>
              <a:rect b="b" l="l" r="r" t="t"/>
              <a:pathLst>
                <a:path extrusionOk="0" h="31" w="20">
                  <a:moveTo>
                    <a:pt x="19" y="0"/>
                  </a:moveTo>
                  <a:cubicBezTo>
                    <a:pt x="20" y="8"/>
                    <a:pt x="17" y="24"/>
                    <a:pt x="0" y="3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40" name="Google Shape;640;p14"/>
            <p:cNvSpPr/>
            <p:nvPr/>
          </p:nvSpPr>
          <p:spPr>
            <a:xfrm>
              <a:off x="3387584" y="4564520"/>
              <a:ext cx="342964" cy="352886"/>
            </a:xfrm>
            <a:custGeom>
              <a:rect b="b" l="l" r="r" t="t"/>
              <a:pathLst>
                <a:path extrusionOk="0" h="90" w="90">
                  <a:moveTo>
                    <a:pt x="74" y="90"/>
                  </a:moveTo>
                  <a:cubicBezTo>
                    <a:pt x="15" y="90"/>
                    <a:pt x="15" y="90"/>
                    <a:pt x="15" y="90"/>
                  </a:cubicBezTo>
                  <a:cubicBezTo>
                    <a:pt x="7" y="90"/>
                    <a:pt x="0" y="83"/>
                    <a:pt x="0" y="74"/>
                  </a:cubicBezTo>
                  <a:cubicBezTo>
                    <a:pt x="1" y="65"/>
                    <a:pt x="1" y="54"/>
                    <a:pt x="1" y="42"/>
                  </a:cubicBezTo>
                  <a:cubicBezTo>
                    <a:pt x="1" y="33"/>
                    <a:pt x="1" y="24"/>
                    <a:pt x="0" y="15"/>
                  </a:cubicBezTo>
                  <a:cubicBezTo>
                    <a:pt x="0" y="14"/>
                    <a:pt x="0" y="9"/>
                    <a:pt x="4" y="4"/>
                  </a:cubicBezTo>
                  <a:cubicBezTo>
                    <a:pt x="7" y="2"/>
                    <a:pt x="11" y="0"/>
                    <a:pt x="15" y="0"/>
                  </a:cubicBezTo>
                  <a:cubicBezTo>
                    <a:pt x="74" y="0"/>
                    <a:pt x="74" y="0"/>
                    <a:pt x="74" y="0"/>
                  </a:cubicBezTo>
                  <a:cubicBezTo>
                    <a:pt x="83" y="0"/>
                    <a:pt x="90" y="7"/>
                    <a:pt x="90" y="15"/>
                  </a:cubicBezTo>
                  <a:cubicBezTo>
                    <a:pt x="90" y="25"/>
                    <a:pt x="90" y="34"/>
                    <a:pt x="90" y="44"/>
                  </a:cubicBezTo>
                  <a:cubicBezTo>
                    <a:pt x="90" y="55"/>
                    <a:pt x="90" y="65"/>
                    <a:pt x="90" y="74"/>
                  </a:cubicBezTo>
                  <a:cubicBezTo>
                    <a:pt x="90" y="75"/>
                    <a:pt x="90" y="81"/>
                    <a:pt x="85" y="85"/>
                  </a:cubicBezTo>
                  <a:cubicBezTo>
                    <a:pt x="82" y="88"/>
                    <a:pt x="79" y="90"/>
                    <a:pt x="74" y="9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41" name="Google Shape;641;p14"/>
            <p:cNvSpPr/>
            <p:nvPr/>
          </p:nvSpPr>
          <p:spPr>
            <a:xfrm>
              <a:off x="3327369" y="4611843"/>
              <a:ext cx="342964" cy="352886"/>
            </a:xfrm>
            <a:custGeom>
              <a:rect b="b" l="l" r="r" t="t"/>
              <a:pathLst>
                <a:path extrusionOk="0" h="90" w="90">
                  <a:moveTo>
                    <a:pt x="90" y="78"/>
                  </a:moveTo>
                  <a:cubicBezTo>
                    <a:pt x="90" y="79"/>
                    <a:pt x="90" y="81"/>
                    <a:pt x="86" y="85"/>
                  </a:cubicBezTo>
                  <a:cubicBezTo>
                    <a:pt x="83" y="88"/>
                    <a:pt x="79" y="90"/>
                    <a:pt x="75" y="90"/>
                  </a:cubicBezTo>
                  <a:cubicBezTo>
                    <a:pt x="16" y="90"/>
                    <a:pt x="16" y="90"/>
                    <a:pt x="16" y="90"/>
                  </a:cubicBezTo>
                  <a:cubicBezTo>
                    <a:pt x="7" y="90"/>
                    <a:pt x="0" y="83"/>
                    <a:pt x="0" y="74"/>
                  </a:cubicBezTo>
                  <a:cubicBezTo>
                    <a:pt x="1" y="65"/>
                    <a:pt x="2" y="54"/>
                    <a:pt x="2" y="42"/>
                  </a:cubicBezTo>
                  <a:cubicBezTo>
                    <a:pt x="2" y="33"/>
                    <a:pt x="1" y="24"/>
                    <a:pt x="0" y="15"/>
                  </a:cubicBezTo>
                  <a:cubicBezTo>
                    <a:pt x="0" y="14"/>
                    <a:pt x="0" y="9"/>
                    <a:pt x="5" y="4"/>
                  </a:cubicBezTo>
                  <a:cubicBezTo>
                    <a:pt x="8" y="2"/>
                    <a:pt x="11" y="0"/>
                    <a:pt x="16" y="0"/>
                  </a:cubicBezTo>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42" name="Google Shape;642;p14"/>
            <p:cNvSpPr/>
            <p:nvPr/>
          </p:nvSpPr>
          <p:spPr>
            <a:xfrm>
              <a:off x="3555139" y="4678093"/>
              <a:ext cx="3927" cy="121685"/>
            </a:xfrm>
            <a:custGeom>
              <a:rect b="b" l="l" r="r" t="t"/>
              <a:pathLst>
                <a:path extrusionOk="0" h="31" w="1">
                  <a:moveTo>
                    <a:pt x="0" y="0"/>
                  </a:moveTo>
                  <a:cubicBezTo>
                    <a:pt x="0" y="10"/>
                    <a:pt x="1" y="22"/>
                    <a:pt x="1" y="3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43" name="Google Shape;643;p14"/>
            <p:cNvSpPr/>
            <p:nvPr/>
          </p:nvSpPr>
          <p:spPr>
            <a:xfrm>
              <a:off x="3494924" y="4741640"/>
              <a:ext cx="117812" cy="4056"/>
            </a:xfrm>
            <a:custGeom>
              <a:rect b="b" l="l" r="r" t="t"/>
              <a:pathLst>
                <a:path extrusionOk="0" h="1" w="31">
                  <a:moveTo>
                    <a:pt x="0" y="0"/>
                  </a:moveTo>
                  <a:cubicBezTo>
                    <a:pt x="10" y="0"/>
                    <a:pt x="21" y="1"/>
                    <a:pt x="31"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44" name="Google Shape;644;p14"/>
            <p:cNvSpPr/>
            <p:nvPr/>
          </p:nvSpPr>
          <p:spPr>
            <a:xfrm>
              <a:off x="4365423" y="2445848"/>
              <a:ext cx="498737" cy="191992"/>
            </a:xfrm>
            <a:custGeom>
              <a:rect b="b" l="l" r="r" t="t"/>
              <a:pathLst>
                <a:path extrusionOk="0" h="49" w="131">
                  <a:moveTo>
                    <a:pt x="51" y="49"/>
                  </a:moveTo>
                  <a:cubicBezTo>
                    <a:pt x="78" y="33"/>
                    <a:pt x="104" y="16"/>
                    <a:pt x="131" y="0"/>
                  </a:cubicBezTo>
                  <a:cubicBezTo>
                    <a:pt x="86" y="5"/>
                    <a:pt x="43" y="15"/>
                    <a:pt x="0" y="26"/>
                  </a:cubicBezTo>
                  <a:cubicBezTo>
                    <a:pt x="17" y="33"/>
                    <a:pt x="34" y="41"/>
                    <a:pt x="51" y="49"/>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45" name="Google Shape;645;p14"/>
            <p:cNvSpPr/>
            <p:nvPr/>
          </p:nvSpPr>
          <p:spPr>
            <a:xfrm>
              <a:off x="4608901" y="2449903"/>
              <a:ext cx="251332" cy="443475"/>
            </a:xfrm>
            <a:custGeom>
              <a:rect b="b" l="l" r="r" t="t"/>
              <a:pathLst>
                <a:path extrusionOk="0" h="113" w="66">
                  <a:moveTo>
                    <a:pt x="66" y="0"/>
                  </a:moveTo>
                  <a:cubicBezTo>
                    <a:pt x="46" y="22"/>
                    <a:pt x="24" y="42"/>
                    <a:pt x="0" y="59"/>
                  </a:cubicBezTo>
                  <a:cubicBezTo>
                    <a:pt x="6" y="77"/>
                    <a:pt x="11" y="95"/>
                    <a:pt x="17" y="113"/>
                  </a:cubicBezTo>
                  <a:cubicBezTo>
                    <a:pt x="35" y="75"/>
                    <a:pt x="54" y="34"/>
                    <a:pt x="66" y="0"/>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46" name="Google Shape;646;p14"/>
            <p:cNvSpPr/>
            <p:nvPr/>
          </p:nvSpPr>
          <p:spPr>
            <a:xfrm>
              <a:off x="4491089" y="2637840"/>
              <a:ext cx="117812" cy="113573"/>
            </a:xfrm>
            <a:custGeom>
              <a:rect b="b" l="l" r="r" t="t"/>
              <a:pathLst>
                <a:path extrusionOk="0" h="29" w="31">
                  <a:moveTo>
                    <a:pt x="18" y="0"/>
                  </a:moveTo>
                  <a:cubicBezTo>
                    <a:pt x="12" y="10"/>
                    <a:pt x="5" y="19"/>
                    <a:pt x="0" y="29"/>
                  </a:cubicBezTo>
                  <a:cubicBezTo>
                    <a:pt x="10" y="24"/>
                    <a:pt x="22" y="19"/>
                    <a:pt x="31" y="1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47" name="Google Shape;647;p14"/>
            <p:cNvSpPr/>
            <p:nvPr/>
          </p:nvSpPr>
          <p:spPr>
            <a:xfrm>
              <a:off x="4476690" y="2359316"/>
              <a:ext cx="337727" cy="22985"/>
            </a:xfrm>
            <a:custGeom>
              <a:rect b="b" l="l" r="r" t="t"/>
              <a:pathLst>
                <a:path extrusionOk="0" h="6" w="89">
                  <a:moveTo>
                    <a:pt x="0" y="0"/>
                  </a:moveTo>
                  <a:cubicBezTo>
                    <a:pt x="30" y="2"/>
                    <a:pt x="59" y="4"/>
                    <a:pt x="89" y="6"/>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48" name="Google Shape;648;p14"/>
            <p:cNvSpPr/>
            <p:nvPr/>
          </p:nvSpPr>
          <p:spPr>
            <a:xfrm>
              <a:off x="3315588" y="2689218"/>
              <a:ext cx="490883" cy="505669"/>
            </a:xfrm>
            <a:custGeom>
              <a:rect b="b" l="l" r="r" t="t"/>
              <a:pathLst>
                <a:path extrusionOk="0" h="129" w="129">
                  <a:moveTo>
                    <a:pt x="129" y="64"/>
                  </a:moveTo>
                  <a:cubicBezTo>
                    <a:pt x="129" y="100"/>
                    <a:pt x="100" y="129"/>
                    <a:pt x="64" y="129"/>
                  </a:cubicBezTo>
                  <a:cubicBezTo>
                    <a:pt x="28" y="129"/>
                    <a:pt x="0" y="100"/>
                    <a:pt x="0" y="64"/>
                  </a:cubicBezTo>
                  <a:cubicBezTo>
                    <a:pt x="0" y="29"/>
                    <a:pt x="28" y="0"/>
                    <a:pt x="64" y="0"/>
                  </a:cubicBezTo>
                  <a:cubicBezTo>
                    <a:pt x="100" y="0"/>
                    <a:pt x="129" y="29"/>
                    <a:pt x="129" y="64"/>
                  </a:cubicBezTo>
                  <a:close/>
                  <a:moveTo>
                    <a:pt x="129" y="64"/>
                  </a:moveTo>
                  <a:cubicBezTo>
                    <a:pt x="129" y="64"/>
                    <a:pt x="129" y="64"/>
                    <a:pt x="129" y="64"/>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49" name="Google Shape;649;p14"/>
            <p:cNvSpPr/>
            <p:nvPr/>
          </p:nvSpPr>
          <p:spPr>
            <a:xfrm>
              <a:off x="3422928" y="2759525"/>
              <a:ext cx="287985" cy="360999"/>
            </a:xfrm>
            <a:custGeom>
              <a:rect b="b" l="l" r="r" t="t"/>
              <a:pathLst>
                <a:path extrusionOk="0" h="92" w="76">
                  <a:moveTo>
                    <a:pt x="39" y="6"/>
                  </a:moveTo>
                  <a:cubicBezTo>
                    <a:pt x="54" y="6"/>
                    <a:pt x="67" y="14"/>
                    <a:pt x="69" y="28"/>
                  </a:cubicBezTo>
                  <a:cubicBezTo>
                    <a:pt x="71" y="46"/>
                    <a:pt x="62" y="64"/>
                    <a:pt x="45" y="64"/>
                  </a:cubicBezTo>
                  <a:cubicBezTo>
                    <a:pt x="44" y="64"/>
                    <a:pt x="44" y="64"/>
                    <a:pt x="43" y="64"/>
                  </a:cubicBezTo>
                  <a:cubicBezTo>
                    <a:pt x="38" y="64"/>
                    <a:pt x="36" y="61"/>
                    <a:pt x="32" y="59"/>
                  </a:cubicBezTo>
                  <a:cubicBezTo>
                    <a:pt x="30" y="69"/>
                    <a:pt x="29" y="86"/>
                    <a:pt x="22" y="86"/>
                  </a:cubicBezTo>
                  <a:cubicBezTo>
                    <a:pt x="21" y="86"/>
                    <a:pt x="21" y="86"/>
                    <a:pt x="20" y="86"/>
                  </a:cubicBezTo>
                  <a:cubicBezTo>
                    <a:pt x="13" y="81"/>
                    <a:pt x="24" y="57"/>
                    <a:pt x="26" y="44"/>
                  </a:cubicBezTo>
                  <a:cubicBezTo>
                    <a:pt x="22" y="37"/>
                    <a:pt x="26" y="24"/>
                    <a:pt x="34" y="24"/>
                  </a:cubicBezTo>
                  <a:cubicBezTo>
                    <a:pt x="34" y="24"/>
                    <a:pt x="35" y="24"/>
                    <a:pt x="37" y="24"/>
                  </a:cubicBezTo>
                  <a:cubicBezTo>
                    <a:pt x="48" y="29"/>
                    <a:pt x="26" y="53"/>
                    <a:pt x="41" y="56"/>
                  </a:cubicBezTo>
                  <a:cubicBezTo>
                    <a:pt x="42" y="56"/>
                    <a:pt x="43" y="56"/>
                    <a:pt x="43" y="56"/>
                  </a:cubicBezTo>
                  <a:cubicBezTo>
                    <a:pt x="57" y="56"/>
                    <a:pt x="63" y="28"/>
                    <a:pt x="53" y="19"/>
                  </a:cubicBezTo>
                  <a:cubicBezTo>
                    <a:pt x="49" y="15"/>
                    <a:pt x="44" y="13"/>
                    <a:pt x="39" y="13"/>
                  </a:cubicBezTo>
                  <a:cubicBezTo>
                    <a:pt x="27" y="13"/>
                    <a:pt x="14" y="25"/>
                    <a:pt x="16" y="39"/>
                  </a:cubicBezTo>
                  <a:cubicBezTo>
                    <a:pt x="17" y="44"/>
                    <a:pt x="22" y="45"/>
                    <a:pt x="18" y="52"/>
                  </a:cubicBezTo>
                  <a:cubicBezTo>
                    <a:pt x="9" y="50"/>
                    <a:pt x="7" y="43"/>
                    <a:pt x="7" y="34"/>
                  </a:cubicBezTo>
                  <a:cubicBezTo>
                    <a:pt x="7" y="19"/>
                    <a:pt x="21" y="8"/>
                    <a:pt x="34" y="6"/>
                  </a:cubicBezTo>
                  <a:cubicBezTo>
                    <a:pt x="36" y="6"/>
                    <a:pt x="37" y="6"/>
                    <a:pt x="39" y="6"/>
                  </a:cubicBezTo>
                  <a:moveTo>
                    <a:pt x="39" y="0"/>
                  </a:moveTo>
                  <a:cubicBezTo>
                    <a:pt x="37" y="0"/>
                    <a:pt x="35" y="0"/>
                    <a:pt x="33" y="0"/>
                  </a:cubicBezTo>
                  <a:cubicBezTo>
                    <a:pt x="18" y="2"/>
                    <a:pt x="2" y="14"/>
                    <a:pt x="1" y="34"/>
                  </a:cubicBezTo>
                  <a:cubicBezTo>
                    <a:pt x="0" y="50"/>
                    <a:pt x="9" y="56"/>
                    <a:pt x="16" y="58"/>
                  </a:cubicBezTo>
                  <a:cubicBezTo>
                    <a:pt x="12" y="73"/>
                    <a:pt x="8" y="86"/>
                    <a:pt x="17" y="91"/>
                  </a:cubicBezTo>
                  <a:cubicBezTo>
                    <a:pt x="17" y="91"/>
                    <a:pt x="18" y="91"/>
                    <a:pt x="18" y="92"/>
                  </a:cubicBezTo>
                  <a:cubicBezTo>
                    <a:pt x="19" y="92"/>
                    <a:pt x="21" y="92"/>
                    <a:pt x="22" y="92"/>
                  </a:cubicBezTo>
                  <a:cubicBezTo>
                    <a:pt x="32" y="92"/>
                    <a:pt x="35" y="81"/>
                    <a:pt x="37" y="69"/>
                  </a:cubicBezTo>
                  <a:cubicBezTo>
                    <a:pt x="38" y="69"/>
                    <a:pt x="40" y="70"/>
                    <a:pt x="43" y="70"/>
                  </a:cubicBezTo>
                  <a:cubicBezTo>
                    <a:pt x="43" y="70"/>
                    <a:pt x="44" y="70"/>
                    <a:pt x="45" y="70"/>
                  </a:cubicBezTo>
                  <a:cubicBezTo>
                    <a:pt x="53" y="70"/>
                    <a:pt x="60" y="67"/>
                    <a:pt x="66" y="61"/>
                  </a:cubicBezTo>
                  <a:cubicBezTo>
                    <a:pt x="73" y="52"/>
                    <a:pt x="76" y="40"/>
                    <a:pt x="75" y="27"/>
                  </a:cubicBezTo>
                  <a:cubicBezTo>
                    <a:pt x="72" y="11"/>
                    <a:pt x="58" y="0"/>
                    <a:pt x="39" y="0"/>
                  </a:cubicBezTo>
                  <a:close/>
                  <a:moveTo>
                    <a:pt x="42" y="50"/>
                  </a:moveTo>
                  <a:cubicBezTo>
                    <a:pt x="42" y="48"/>
                    <a:pt x="43" y="44"/>
                    <a:pt x="44" y="42"/>
                  </a:cubicBezTo>
                  <a:cubicBezTo>
                    <a:pt x="46" y="35"/>
                    <a:pt x="49" y="24"/>
                    <a:pt x="40" y="19"/>
                  </a:cubicBezTo>
                  <a:cubicBezTo>
                    <a:pt x="43" y="20"/>
                    <a:pt x="46" y="20"/>
                    <a:pt x="49" y="23"/>
                  </a:cubicBezTo>
                  <a:cubicBezTo>
                    <a:pt x="53" y="27"/>
                    <a:pt x="53" y="36"/>
                    <a:pt x="50" y="44"/>
                  </a:cubicBezTo>
                  <a:cubicBezTo>
                    <a:pt x="49" y="46"/>
                    <a:pt x="47" y="50"/>
                    <a:pt x="43" y="50"/>
                  </a:cubicBezTo>
                  <a:cubicBezTo>
                    <a:pt x="43" y="50"/>
                    <a:pt x="43" y="50"/>
                    <a:pt x="42" y="50"/>
                  </a:cubicBezTo>
                  <a:cubicBezTo>
                    <a:pt x="42" y="50"/>
                    <a:pt x="42" y="50"/>
                    <a:pt x="42" y="5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50" name="Google Shape;650;p14"/>
            <p:cNvSpPr/>
            <p:nvPr/>
          </p:nvSpPr>
          <p:spPr>
            <a:xfrm>
              <a:off x="2714748" y="2256560"/>
              <a:ext cx="418887" cy="455643"/>
            </a:xfrm>
            <a:custGeom>
              <a:rect b="b" l="l" r="r" t="t"/>
              <a:pathLst>
                <a:path extrusionOk="0" h="116" w="110">
                  <a:moveTo>
                    <a:pt x="102" y="45"/>
                  </a:moveTo>
                  <a:cubicBezTo>
                    <a:pt x="57" y="1"/>
                    <a:pt x="57" y="1"/>
                    <a:pt x="57" y="1"/>
                  </a:cubicBezTo>
                  <a:cubicBezTo>
                    <a:pt x="56" y="0"/>
                    <a:pt x="54" y="0"/>
                    <a:pt x="52" y="1"/>
                  </a:cubicBezTo>
                  <a:cubicBezTo>
                    <a:pt x="6" y="47"/>
                    <a:pt x="6" y="47"/>
                    <a:pt x="6" y="47"/>
                  </a:cubicBezTo>
                  <a:cubicBezTo>
                    <a:pt x="2" y="51"/>
                    <a:pt x="0" y="56"/>
                    <a:pt x="0" y="61"/>
                  </a:cubicBezTo>
                  <a:cubicBezTo>
                    <a:pt x="0" y="113"/>
                    <a:pt x="0" y="113"/>
                    <a:pt x="0" y="113"/>
                  </a:cubicBezTo>
                  <a:cubicBezTo>
                    <a:pt x="0" y="115"/>
                    <a:pt x="1" y="116"/>
                    <a:pt x="3" y="116"/>
                  </a:cubicBezTo>
                  <a:cubicBezTo>
                    <a:pt x="28" y="116"/>
                    <a:pt x="28" y="116"/>
                    <a:pt x="28" y="116"/>
                  </a:cubicBezTo>
                  <a:cubicBezTo>
                    <a:pt x="35" y="116"/>
                    <a:pt x="41" y="110"/>
                    <a:pt x="41" y="103"/>
                  </a:cubicBezTo>
                  <a:cubicBezTo>
                    <a:pt x="41" y="73"/>
                    <a:pt x="41" y="73"/>
                    <a:pt x="41" y="73"/>
                  </a:cubicBezTo>
                  <a:cubicBezTo>
                    <a:pt x="41" y="67"/>
                    <a:pt x="46" y="62"/>
                    <a:pt x="52" y="62"/>
                  </a:cubicBezTo>
                  <a:cubicBezTo>
                    <a:pt x="58" y="62"/>
                    <a:pt x="58" y="62"/>
                    <a:pt x="58" y="62"/>
                  </a:cubicBezTo>
                  <a:cubicBezTo>
                    <a:pt x="64" y="62"/>
                    <a:pt x="69" y="67"/>
                    <a:pt x="69" y="73"/>
                  </a:cubicBezTo>
                  <a:cubicBezTo>
                    <a:pt x="69" y="104"/>
                    <a:pt x="69" y="104"/>
                    <a:pt x="69" y="104"/>
                  </a:cubicBezTo>
                  <a:cubicBezTo>
                    <a:pt x="69" y="111"/>
                    <a:pt x="74" y="116"/>
                    <a:pt x="80" y="116"/>
                  </a:cubicBezTo>
                  <a:cubicBezTo>
                    <a:pt x="106" y="116"/>
                    <a:pt x="106" y="116"/>
                    <a:pt x="106" y="116"/>
                  </a:cubicBezTo>
                  <a:cubicBezTo>
                    <a:pt x="108" y="116"/>
                    <a:pt x="110" y="115"/>
                    <a:pt x="110" y="113"/>
                  </a:cubicBezTo>
                  <a:cubicBezTo>
                    <a:pt x="110" y="63"/>
                    <a:pt x="110" y="63"/>
                    <a:pt x="110" y="63"/>
                  </a:cubicBezTo>
                  <a:cubicBezTo>
                    <a:pt x="110" y="57"/>
                    <a:pt x="107" y="50"/>
                    <a:pt x="102" y="45"/>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51" name="Google Shape;651;p14"/>
            <p:cNvSpPr/>
            <p:nvPr/>
          </p:nvSpPr>
          <p:spPr>
            <a:xfrm>
              <a:off x="2627043" y="2099721"/>
              <a:ext cx="590368" cy="310973"/>
            </a:xfrm>
            <a:custGeom>
              <a:rect b="b" l="l" r="r" t="t"/>
              <a:pathLst>
                <a:path extrusionOk="0" h="79" w="155">
                  <a:moveTo>
                    <a:pt x="0" y="67"/>
                  </a:moveTo>
                  <a:cubicBezTo>
                    <a:pt x="78" y="0"/>
                    <a:pt x="78" y="0"/>
                    <a:pt x="78" y="0"/>
                  </a:cubicBezTo>
                  <a:cubicBezTo>
                    <a:pt x="155" y="67"/>
                    <a:pt x="155" y="67"/>
                    <a:pt x="155" y="67"/>
                  </a:cubicBezTo>
                  <a:cubicBezTo>
                    <a:pt x="140" y="78"/>
                    <a:pt x="140" y="78"/>
                    <a:pt x="140" y="78"/>
                  </a:cubicBezTo>
                  <a:cubicBezTo>
                    <a:pt x="122" y="59"/>
                    <a:pt x="100" y="38"/>
                    <a:pt x="78" y="21"/>
                  </a:cubicBezTo>
                  <a:cubicBezTo>
                    <a:pt x="56" y="38"/>
                    <a:pt x="34" y="59"/>
                    <a:pt x="14" y="79"/>
                  </a:cubicBezTo>
                  <a:lnTo>
                    <a:pt x="0" y="67"/>
                  </a:ln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52" name="Google Shape;652;p14"/>
            <p:cNvSpPr/>
            <p:nvPr/>
          </p:nvSpPr>
          <p:spPr>
            <a:xfrm>
              <a:off x="2638825" y="3902012"/>
              <a:ext cx="448994" cy="375872"/>
            </a:xfrm>
            <a:custGeom>
              <a:rect b="b" l="l" r="r" t="t"/>
              <a:pathLst>
                <a:path extrusionOk="0" h="96" w="118">
                  <a:moveTo>
                    <a:pt x="81" y="11"/>
                  </a:moveTo>
                  <a:cubicBezTo>
                    <a:pt x="79" y="6"/>
                    <a:pt x="79" y="6"/>
                    <a:pt x="79" y="6"/>
                  </a:cubicBezTo>
                  <a:cubicBezTo>
                    <a:pt x="77" y="2"/>
                    <a:pt x="73" y="0"/>
                    <a:pt x="69" y="0"/>
                  </a:cubicBezTo>
                  <a:cubicBezTo>
                    <a:pt x="49" y="0"/>
                    <a:pt x="49" y="0"/>
                    <a:pt x="49" y="0"/>
                  </a:cubicBezTo>
                  <a:cubicBezTo>
                    <a:pt x="44" y="0"/>
                    <a:pt x="40" y="2"/>
                    <a:pt x="39" y="6"/>
                  </a:cubicBezTo>
                  <a:cubicBezTo>
                    <a:pt x="37" y="11"/>
                    <a:pt x="37" y="11"/>
                    <a:pt x="37" y="11"/>
                  </a:cubicBezTo>
                  <a:cubicBezTo>
                    <a:pt x="35" y="14"/>
                    <a:pt x="32" y="16"/>
                    <a:pt x="28" y="16"/>
                  </a:cubicBezTo>
                  <a:cubicBezTo>
                    <a:pt x="10" y="16"/>
                    <a:pt x="10" y="16"/>
                    <a:pt x="10" y="16"/>
                  </a:cubicBezTo>
                  <a:cubicBezTo>
                    <a:pt x="4" y="16"/>
                    <a:pt x="0" y="21"/>
                    <a:pt x="0" y="27"/>
                  </a:cubicBezTo>
                  <a:cubicBezTo>
                    <a:pt x="0" y="85"/>
                    <a:pt x="0" y="85"/>
                    <a:pt x="0" y="85"/>
                  </a:cubicBezTo>
                  <a:cubicBezTo>
                    <a:pt x="0" y="91"/>
                    <a:pt x="4" y="96"/>
                    <a:pt x="10" y="96"/>
                  </a:cubicBezTo>
                  <a:cubicBezTo>
                    <a:pt x="108" y="96"/>
                    <a:pt x="108" y="96"/>
                    <a:pt x="108" y="96"/>
                  </a:cubicBezTo>
                  <a:cubicBezTo>
                    <a:pt x="113" y="96"/>
                    <a:pt x="118" y="91"/>
                    <a:pt x="118" y="85"/>
                  </a:cubicBezTo>
                  <a:cubicBezTo>
                    <a:pt x="118" y="27"/>
                    <a:pt x="118" y="27"/>
                    <a:pt x="118" y="27"/>
                  </a:cubicBezTo>
                  <a:cubicBezTo>
                    <a:pt x="118" y="21"/>
                    <a:pt x="113" y="16"/>
                    <a:pt x="108" y="16"/>
                  </a:cubicBezTo>
                  <a:cubicBezTo>
                    <a:pt x="89" y="16"/>
                    <a:pt x="89" y="16"/>
                    <a:pt x="89" y="16"/>
                  </a:cubicBezTo>
                  <a:cubicBezTo>
                    <a:pt x="86" y="16"/>
                    <a:pt x="83" y="14"/>
                    <a:pt x="81" y="11"/>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53" name="Google Shape;653;p14"/>
            <p:cNvSpPr/>
            <p:nvPr/>
          </p:nvSpPr>
          <p:spPr>
            <a:xfrm>
              <a:off x="2756637" y="4019642"/>
              <a:ext cx="209443" cy="214977"/>
            </a:xfrm>
            <a:prstGeom prst="ellipse">
              <a:avLst/>
            </a:pr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54" name="Google Shape;654;p14"/>
            <p:cNvSpPr/>
            <p:nvPr/>
          </p:nvSpPr>
          <p:spPr>
            <a:xfrm>
              <a:off x="2706894" y="3960151"/>
              <a:ext cx="289293" cy="8112"/>
            </a:xfrm>
            <a:custGeom>
              <a:rect b="b" l="l" r="r" t="t"/>
              <a:pathLst>
                <a:path extrusionOk="0" h="2" w="76">
                  <a:moveTo>
                    <a:pt x="0" y="1"/>
                  </a:moveTo>
                  <a:cubicBezTo>
                    <a:pt x="25" y="0"/>
                    <a:pt x="51" y="2"/>
                    <a:pt x="76" y="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55" name="Google Shape;655;p14"/>
            <p:cNvSpPr/>
            <p:nvPr/>
          </p:nvSpPr>
          <p:spPr>
            <a:xfrm>
              <a:off x="2684640" y="3916886"/>
              <a:ext cx="49743" cy="43266"/>
            </a:xfrm>
            <a:custGeom>
              <a:rect b="b" l="l" r="r" t="t"/>
              <a:pathLst>
                <a:path extrusionOk="0" h="11" w="13">
                  <a:moveTo>
                    <a:pt x="1" y="11"/>
                  </a:moveTo>
                  <a:cubicBezTo>
                    <a:pt x="0" y="9"/>
                    <a:pt x="0" y="6"/>
                    <a:pt x="1" y="4"/>
                  </a:cubicBezTo>
                  <a:cubicBezTo>
                    <a:pt x="2" y="2"/>
                    <a:pt x="6" y="0"/>
                    <a:pt x="9" y="2"/>
                  </a:cubicBezTo>
                  <a:cubicBezTo>
                    <a:pt x="12" y="3"/>
                    <a:pt x="13" y="7"/>
                    <a:pt x="11" y="1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56" name="Google Shape;656;p14"/>
            <p:cNvSpPr/>
            <p:nvPr/>
          </p:nvSpPr>
          <p:spPr>
            <a:xfrm>
              <a:off x="2806379" y="4054795"/>
              <a:ext cx="117812" cy="136557"/>
            </a:xfrm>
            <a:custGeom>
              <a:rect b="b" l="l" r="r" t="t"/>
              <a:pathLst>
                <a:path extrusionOk="0" h="35" w="31">
                  <a:moveTo>
                    <a:pt x="28" y="12"/>
                  </a:moveTo>
                  <a:cubicBezTo>
                    <a:pt x="31" y="17"/>
                    <a:pt x="30" y="24"/>
                    <a:pt x="26" y="29"/>
                  </a:cubicBezTo>
                  <a:cubicBezTo>
                    <a:pt x="22" y="33"/>
                    <a:pt x="15" y="35"/>
                    <a:pt x="9" y="33"/>
                  </a:cubicBezTo>
                  <a:cubicBezTo>
                    <a:pt x="4" y="30"/>
                    <a:pt x="0" y="24"/>
                    <a:pt x="1" y="18"/>
                  </a:cubicBezTo>
                  <a:cubicBezTo>
                    <a:pt x="2" y="4"/>
                    <a:pt x="21" y="0"/>
                    <a:pt x="28" y="12"/>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57" name="Google Shape;657;p14"/>
            <p:cNvSpPr/>
            <p:nvPr/>
          </p:nvSpPr>
          <p:spPr>
            <a:xfrm>
              <a:off x="2706894" y="3972319"/>
              <a:ext cx="3927" cy="290692"/>
            </a:xfrm>
            <a:custGeom>
              <a:rect b="b" l="l" r="r" t="t"/>
              <a:pathLst>
                <a:path extrusionOk="0" h="74" w="1">
                  <a:moveTo>
                    <a:pt x="1" y="0"/>
                  </a:moveTo>
                  <a:cubicBezTo>
                    <a:pt x="1" y="26"/>
                    <a:pt x="0" y="49"/>
                    <a:pt x="0" y="74"/>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58" name="Google Shape;658;p14"/>
            <p:cNvSpPr/>
            <p:nvPr/>
          </p:nvSpPr>
          <p:spPr>
            <a:xfrm>
              <a:off x="3015822" y="3968264"/>
              <a:ext cx="3927" cy="298804"/>
            </a:xfrm>
            <a:custGeom>
              <a:rect b="b" l="l" r="r" t="t"/>
              <a:pathLst>
                <a:path extrusionOk="0" h="76" w="1">
                  <a:moveTo>
                    <a:pt x="1" y="0"/>
                  </a:moveTo>
                  <a:cubicBezTo>
                    <a:pt x="0" y="26"/>
                    <a:pt x="0" y="50"/>
                    <a:pt x="0" y="76"/>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59" name="Google Shape;659;p14"/>
            <p:cNvSpPr/>
            <p:nvPr/>
          </p:nvSpPr>
          <p:spPr>
            <a:xfrm>
              <a:off x="2201612" y="2260615"/>
              <a:ext cx="60215" cy="63546"/>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60" name="Google Shape;660;p14"/>
            <p:cNvSpPr/>
            <p:nvPr/>
          </p:nvSpPr>
          <p:spPr>
            <a:xfrm>
              <a:off x="2113907" y="2167324"/>
              <a:ext cx="380925" cy="392096"/>
            </a:xfrm>
            <a:custGeom>
              <a:rect b="b" l="l" r="r" t="t"/>
              <a:pathLst>
                <a:path extrusionOk="0" h="100" w="100">
                  <a:moveTo>
                    <a:pt x="91" y="0"/>
                  </a:moveTo>
                  <a:cubicBezTo>
                    <a:pt x="8" y="0"/>
                    <a:pt x="8" y="0"/>
                    <a:pt x="8" y="0"/>
                  </a:cubicBezTo>
                  <a:cubicBezTo>
                    <a:pt x="4" y="0"/>
                    <a:pt x="0" y="4"/>
                    <a:pt x="0" y="8"/>
                  </a:cubicBezTo>
                  <a:cubicBezTo>
                    <a:pt x="0" y="91"/>
                    <a:pt x="0" y="91"/>
                    <a:pt x="0" y="91"/>
                  </a:cubicBezTo>
                  <a:cubicBezTo>
                    <a:pt x="0" y="96"/>
                    <a:pt x="4" y="100"/>
                    <a:pt x="8" y="100"/>
                  </a:cubicBezTo>
                  <a:cubicBezTo>
                    <a:pt x="91" y="100"/>
                    <a:pt x="91" y="100"/>
                    <a:pt x="91" y="100"/>
                  </a:cubicBezTo>
                  <a:cubicBezTo>
                    <a:pt x="96" y="100"/>
                    <a:pt x="100" y="96"/>
                    <a:pt x="100" y="91"/>
                  </a:cubicBezTo>
                  <a:cubicBezTo>
                    <a:pt x="100" y="8"/>
                    <a:pt x="100" y="8"/>
                    <a:pt x="100" y="8"/>
                  </a:cubicBezTo>
                  <a:cubicBezTo>
                    <a:pt x="100" y="4"/>
                    <a:pt x="96" y="0"/>
                    <a:pt x="91" y="0"/>
                  </a:cubicBezTo>
                  <a:close/>
                  <a:moveTo>
                    <a:pt x="83" y="20"/>
                  </a:moveTo>
                  <a:cubicBezTo>
                    <a:pt x="83" y="44"/>
                    <a:pt x="83" y="44"/>
                    <a:pt x="83" y="44"/>
                  </a:cubicBezTo>
                  <a:cubicBezTo>
                    <a:pt x="77" y="38"/>
                    <a:pt x="77" y="38"/>
                    <a:pt x="77" y="38"/>
                  </a:cubicBezTo>
                  <a:cubicBezTo>
                    <a:pt x="75" y="36"/>
                    <a:pt x="73" y="36"/>
                    <a:pt x="71" y="38"/>
                  </a:cubicBezTo>
                  <a:cubicBezTo>
                    <a:pt x="55" y="54"/>
                    <a:pt x="55" y="54"/>
                    <a:pt x="55" y="54"/>
                  </a:cubicBezTo>
                  <a:cubicBezTo>
                    <a:pt x="55" y="54"/>
                    <a:pt x="54" y="54"/>
                    <a:pt x="54" y="54"/>
                  </a:cubicBezTo>
                  <a:cubicBezTo>
                    <a:pt x="48" y="47"/>
                    <a:pt x="48" y="47"/>
                    <a:pt x="48" y="47"/>
                  </a:cubicBezTo>
                  <a:cubicBezTo>
                    <a:pt x="46" y="46"/>
                    <a:pt x="44" y="46"/>
                    <a:pt x="42" y="47"/>
                  </a:cubicBezTo>
                  <a:cubicBezTo>
                    <a:pt x="14" y="79"/>
                    <a:pt x="14" y="79"/>
                    <a:pt x="14" y="79"/>
                  </a:cubicBezTo>
                  <a:cubicBezTo>
                    <a:pt x="14" y="19"/>
                    <a:pt x="14" y="19"/>
                    <a:pt x="14" y="19"/>
                  </a:cubicBezTo>
                  <a:cubicBezTo>
                    <a:pt x="14" y="17"/>
                    <a:pt x="16" y="14"/>
                    <a:pt x="19" y="14"/>
                  </a:cubicBezTo>
                  <a:cubicBezTo>
                    <a:pt x="77" y="14"/>
                    <a:pt x="77" y="14"/>
                    <a:pt x="77" y="14"/>
                  </a:cubicBezTo>
                  <a:cubicBezTo>
                    <a:pt x="80" y="14"/>
                    <a:pt x="83" y="17"/>
                    <a:pt x="83" y="20"/>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61" name="Google Shape;661;p14"/>
            <p:cNvSpPr/>
            <p:nvPr/>
          </p:nvSpPr>
          <p:spPr>
            <a:xfrm>
              <a:off x="2353458" y="2421511"/>
              <a:ext cx="49743" cy="71659"/>
            </a:xfrm>
            <a:custGeom>
              <a:rect b="b" l="l" r="r" t="t"/>
              <a:pathLst>
                <a:path extrusionOk="0" h="18" w="13">
                  <a:moveTo>
                    <a:pt x="0" y="0"/>
                  </a:moveTo>
                  <a:cubicBezTo>
                    <a:pt x="3" y="5"/>
                    <a:pt x="10" y="13"/>
                    <a:pt x="13" y="18"/>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62" name="Google Shape;662;p14"/>
            <p:cNvSpPr/>
            <p:nvPr/>
          </p:nvSpPr>
          <p:spPr>
            <a:xfrm>
              <a:off x="1850794" y="2245743"/>
              <a:ext cx="407105" cy="443475"/>
            </a:xfrm>
            <a:custGeom>
              <a:rect b="b" l="l" r="r" t="t"/>
              <a:pathLst>
                <a:path extrusionOk="0" h="113" w="107">
                  <a:moveTo>
                    <a:pt x="69" y="5"/>
                  </a:moveTo>
                  <a:cubicBezTo>
                    <a:pt x="66" y="3"/>
                    <a:pt x="64" y="2"/>
                    <a:pt x="61" y="0"/>
                  </a:cubicBezTo>
                  <a:cubicBezTo>
                    <a:pt x="48" y="10"/>
                    <a:pt x="13" y="41"/>
                    <a:pt x="0" y="52"/>
                  </a:cubicBezTo>
                  <a:cubicBezTo>
                    <a:pt x="20" y="75"/>
                    <a:pt x="45" y="94"/>
                    <a:pt x="70" y="113"/>
                  </a:cubicBezTo>
                  <a:cubicBezTo>
                    <a:pt x="84" y="104"/>
                    <a:pt x="96" y="93"/>
                    <a:pt x="107" y="8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63" name="Google Shape;663;p14"/>
            <p:cNvSpPr/>
            <p:nvPr/>
          </p:nvSpPr>
          <p:spPr>
            <a:xfrm>
              <a:off x="1934572" y="2307938"/>
              <a:ext cx="243478" cy="306916"/>
            </a:xfrm>
            <a:custGeom>
              <a:rect b="b" l="l" r="r" t="t"/>
              <a:pathLst>
                <a:path extrusionOk="0" h="227" w="186">
                  <a:moveTo>
                    <a:pt x="137" y="18"/>
                  </a:moveTo>
                  <a:lnTo>
                    <a:pt x="117" y="0"/>
                  </a:lnTo>
                  <a:lnTo>
                    <a:pt x="0" y="99"/>
                  </a:lnTo>
                  <a:lnTo>
                    <a:pt x="137" y="227"/>
                  </a:lnTo>
                  <a:lnTo>
                    <a:pt x="186" y="186"/>
                  </a:ln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64" name="Google Shape;664;p14"/>
            <p:cNvSpPr/>
            <p:nvPr/>
          </p:nvSpPr>
          <p:spPr>
            <a:xfrm>
              <a:off x="2144015" y="4180536"/>
              <a:ext cx="289293" cy="297453"/>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65" name="Google Shape;665;p14"/>
            <p:cNvSpPr/>
            <p:nvPr/>
          </p:nvSpPr>
          <p:spPr>
            <a:xfrm>
              <a:off x="2231719" y="4250843"/>
              <a:ext cx="113884" cy="164951"/>
            </a:xfrm>
            <a:custGeom>
              <a:rect b="b" l="l" r="r" t="t"/>
              <a:pathLst>
                <a:path extrusionOk="0" h="42" w="30">
                  <a:moveTo>
                    <a:pt x="28" y="1"/>
                  </a:moveTo>
                  <a:cubicBezTo>
                    <a:pt x="19" y="1"/>
                    <a:pt x="11" y="0"/>
                    <a:pt x="2" y="0"/>
                  </a:cubicBezTo>
                  <a:cubicBezTo>
                    <a:pt x="2" y="5"/>
                    <a:pt x="1" y="11"/>
                    <a:pt x="1" y="16"/>
                  </a:cubicBezTo>
                  <a:cubicBezTo>
                    <a:pt x="7" y="15"/>
                    <a:pt x="13" y="14"/>
                    <a:pt x="19" y="17"/>
                  </a:cubicBezTo>
                  <a:cubicBezTo>
                    <a:pt x="25" y="19"/>
                    <a:pt x="30" y="24"/>
                    <a:pt x="29" y="30"/>
                  </a:cubicBezTo>
                  <a:cubicBezTo>
                    <a:pt x="29" y="35"/>
                    <a:pt x="26" y="38"/>
                    <a:pt x="22" y="40"/>
                  </a:cubicBezTo>
                  <a:cubicBezTo>
                    <a:pt x="18" y="42"/>
                    <a:pt x="14" y="42"/>
                    <a:pt x="10" y="41"/>
                  </a:cubicBezTo>
                  <a:cubicBezTo>
                    <a:pt x="5" y="40"/>
                    <a:pt x="1" y="37"/>
                    <a:pt x="0" y="3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66" name="Google Shape;666;p14"/>
            <p:cNvSpPr/>
            <p:nvPr/>
          </p:nvSpPr>
          <p:spPr>
            <a:xfrm>
              <a:off x="2011803" y="2767637"/>
              <a:ext cx="441140" cy="482684"/>
            </a:xfrm>
            <a:custGeom>
              <a:rect b="b" l="l" r="r" t="t"/>
              <a:pathLst>
                <a:path extrusionOk="0" h="123" w="116">
                  <a:moveTo>
                    <a:pt x="53" y="123"/>
                  </a:moveTo>
                  <a:cubicBezTo>
                    <a:pt x="52" y="123"/>
                    <a:pt x="50" y="122"/>
                    <a:pt x="49" y="122"/>
                  </a:cubicBezTo>
                  <a:cubicBezTo>
                    <a:pt x="44" y="120"/>
                    <a:pt x="42" y="116"/>
                    <a:pt x="42" y="111"/>
                  </a:cubicBezTo>
                  <a:cubicBezTo>
                    <a:pt x="42" y="111"/>
                    <a:pt x="42" y="103"/>
                    <a:pt x="42" y="97"/>
                  </a:cubicBezTo>
                  <a:cubicBezTo>
                    <a:pt x="42" y="95"/>
                    <a:pt x="40" y="94"/>
                    <a:pt x="38" y="94"/>
                  </a:cubicBezTo>
                  <a:cubicBezTo>
                    <a:pt x="35" y="93"/>
                    <a:pt x="32" y="93"/>
                    <a:pt x="31" y="92"/>
                  </a:cubicBezTo>
                  <a:cubicBezTo>
                    <a:pt x="27" y="91"/>
                    <a:pt x="22" y="90"/>
                    <a:pt x="18" y="87"/>
                  </a:cubicBezTo>
                  <a:cubicBezTo>
                    <a:pt x="10" y="82"/>
                    <a:pt x="4" y="74"/>
                    <a:pt x="2" y="65"/>
                  </a:cubicBezTo>
                  <a:cubicBezTo>
                    <a:pt x="0" y="61"/>
                    <a:pt x="0" y="57"/>
                    <a:pt x="0" y="53"/>
                  </a:cubicBezTo>
                  <a:cubicBezTo>
                    <a:pt x="0" y="40"/>
                    <a:pt x="0" y="40"/>
                    <a:pt x="0" y="40"/>
                  </a:cubicBezTo>
                  <a:cubicBezTo>
                    <a:pt x="0" y="18"/>
                    <a:pt x="18" y="0"/>
                    <a:pt x="40" y="0"/>
                  </a:cubicBezTo>
                  <a:cubicBezTo>
                    <a:pt x="76" y="0"/>
                    <a:pt x="76" y="0"/>
                    <a:pt x="76" y="0"/>
                  </a:cubicBezTo>
                  <a:cubicBezTo>
                    <a:pt x="98" y="0"/>
                    <a:pt x="116" y="18"/>
                    <a:pt x="116" y="40"/>
                  </a:cubicBezTo>
                  <a:cubicBezTo>
                    <a:pt x="116" y="53"/>
                    <a:pt x="116" y="53"/>
                    <a:pt x="116" y="53"/>
                  </a:cubicBezTo>
                  <a:cubicBezTo>
                    <a:pt x="114" y="90"/>
                    <a:pt x="67" y="116"/>
                    <a:pt x="60" y="120"/>
                  </a:cubicBezTo>
                  <a:cubicBezTo>
                    <a:pt x="58" y="122"/>
                    <a:pt x="56" y="123"/>
                    <a:pt x="53" y="123"/>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67" name="Google Shape;667;p14"/>
            <p:cNvSpPr/>
            <p:nvPr/>
          </p:nvSpPr>
          <p:spPr>
            <a:xfrm>
              <a:off x="2068092" y="2829832"/>
              <a:ext cx="323328" cy="350182"/>
            </a:xfrm>
            <a:custGeom>
              <a:rect b="b" l="l" r="r" t="t"/>
              <a:pathLst>
                <a:path extrusionOk="0" h="89" w="85">
                  <a:moveTo>
                    <a:pt x="39" y="72"/>
                  </a:moveTo>
                  <a:cubicBezTo>
                    <a:pt x="39" y="68"/>
                    <a:pt x="36" y="64"/>
                    <a:pt x="32" y="63"/>
                  </a:cubicBezTo>
                  <a:cubicBezTo>
                    <a:pt x="28" y="62"/>
                    <a:pt x="23" y="61"/>
                    <a:pt x="21" y="61"/>
                  </a:cubicBezTo>
                  <a:cubicBezTo>
                    <a:pt x="12" y="58"/>
                    <a:pt x="5" y="52"/>
                    <a:pt x="2" y="43"/>
                  </a:cubicBezTo>
                  <a:cubicBezTo>
                    <a:pt x="1" y="41"/>
                    <a:pt x="0" y="38"/>
                    <a:pt x="0" y="35"/>
                  </a:cubicBezTo>
                  <a:cubicBezTo>
                    <a:pt x="0" y="27"/>
                    <a:pt x="0" y="27"/>
                    <a:pt x="0" y="27"/>
                  </a:cubicBezTo>
                  <a:cubicBezTo>
                    <a:pt x="0" y="12"/>
                    <a:pt x="13" y="0"/>
                    <a:pt x="30" y="0"/>
                  </a:cubicBezTo>
                  <a:cubicBezTo>
                    <a:pt x="56" y="0"/>
                    <a:pt x="56" y="0"/>
                    <a:pt x="56" y="0"/>
                  </a:cubicBezTo>
                  <a:cubicBezTo>
                    <a:pt x="72" y="0"/>
                    <a:pt x="85" y="12"/>
                    <a:pt x="85" y="27"/>
                  </a:cubicBezTo>
                  <a:cubicBezTo>
                    <a:pt x="85" y="35"/>
                    <a:pt x="85" y="35"/>
                    <a:pt x="85" y="35"/>
                  </a:cubicBezTo>
                  <a:cubicBezTo>
                    <a:pt x="84" y="52"/>
                    <a:pt x="73" y="67"/>
                    <a:pt x="61" y="77"/>
                  </a:cubicBezTo>
                  <a:cubicBezTo>
                    <a:pt x="56" y="81"/>
                    <a:pt x="45" y="88"/>
                    <a:pt x="41" y="89"/>
                  </a:cubicBezTo>
                  <a:cubicBezTo>
                    <a:pt x="40" y="89"/>
                    <a:pt x="40" y="80"/>
                    <a:pt x="39" y="72"/>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68" name="Google Shape;668;p14"/>
            <p:cNvSpPr/>
            <p:nvPr/>
          </p:nvSpPr>
          <p:spPr>
            <a:xfrm>
              <a:off x="2155796" y="2916363"/>
              <a:ext cx="147919" cy="8112"/>
            </a:xfrm>
            <a:custGeom>
              <a:rect b="b" l="l" r="r" t="t"/>
              <a:pathLst>
                <a:path extrusionOk="0" h="2" w="39">
                  <a:moveTo>
                    <a:pt x="0" y="2"/>
                  </a:moveTo>
                  <a:cubicBezTo>
                    <a:pt x="13" y="1"/>
                    <a:pt x="26" y="0"/>
                    <a:pt x="39"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69" name="Google Shape;669;p14"/>
            <p:cNvSpPr/>
            <p:nvPr/>
          </p:nvSpPr>
          <p:spPr>
            <a:xfrm>
              <a:off x="2159723" y="2986670"/>
              <a:ext cx="140065" cy="8112"/>
            </a:xfrm>
            <a:custGeom>
              <a:rect b="b" l="l" r="r" t="t"/>
              <a:pathLst>
                <a:path extrusionOk="0" h="2" w="37">
                  <a:moveTo>
                    <a:pt x="0" y="2"/>
                  </a:moveTo>
                  <a:cubicBezTo>
                    <a:pt x="12" y="1"/>
                    <a:pt x="25" y="0"/>
                    <a:pt x="37"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70" name="Google Shape;670;p14"/>
            <p:cNvSpPr/>
            <p:nvPr/>
          </p:nvSpPr>
          <p:spPr>
            <a:xfrm>
              <a:off x="3263228" y="3473411"/>
              <a:ext cx="371762" cy="435362"/>
            </a:xfrm>
            <a:custGeom>
              <a:rect b="b" l="l" r="r" t="t"/>
              <a:pathLst>
                <a:path extrusionOk="0" h="111" w="98">
                  <a:moveTo>
                    <a:pt x="35" y="6"/>
                  </a:moveTo>
                  <a:cubicBezTo>
                    <a:pt x="37" y="6"/>
                    <a:pt x="39" y="7"/>
                    <a:pt x="41" y="8"/>
                  </a:cubicBezTo>
                  <a:cubicBezTo>
                    <a:pt x="41" y="8"/>
                    <a:pt x="53" y="20"/>
                    <a:pt x="60" y="27"/>
                  </a:cubicBezTo>
                  <a:cubicBezTo>
                    <a:pt x="64" y="32"/>
                    <a:pt x="68" y="38"/>
                    <a:pt x="62" y="42"/>
                  </a:cubicBezTo>
                  <a:cubicBezTo>
                    <a:pt x="61" y="43"/>
                    <a:pt x="60" y="44"/>
                    <a:pt x="58" y="44"/>
                  </a:cubicBezTo>
                  <a:cubicBezTo>
                    <a:pt x="54" y="44"/>
                    <a:pt x="51" y="41"/>
                    <a:pt x="48" y="39"/>
                  </a:cubicBezTo>
                  <a:cubicBezTo>
                    <a:pt x="48" y="38"/>
                    <a:pt x="47" y="38"/>
                    <a:pt x="46" y="38"/>
                  </a:cubicBezTo>
                  <a:cubicBezTo>
                    <a:pt x="45" y="38"/>
                    <a:pt x="43" y="39"/>
                    <a:pt x="43" y="41"/>
                  </a:cubicBezTo>
                  <a:cubicBezTo>
                    <a:pt x="43" y="76"/>
                    <a:pt x="43" y="76"/>
                    <a:pt x="43" y="76"/>
                  </a:cubicBezTo>
                  <a:cubicBezTo>
                    <a:pt x="43" y="83"/>
                    <a:pt x="49" y="89"/>
                    <a:pt x="56" y="89"/>
                  </a:cubicBezTo>
                  <a:cubicBezTo>
                    <a:pt x="86" y="89"/>
                    <a:pt x="86" y="89"/>
                    <a:pt x="86" y="89"/>
                  </a:cubicBezTo>
                  <a:cubicBezTo>
                    <a:pt x="89" y="89"/>
                    <a:pt x="92" y="91"/>
                    <a:pt x="92" y="94"/>
                  </a:cubicBezTo>
                  <a:cubicBezTo>
                    <a:pt x="92" y="100"/>
                    <a:pt x="92" y="100"/>
                    <a:pt x="92" y="100"/>
                  </a:cubicBezTo>
                  <a:cubicBezTo>
                    <a:pt x="92" y="102"/>
                    <a:pt x="89" y="105"/>
                    <a:pt x="87" y="105"/>
                  </a:cubicBezTo>
                  <a:cubicBezTo>
                    <a:pt x="51" y="105"/>
                    <a:pt x="51" y="105"/>
                    <a:pt x="51" y="105"/>
                  </a:cubicBezTo>
                  <a:cubicBezTo>
                    <a:pt x="38" y="105"/>
                    <a:pt x="28" y="94"/>
                    <a:pt x="28" y="82"/>
                  </a:cubicBezTo>
                  <a:cubicBezTo>
                    <a:pt x="28" y="39"/>
                    <a:pt x="28" y="39"/>
                    <a:pt x="28" y="39"/>
                  </a:cubicBezTo>
                  <a:cubicBezTo>
                    <a:pt x="28" y="37"/>
                    <a:pt x="26" y="36"/>
                    <a:pt x="25" y="36"/>
                  </a:cubicBezTo>
                  <a:cubicBezTo>
                    <a:pt x="24" y="36"/>
                    <a:pt x="23" y="37"/>
                    <a:pt x="23" y="37"/>
                  </a:cubicBezTo>
                  <a:cubicBezTo>
                    <a:pt x="19" y="41"/>
                    <a:pt x="19" y="41"/>
                    <a:pt x="19" y="41"/>
                  </a:cubicBezTo>
                  <a:cubicBezTo>
                    <a:pt x="17" y="42"/>
                    <a:pt x="15" y="43"/>
                    <a:pt x="13" y="43"/>
                  </a:cubicBezTo>
                  <a:cubicBezTo>
                    <a:pt x="12" y="43"/>
                    <a:pt x="10" y="42"/>
                    <a:pt x="8" y="41"/>
                  </a:cubicBezTo>
                  <a:cubicBezTo>
                    <a:pt x="8" y="41"/>
                    <a:pt x="8" y="41"/>
                    <a:pt x="8" y="41"/>
                  </a:cubicBezTo>
                  <a:cubicBezTo>
                    <a:pt x="5" y="38"/>
                    <a:pt x="5" y="33"/>
                    <a:pt x="8" y="30"/>
                  </a:cubicBezTo>
                  <a:cubicBezTo>
                    <a:pt x="30" y="8"/>
                    <a:pt x="30" y="8"/>
                    <a:pt x="30" y="8"/>
                  </a:cubicBezTo>
                  <a:cubicBezTo>
                    <a:pt x="31" y="7"/>
                    <a:pt x="33" y="6"/>
                    <a:pt x="35" y="6"/>
                  </a:cubicBezTo>
                  <a:moveTo>
                    <a:pt x="35" y="0"/>
                  </a:moveTo>
                  <a:cubicBezTo>
                    <a:pt x="31" y="0"/>
                    <a:pt x="28" y="1"/>
                    <a:pt x="25" y="4"/>
                  </a:cubicBezTo>
                  <a:cubicBezTo>
                    <a:pt x="4" y="26"/>
                    <a:pt x="4" y="26"/>
                    <a:pt x="4" y="26"/>
                  </a:cubicBezTo>
                  <a:cubicBezTo>
                    <a:pt x="1" y="28"/>
                    <a:pt x="0" y="32"/>
                    <a:pt x="0" y="36"/>
                  </a:cubicBezTo>
                  <a:cubicBezTo>
                    <a:pt x="0" y="39"/>
                    <a:pt x="1" y="43"/>
                    <a:pt x="4" y="45"/>
                  </a:cubicBezTo>
                  <a:cubicBezTo>
                    <a:pt x="4" y="45"/>
                    <a:pt x="4" y="45"/>
                    <a:pt x="4" y="45"/>
                  </a:cubicBezTo>
                  <a:cubicBezTo>
                    <a:pt x="4" y="46"/>
                    <a:pt x="4" y="46"/>
                    <a:pt x="4" y="46"/>
                  </a:cubicBezTo>
                  <a:cubicBezTo>
                    <a:pt x="7" y="48"/>
                    <a:pt x="10" y="49"/>
                    <a:pt x="13" y="49"/>
                  </a:cubicBezTo>
                  <a:cubicBezTo>
                    <a:pt x="17" y="49"/>
                    <a:pt x="19" y="48"/>
                    <a:pt x="22" y="46"/>
                  </a:cubicBezTo>
                  <a:cubicBezTo>
                    <a:pt x="22" y="82"/>
                    <a:pt x="22" y="82"/>
                    <a:pt x="22" y="82"/>
                  </a:cubicBezTo>
                  <a:cubicBezTo>
                    <a:pt x="22" y="98"/>
                    <a:pt x="35" y="111"/>
                    <a:pt x="51" y="111"/>
                  </a:cubicBezTo>
                  <a:cubicBezTo>
                    <a:pt x="87" y="111"/>
                    <a:pt x="87" y="111"/>
                    <a:pt x="87" y="111"/>
                  </a:cubicBezTo>
                  <a:cubicBezTo>
                    <a:pt x="93" y="111"/>
                    <a:pt x="98" y="106"/>
                    <a:pt x="98" y="100"/>
                  </a:cubicBezTo>
                  <a:cubicBezTo>
                    <a:pt x="98" y="94"/>
                    <a:pt x="98" y="94"/>
                    <a:pt x="98" y="94"/>
                  </a:cubicBezTo>
                  <a:cubicBezTo>
                    <a:pt x="98" y="88"/>
                    <a:pt x="93" y="83"/>
                    <a:pt x="86" y="83"/>
                  </a:cubicBezTo>
                  <a:cubicBezTo>
                    <a:pt x="56" y="83"/>
                    <a:pt x="56" y="83"/>
                    <a:pt x="56" y="83"/>
                  </a:cubicBezTo>
                  <a:cubicBezTo>
                    <a:pt x="52" y="83"/>
                    <a:pt x="49" y="80"/>
                    <a:pt x="49" y="76"/>
                  </a:cubicBezTo>
                  <a:cubicBezTo>
                    <a:pt x="49" y="47"/>
                    <a:pt x="49" y="47"/>
                    <a:pt x="49" y="47"/>
                  </a:cubicBezTo>
                  <a:cubicBezTo>
                    <a:pt x="52" y="49"/>
                    <a:pt x="55" y="50"/>
                    <a:pt x="58" y="50"/>
                  </a:cubicBezTo>
                  <a:cubicBezTo>
                    <a:pt x="61" y="50"/>
                    <a:pt x="64" y="49"/>
                    <a:pt x="66" y="47"/>
                  </a:cubicBezTo>
                  <a:cubicBezTo>
                    <a:pt x="70" y="44"/>
                    <a:pt x="71" y="40"/>
                    <a:pt x="71" y="38"/>
                  </a:cubicBezTo>
                  <a:cubicBezTo>
                    <a:pt x="72" y="32"/>
                    <a:pt x="68" y="27"/>
                    <a:pt x="64" y="23"/>
                  </a:cubicBezTo>
                  <a:cubicBezTo>
                    <a:pt x="57" y="16"/>
                    <a:pt x="45" y="4"/>
                    <a:pt x="45" y="4"/>
                  </a:cubicBezTo>
                  <a:cubicBezTo>
                    <a:pt x="42" y="1"/>
                    <a:pt x="39" y="0"/>
                    <a:pt x="35"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71" name="Google Shape;671;p14"/>
            <p:cNvSpPr/>
            <p:nvPr/>
          </p:nvSpPr>
          <p:spPr>
            <a:xfrm>
              <a:off x="3490997" y="3399047"/>
              <a:ext cx="373071" cy="435362"/>
            </a:xfrm>
            <a:custGeom>
              <a:rect b="b" l="l" r="r" t="t"/>
              <a:pathLst>
                <a:path extrusionOk="0" h="111" w="98">
                  <a:moveTo>
                    <a:pt x="47" y="6"/>
                  </a:moveTo>
                  <a:cubicBezTo>
                    <a:pt x="59" y="6"/>
                    <a:pt x="70" y="16"/>
                    <a:pt x="70" y="29"/>
                  </a:cubicBezTo>
                  <a:cubicBezTo>
                    <a:pt x="70" y="71"/>
                    <a:pt x="70" y="71"/>
                    <a:pt x="70" y="71"/>
                  </a:cubicBezTo>
                  <a:cubicBezTo>
                    <a:pt x="70" y="73"/>
                    <a:pt x="71" y="74"/>
                    <a:pt x="73" y="74"/>
                  </a:cubicBezTo>
                  <a:cubicBezTo>
                    <a:pt x="73" y="74"/>
                    <a:pt x="74" y="74"/>
                    <a:pt x="75" y="73"/>
                  </a:cubicBezTo>
                  <a:cubicBezTo>
                    <a:pt x="78" y="70"/>
                    <a:pt x="78" y="70"/>
                    <a:pt x="78" y="70"/>
                  </a:cubicBezTo>
                  <a:cubicBezTo>
                    <a:pt x="80" y="68"/>
                    <a:pt x="82" y="67"/>
                    <a:pt x="84" y="67"/>
                  </a:cubicBezTo>
                  <a:cubicBezTo>
                    <a:pt x="86" y="67"/>
                    <a:pt x="88" y="68"/>
                    <a:pt x="89" y="69"/>
                  </a:cubicBezTo>
                  <a:cubicBezTo>
                    <a:pt x="89" y="69"/>
                    <a:pt x="89" y="69"/>
                    <a:pt x="89" y="69"/>
                  </a:cubicBezTo>
                  <a:cubicBezTo>
                    <a:pt x="92" y="72"/>
                    <a:pt x="92" y="78"/>
                    <a:pt x="89" y="81"/>
                  </a:cubicBezTo>
                  <a:cubicBezTo>
                    <a:pt x="68" y="102"/>
                    <a:pt x="68" y="102"/>
                    <a:pt x="68" y="102"/>
                  </a:cubicBezTo>
                  <a:cubicBezTo>
                    <a:pt x="66" y="104"/>
                    <a:pt x="64" y="105"/>
                    <a:pt x="62" y="105"/>
                  </a:cubicBezTo>
                  <a:cubicBezTo>
                    <a:pt x="60" y="105"/>
                    <a:pt x="58" y="104"/>
                    <a:pt x="57" y="102"/>
                  </a:cubicBezTo>
                  <a:cubicBezTo>
                    <a:pt x="57" y="102"/>
                    <a:pt x="44" y="91"/>
                    <a:pt x="37" y="83"/>
                  </a:cubicBezTo>
                  <a:cubicBezTo>
                    <a:pt x="33" y="79"/>
                    <a:pt x="29" y="73"/>
                    <a:pt x="35" y="68"/>
                  </a:cubicBezTo>
                  <a:cubicBezTo>
                    <a:pt x="36" y="67"/>
                    <a:pt x="38" y="67"/>
                    <a:pt x="39" y="67"/>
                  </a:cubicBezTo>
                  <a:cubicBezTo>
                    <a:pt x="43" y="67"/>
                    <a:pt x="47" y="69"/>
                    <a:pt x="49" y="72"/>
                  </a:cubicBezTo>
                  <a:cubicBezTo>
                    <a:pt x="50" y="73"/>
                    <a:pt x="50" y="73"/>
                    <a:pt x="51" y="73"/>
                  </a:cubicBezTo>
                  <a:cubicBezTo>
                    <a:pt x="53" y="73"/>
                    <a:pt x="54" y="72"/>
                    <a:pt x="54" y="70"/>
                  </a:cubicBezTo>
                  <a:cubicBezTo>
                    <a:pt x="54" y="34"/>
                    <a:pt x="54" y="34"/>
                    <a:pt x="54" y="34"/>
                  </a:cubicBezTo>
                  <a:cubicBezTo>
                    <a:pt x="54" y="27"/>
                    <a:pt x="48" y="21"/>
                    <a:pt x="41" y="21"/>
                  </a:cubicBezTo>
                  <a:cubicBezTo>
                    <a:pt x="11" y="21"/>
                    <a:pt x="11" y="21"/>
                    <a:pt x="11" y="21"/>
                  </a:cubicBezTo>
                  <a:cubicBezTo>
                    <a:pt x="8" y="21"/>
                    <a:pt x="6" y="19"/>
                    <a:pt x="6" y="16"/>
                  </a:cubicBezTo>
                  <a:cubicBezTo>
                    <a:pt x="6" y="11"/>
                    <a:pt x="6" y="11"/>
                    <a:pt x="6" y="11"/>
                  </a:cubicBezTo>
                  <a:cubicBezTo>
                    <a:pt x="6" y="8"/>
                    <a:pt x="8" y="6"/>
                    <a:pt x="11" y="6"/>
                  </a:cubicBezTo>
                  <a:cubicBezTo>
                    <a:pt x="47" y="6"/>
                    <a:pt x="47" y="6"/>
                    <a:pt x="47" y="6"/>
                  </a:cubicBezTo>
                  <a:moveTo>
                    <a:pt x="47" y="0"/>
                  </a:moveTo>
                  <a:cubicBezTo>
                    <a:pt x="11" y="0"/>
                    <a:pt x="11" y="0"/>
                    <a:pt x="11" y="0"/>
                  </a:cubicBezTo>
                  <a:cubicBezTo>
                    <a:pt x="5" y="0"/>
                    <a:pt x="0" y="5"/>
                    <a:pt x="0" y="11"/>
                  </a:cubicBezTo>
                  <a:cubicBezTo>
                    <a:pt x="0" y="16"/>
                    <a:pt x="0" y="16"/>
                    <a:pt x="0" y="16"/>
                  </a:cubicBezTo>
                  <a:cubicBezTo>
                    <a:pt x="0" y="22"/>
                    <a:pt x="5" y="27"/>
                    <a:pt x="11" y="27"/>
                  </a:cubicBezTo>
                  <a:cubicBezTo>
                    <a:pt x="41" y="27"/>
                    <a:pt x="41" y="27"/>
                    <a:pt x="41" y="27"/>
                  </a:cubicBezTo>
                  <a:cubicBezTo>
                    <a:pt x="45" y="27"/>
                    <a:pt x="48" y="30"/>
                    <a:pt x="48" y="34"/>
                  </a:cubicBezTo>
                  <a:cubicBezTo>
                    <a:pt x="48" y="63"/>
                    <a:pt x="48" y="63"/>
                    <a:pt x="48" y="63"/>
                  </a:cubicBezTo>
                  <a:cubicBezTo>
                    <a:pt x="46" y="62"/>
                    <a:pt x="43" y="61"/>
                    <a:pt x="39" y="61"/>
                  </a:cubicBezTo>
                  <a:cubicBezTo>
                    <a:pt x="36" y="61"/>
                    <a:pt x="33" y="62"/>
                    <a:pt x="31" y="64"/>
                  </a:cubicBezTo>
                  <a:cubicBezTo>
                    <a:pt x="27" y="67"/>
                    <a:pt x="26" y="70"/>
                    <a:pt x="26" y="73"/>
                  </a:cubicBezTo>
                  <a:cubicBezTo>
                    <a:pt x="26" y="79"/>
                    <a:pt x="30" y="84"/>
                    <a:pt x="33" y="87"/>
                  </a:cubicBezTo>
                  <a:cubicBezTo>
                    <a:pt x="40" y="95"/>
                    <a:pt x="52" y="106"/>
                    <a:pt x="52" y="107"/>
                  </a:cubicBezTo>
                  <a:cubicBezTo>
                    <a:pt x="55" y="109"/>
                    <a:pt x="58" y="111"/>
                    <a:pt x="62" y="111"/>
                  </a:cubicBezTo>
                  <a:cubicBezTo>
                    <a:pt x="66" y="111"/>
                    <a:pt x="69" y="109"/>
                    <a:pt x="72" y="107"/>
                  </a:cubicBezTo>
                  <a:cubicBezTo>
                    <a:pt x="94" y="85"/>
                    <a:pt x="94" y="85"/>
                    <a:pt x="94" y="85"/>
                  </a:cubicBezTo>
                  <a:cubicBezTo>
                    <a:pt x="96" y="82"/>
                    <a:pt x="98" y="79"/>
                    <a:pt x="98" y="75"/>
                  </a:cubicBezTo>
                  <a:cubicBezTo>
                    <a:pt x="98" y="71"/>
                    <a:pt x="96" y="68"/>
                    <a:pt x="93" y="65"/>
                  </a:cubicBezTo>
                  <a:cubicBezTo>
                    <a:pt x="90" y="63"/>
                    <a:pt x="87" y="61"/>
                    <a:pt x="84" y="61"/>
                  </a:cubicBezTo>
                  <a:cubicBezTo>
                    <a:pt x="81" y="61"/>
                    <a:pt x="78" y="62"/>
                    <a:pt x="76" y="64"/>
                  </a:cubicBezTo>
                  <a:cubicBezTo>
                    <a:pt x="76" y="29"/>
                    <a:pt x="76" y="29"/>
                    <a:pt x="76" y="29"/>
                  </a:cubicBezTo>
                  <a:cubicBezTo>
                    <a:pt x="76" y="13"/>
                    <a:pt x="63" y="0"/>
                    <a:pt x="47"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72" name="Google Shape;672;p14"/>
            <p:cNvSpPr/>
            <p:nvPr/>
          </p:nvSpPr>
          <p:spPr>
            <a:xfrm>
              <a:off x="2026203" y="3516677"/>
              <a:ext cx="426741" cy="443475"/>
            </a:xfrm>
            <a:custGeom>
              <a:rect b="b" l="l" r="r" t="t"/>
              <a:pathLst>
                <a:path extrusionOk="0" h="113" w="112">
                  <a:moveTo>
                    <a:pt x="79" y="0"/>
                  </a:moveTo>
                  <a:cubicBezTo>
                    <a:pt x="33" y="0"/>
                    <a:pt x="33" y="0"/>
                    <a:pt x="33" y="0"/>
                  </a:cubicBezTo>
                  <a:cubicBezTo>
                    <a:pt x="15" y="0"/>
                    <a:pt x="0" y="15"/>
                    <a:pt x="0" y="34"/>
                  </a:cubicBezTo>
                  <a:cubicBezTo>
                    <a:pt x="0" y="79"/>
                    <a:pt x="0" y="79"/>
                    <a:pt x="0" y="79"/>
                  </a:cubicBezTo>
                  <a:cubicBezTo>
                    <a:pt x="0" y="98"/>
                    <a:pt x="15" y="113"/>
                    <a:pt x="33" y="113"/>
                  </a:cubicBezTo>
                  <a:cubicBezTo>
                    <a:pt x="79" y="113"/>
                    <a:pt x="79" y="113"/>
                    <a:pt x="79" y="113"/>
                  </a:cubicBezTo>
                  <a:cubicBezTo>
                    <a:pt x="97" y="113"/>
                    <a:pt x="112" y="98"/>
                    <a:pt x="112" y="79"/>
                  </a:cubicBezTo>
                  <a:cubicBezTo>
                    <a:pt x="112" y="34"/>
                    <a:pt x="112" y="34"/>
                    <a:pt x="112" y="34"/>
                  </a:cubicBezTo>
                  <a:cubicBezTo>
                    <a:pt x="112" y="15"/>
                    <a:pt x="97" y="0"/>
                    <a:pt x="79" y="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73" name="Google Shape;673;p14"/>
            <p:cNvSpPr/>
            <p:nvPr/>
          </p:nvSpPr>
          <p:spPr>
            <a:xfrm>
              <a:off x="2303715" y="3559943"/>
              <a:ext cx="107340" cy="109516"/>
            </a:xfrm>
            <a:custGeom>
              <a:rect b="b" l="l" r="r" t="t"/>
              <a:pathLst>
                <a:path extrusionOk="0" h="28" w="28">
                  <a:moveTo>
                    <a:pt x="14" y="6"/>
                  </a:moveTo>
                  <a:cubicBezTo>
                    <a:pt x="19" y="6"/>
                    <a:pt x="22" y="10"/>
                    <a:pt x="22" y="14"/>
                  </a:cubicBezTo>
                  <a:cubicBezTo>
                    <a:pt x="22" y="19"/>
                    <a:pt x="19" y="22"/>
                    <a:pt x="14" y="22"/>
                  </a:cubicBezTo>
                  <a:cubicBezTo>
                    <a:pt x="10" y="22"/>
                    <a:pt x="6" y="19"/>
                    <a:pt x="6" y="14"/>
                  </a:cubicBezTo>
                  <a:cubicBezTo>
                    <a:pt x="6" y="10"/>
                    <a:pt x="10" y="6"/>
                    <a:pt x="14" y="6"/>
                  </a:cubicBezTo>
                  <a:moveTo>
                    <a:pt x="14" y="0"/>
                  </a:moveTo>
                  <a:cubicBezTo>
                    <a:pt x="7" y="0"/>
                    <a:pt x="0" y="6"/>
                    <a:pt x="0" y="14"/>
                  </a:cubicBezTo>
                  <a:cubicBezTo>
                    <a:pt x="0" y="22"/>
                    <a:pt x="7" y="28"/>
                    <a:pt x="14" y="28"/>
                  </a:cubicBezTo>
                  <a:cubicBezTo>
                    <a:pt x="22" y="28"/>
                    <a:pt x="28" y="22"/>
                    <a:pt x="28" y="14"/>
                  </a:cubicBezTo>
                  <a:cubicBezTo>
                    <a:pt x="28" y="6"/>
                    <a:pt x="22" y="0"/>
                    <a:pt x="14" y="0"/>
                  </a:cubicBezTo>
                  <a:close/>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74" name="Google Shape;674;p14"/>
            <p:cNvSpPr/>
            <p:nvPr/>
          </p:nvSpPr>
          <p:spPr>
            <a:xfrm>
              <a:off x="2026203" y="3516677"/>
              <a:ext cx="426741" cy="443475"/>
            </a:xfrm>
            <a:custGeom>
              <a:rect b="b" l="l" r="r" t="t"/>
              <a:pathLst>
                <a:path extrusionOk="0" h="113" w="112">
                  <a:moveTo>
                    <a:pt x="79" y="0"/>
                  </a:moveTo>
                  <a:cubicBezTo>
                    <a:pt x="33" y="0"/>
                    <a:pt x="33" y="0"/>
                    <a:pt x="33" y="0"/>
                  </a:cubicBezTo>
                  <a:cubicBezTo>
                    <a:pt x="15" y="0"/>
                    <a:pt x="0" y="15"/>
                    <a:pt x="0" y="34"/>
                  </a:cubicBezTo>
                  <a:cubicBezTo>
                    <a:pt x="0" y="79"/>
                    <a:pt x="0" y="79"/>
                    <a:pt x="0" y="79"/>
                  </a:cubicBezTo>
                  <a:cubicBezTo>
                    <a:pt x="0" y="98"/>
                    <a:pt x="15" y="113"/>
                    <a:pt x="33" y="113"/>
                  </a:cubicBezTo>
                  <a:cubicBezTo>
                    <a:pt x="79" y="113"/>
                    <a:pt x="79" y="113"/>
                    <a:pt x="79" y="113"/>
                  </a:cubicBezTo>
                  <a:cubicBezTo>
                    <a:pt x="97" y="113"/>
                    <a:pt x="112" y="98"/>
                    <a:pt x="112" y="79"/>
                  </a:cubicBezTo>
                  <a:cubicBezTo>
                    <a:pt x="112" y="34"/>
                    <a:pt x="112" y="34"/>
                    <a:pt x="112" y="34"/>
                  </a:cubicBezTo>
                  <a:cubicBezTo>
                    <a:pt x="112" y="15"/>
                    <a:pt x="97" y="0"/>
                    <a:pt x="79" y="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75" name="Google Shape;675;p14"/>
            <p:cNvSpPr/>
            <p:nvPr/>
          </p:nvSpPr>
          <p:spPr>
            <a:xfrm>
              <a:off x="2147942" y="3658642"/>
              <a:ext cx="175409" cy="179823"/>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76" name="Google Shape;676;p14"/>
            <p:cNvSpPr/>
            <p:nvPr/>
          </p:nvSpPr>
          <p:spPr>
            <a:xfrm>
              <a:off x="2083800" y="3580223"/>
              <a:ext cx="311547" cy="321790"/>
            </a:xfrm>
            <a:custGeom>
              <a:rect b="b" l="l" r="r" t="t"/>
              <a:pathLst>
                <a:path extrusionOk="0" h="82" w="82">
                  <a:moveTo>
                    <a:pt x="67" y="2"/>
                  </a:moveTo>
                  <a:cubicBezTo>
                    <a:pt x="64" y="0"/>
                    <a:pt x="61" y="0"/>
                    <a:pt x="58" y="0"/>
                  </a:cubicBezTo>
                  <a:cubicBezTo>
                    <a:pt x="25" y="0"/>
                    <a:pt x="25" y="0"/>
                    <a:pt x="25" y="0"/>
                  </a:cubicBezTo>
                  <a:cubicBezTo>
                    <a:pt x="11" y="0"/>
                    <a:pt x="0" y="11"/>
                    <a:pt x="0" y="24"/>
                  </a:cubicBezTo>
                  <a:cubicBezTo>
                    <a:pt x="0" y="57"/>
                    <a:pt x="0" y="57"/>
                    <a:pt x="0" y="57"/>
                  </a:cubicBezTo>
                  <a:cubicBezTo>
                    <a:pt x="0" y="71"/>
                    <a:pt x="11" y="82"/>
                    <a:pt x="25" y="82"/>
                  </a:cubicBezTo>
                  <a:cubicBezTo>
                    <a:pt x="58" y="82"/>
                    <a:pt x="58" y="82"/>
                    <a:pt x="58" y="82"/>
                  </a:cubicBezTo>
                  <a:cubicBezTo>
                    <a:pt x="71" y="82"/>
                    <a:pt x="82" y="71"/>
                    <a:pt x="82" y="57"/>
                  </a:cubicBezTo>
                  <a:cubicBezTo>
                    <a:pt x="82" y="24"/>
                    <a:pt x="82" y="24"/>
                    <a:pt x="82" y="24"/>
                  </a:cubicBezTo>
                  <a:cubicBezTo>
                    <a:pt x="82" y="21"/>
                    <a:pt x="81" y="18"/>
                    <a:pt x="80" y="15"/>
                  </a:cubicBezTo>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77" name="Google Shape;677;p14"/>
            <p:cNvSpPr/>
            <p:nvPr/>
          </p:nvSpPr>
          <p:spPr>
            <a:xfrm>
              <a:off x="1417508" y="4552352"/>
              <a:ext cx="289293" cy="298804"/>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78" name="Google Shape;678;p14"/>
            <p:cNvSpPr/>
            <p:nvPr/>
          </p:nvSpPr>
          <p:spPr>
            <a:xfrm>
              <a:off x="1513067" y="4611843"/>
              <a:ext cx="98176" cy="86532"/>
            </a:xfrm>
            <a:custGeom>
              <a:rect b="b" l="l" r="r" t="t"/>
              <a:pathLst>
                <a:path extrusionOk="0" h="22" w="26">
                  <a:moveTo>
                    <a:pt x="0" y="4"/>
                  </a:moveTo>
                  <a:cubicBezTo>
                    <a:pt x="5" y="2"/>
                    <a:pt x="10" y="0"/>
                    <a:pt x="16" y="1"/>
                  </a:cubicBezTo>
                  <a:cubicBezTo>
                    <a:pt x="19" y="2"/>
                    <a:pt x="23" y="3"/>
                    <a:pt x="25" y="7"/>
                  </a:cubicBezTo>
                  <a:cubicBezTo>
                    <a:pt x="26" y="9"/>
                    <a:pt x="26" y="13"/>
                    <a:pt x="24" y="16"/>
                  </a:cubicBezTo>
                  <a:cubicBezTo>
                    <a:pt x="22" y="18"/>
                    <a:pt x="19" y="20"/>
                    <a:pt x="16" y="21"/>
                  </a:cubicBezTo>
                  <a:cubicBezTo>
                    <a:pt x="13" y="22"/>
                    <a:pt x="9" y="22"/>
                    <a:pt x="6" y="22"/>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79" name="Google Shape;679;p14"/>
            <p:cNvSpPr/>
            <p:nvPr/>
          </p:nvSpPr>
          <p:spPr>
            <a:xfrm>
              <a:off x="1520921" y="4694318"/>
              <a:ext cx="128284" cy="98700"/>
            </a:xfrm>
            <a:custGeom>
              <a:rect b="b" l="l" r="r" t="t"/>
              <a:pathLst>
                <a:path extrusionOk="0" h="25" w="34">
                  <a:moveTo>
                    <a:pt x="6" y="1"/>
                  </a:moveTo>
                  <a:cubicBezTo>
                    <a:pt x="9" y="0"/>
                    <a:pt x="12" y="0"/>
                    <a:pt x="16" y="1"/>
                  </a:cubicBezTo>
                  <a:cubicBezTo>
                    <a:pt x="19" y="1"/>
                    <a:pt x="23" y="2"/>
                    <a:pt x="25" y="4"/>
                  </a:cubicBezTo>
                  <a:cubicBezTo>
                    <a:pt x="34" y="11"/>
                    <a:pt x="25" y="22"/>
                    <a:pt x="17" y="24"/>
                  </a:cubicBezTo>
                  <a:cubicBezTo>
                    <a:pt x="10" y="25"/>
                    <a:pt x="3" y="22"/>
                    <a:pt x="0" y="16"/>
                  </a:cubicBezTo>
                </a:path>
              </a:pathLst>
            </a:custGeom>
            <a:noFill/>
            <a:ln cap="rnd"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80" name="Google Shape;680;p14"/>
            <p:cNvSpPr/>
            <p:nvPr/>
          </p:nvSpPr>
          <p:spPr>
            <a:xfrm>
              <a:off x="1493431" y="3190831"/>
              <a:ext cx="396633" cy="730111"/>
            </a:xfrm>
            <a:custGeom>
              <a:rect b="b" l="l" r="r" t="t"/>
              <a:pathLst>
                <a:path extrusionOk="0" h="186" w="104">
                  <a:moveTo>
                    <a:pt x="93" y="0"/>
                  </a:moveTo>
                  <a:cubicBezTo>
                    <a:pt x="13" y="0"/>
                    <a:pt x="13" y="0"/>
                    <a:pt x="13" y="0"/>
                  </a:cubicBezTo>
                  <a:cubicBezTo>
                    <a:pt x="6" y="0"/>
                    <a:pt x="0" y="6"/>
                    <a:pt x="0" y="13"/>
                  </a:cubicBezTo>
                  <a:cubicBezTo>
                    <a:pt x="0" y="172"/>
                    <a:pt x="0" y="172"/>
                    <a:pt x="0" y="172"/>
                  </a:cubicBezTo>
                  <a:cubicBezTo>
                    <a:pt x="0" y="180"/>
                    <a:pt x="6" y="186"/>
                    <a:pt x="13" y="186"/>
                  </a:cubicBezTo>
                  <a:cubicBezTo>
                    <a:pt x="90" y="186"/>
                    <a:pt x="90" y="186"/>
                    <a:pt x="90" y="186"/>
                  </a:cubicBezTo>
                  <a:cubicBezTo>
                    <a:pt x="97" y="186"/>
                    <a:pt x="103" y="180"/>
                    <a:pt x="103" y="172"/>
                  </a:cubicBezTo>
                  <a:cubicBezTo>
                    <a:pt x="103" y="13"/>
                    <a:pt x="103" y="13"/>
                    <a:pt x="103" y="13"/>
                  </a:cubicBezTo>
                  <a:cubicBezTo>
                    <a:pt x="104" y="1"/>
                    <a:pt x="93" y="0"/>
                    <a:pt x="93" y="0"/>
                  </a:cubicBezTo>
                  <a:close/>
                  <a:moveTo>
                    <a:pt x="52" y="173"/>
                  </a:moveTo>
                  <a:cubicBezTo>
                    <a:pt x="47" y="173"/>
                    <a:pt x="43" y="169"/>
                    <a:pt x="43" y="164"/>
                  </a:cubicBezTo>
                  <a:cubicBezTo>
                    <a:pt x="43" y="160"/>
                    <a:pt x="47" y="156"/>
                    <a:pt x="52" y="156"/>
                  </a:cubicBezTo>
                  <a:cubicBezTo>
                    <a:pt x="56" y="156"/>
                    <a:pt x="60" y="160"/>
                    <a:pt x="60" y="164"/>
                  </a:cubicBezTo>
                  <a:cubicBezTo>
                    <a:pt x="60" y="169"/>
                    <a:pt x="56" y="173"/>
                    <a:pt x="52" y="173"/>
                  </a:cubicBezTo>
                  <a:close/>
                  <a:moveTo>
                    <a:pt x="81" y="144"/>
                  </a:moveTo>
                  <a:cubicBezTo>
                    <a:pt x="21" y="144"/>
                    <a:pt x="21" y="144"/>
                    <a:pt x="21" y="144"/>
                  </a:cubicBezTo>
                  <a:cubicBezTo>
                    <a:pt x="16" y="144"/>
                    <a:pt x="13" y="140"/>
                    <a:pt x="13" y="136"/>
                  </a:cubicBezTo>
                  <a:cubicBezTo>
                    <a:pt x="13" y="35"/>
                    <a:pt x="13" y="35"/>
                    <a:pt x="13" y="35"/>
                  </a:cubicBezTo>
                  <a:cubicBezTo>
                    <a:pt x="13" y="31"/>
                    <a:pt x="17" y="27"/>
                    <a:pt x="21" y="27"/>
                  </a:cubicBezTo>
                  <a:cubicBezTo>
                    <a:pt x="82" y="27"/>
                    <a:pt x="82" y="27"/>
                    <a:pt x="82" y="27"/>
                  </a:cubicBezTo>
                  <a:cubicBezTo>
                    <a:pt x="86" y="27"/>
                    <a:pt x="90" y="31"/>
                    <a:pt x="90" y="35"/>
                  </a:cubicBezTo>
                  <a:cubicBezTo>
                    <a:pt x="89" y="137"/>
                    <a:pt x="89" y="137"/>
                    <a:pt x="89" y="137"/>
                  </a:cubicBezTo>
                  <a:cubicBezTo>
                    <a:pt x="89" y="141"/>
                    <a:pt x="85" y="144"/>
                    <a:pt x="81" y="144"/>
                  </a:cubicBezTo>
                  <a:close/>
                  <a:moveTo>
                    <a:pt x="93" y="144"/>
                  </a:moveTo>
                  <a:cubicBezTo>
                    <a:pt x="93" y="144"/>
                    <a:pt x="93" y="144"/>
                    <a:pt x="93" y="144"/>
                  </a:cubicBezTo>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cxnSp>
          <p:nvCxnSpPr>
            <p:cNvPr id="681" name="Google Shape;681;p14"/>
            <p:cNvCxnSpPr/>
            <p:nvPr/>
          </p:nvCxnSpPr>
          <p:spPr>
            <a:xfrm flipH="1">
              <a:off x="1581136" y="3347669"/>
              <a:ext cx="201589" cy="255538"/>
            </a:xfrm>
            <a:prstGeom prst="straightConnector1">
              <a:avLst/>
            </a:prstGeom>
            <a:solidFill>
              <a:schemeClr val="lt1"/>
            </a:solidFill>
            <a:ln cap="rnd" cmpd="sng" w="9525">
              <a:solidFill>
                <a:schemeClr val="lt1"/>
              </a:solidFill>
              <a:prstDash val="solid"/>
              <a:round/>
              <a:headEnd len="sm" w="sm" type="none"/>
              <a:tailEnd len="sm" w="sm" type="none"/>
            </a:ln>
          </p:spPr>
        </p:cxnSp>
        <p:cxnSp>
          <p:nvCxnSpPr>
            <p:cNvPr id="682" name="Google Shape;682;p14"/>
            <p:cNvCxnSpPr/>
            <p:nvPr/>
          </p:nvCxnSpPr>
          <p:spPr>
            <a:xfrm flipH="1">
              <a:off x="1649205" y="3442313"/>
              <a:ext cx="137447" cy="164951"/>
            </a:xfrm>
            <a:prstGeom prst="straightConnector1">
              <a:avLst/>
            </a:prstGeom>
            <a:solidFill>
              <a:schemeClr val="lt1"/>
            </a:solidFill>
            <a:ln cap="rnd" cmpd="sng" w="9525">
              <a:solidFill>
                <a:schemeClr val="lt1"/>
              </a:solidFill>
              <a:prstDash val="solid"/>
              <a:round/>
              <a:headEnd len="sm" w="sm" type="none"/>
              <a:tailEnd len="sm" w="sm" type="none"/>
            </a:ln>
          </p:spPr>
        </p:cxnSp>
        <p:cxnSp>
          <p:nvCxnSpPr>
            <p:cNvPr id="683" name="Google Shape;683;p14"/>
            <p:cNvCxnSpPr/>
            <p:nvPr/>
          </p:nvCxnSpPr>
          <p:spPr>
            <a:xfrm>
              <a:off x="1619097" y="3242209"/>
              <a:ext cx="137447" cy="0"/>
            </a:xfrm>
            <a:prstGeom prst="straightConnector1">
              <a:avLst/>
            </a:prstGeom>
            <a:solidFill>
              <a:schemeClr val="lt1"/>
            </a:solidFill>
            <a:ln cap="rnd" cmpd="sng" w="9525">
              <a:solidFill>
                <a:schemeClr val="lt1"/>
              </a:solidFill>
              <a:prstDash val="solid"/>
              <a:round/>
              <a:headEnd len="sm" w="sm" type="none"/>
              <a:tailEnd len="sm" w="sm" type="none"/>
            </a:ln>
          </p:spPr>
        </p:cxnSp>
        <p:sp>
          <p:nvSpPr>
            <p:cNvPr id="684" name="Google Shape;684;p14"/>
            <p:cNvSpPr/>
            <p:nvPr/>
          </p:nvSpPr>
          <p:spPr>
            <a:xfrm>
              <a:off x="1527466" y="3042104"/>
              <a:ext cx="77232" cy="94644"/>
            </a:xfrm>
            <a:custGeom>
              <a:rect b="b" l="l" r="r" t="t"/>
              <a:pathLst>
                <a:path extrusionOk="0" h="24" w="20">
                  <a:moveTo>
                    <a:pt x="0" y="0"/>
                  </a:moveTo>
                  <a:cubicBezTo>
                    <a:pt x="7" y="8"/>
                    <a:pt x="13" y="16"/>
                    <a:pt x="20" y="24"/>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85" name="Google Shape;685;p14"/>
            <p:cNvSpPr/>
            <p:nvPr/>
          </p:nvSpPr>
          <p:spPr>
            <a:xfrm>
              <a:off x="1684548" y="2967742"/>
              <a:ext cx="3927" cy="156839"/>
            </a:xfrm>
            <a:custGeom>
              <a:rect b="b" l="l" r="r" t="t"/>
              <a:pathLst>
                <a:path extrusionOk="0" h="40" w="1">
                  <a:moveTo>
                    <a:pt x="1" y="0"/>
                  </a:moveTo>
                  <a:cubicBezTo>
                    <a:pt x="1" y="13"/>
                    <a:pt x="0" y="27"/>
                    <a:pt x="0" y="4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86" name="Google Shape;686;p14"/>
            <p:cNvSpPr/>
            <p:nvPr/>
          </p:nvSpPr>
          <p:spPr>
            <a:xfrm>
              <a:off x="1764399" y="3054273"/>
              <a:ext cx="86395" cy="82475"/>
            </a:xfrm>
            <a:custGeom>
              <a:rect b="b" l="l" r="r" t="t"/>
              <a:pathLst>
                <a:path extrusionOk="0" h="21" w="23">
                  <a:moveTo>
                    <a:pt x="0" y="21"/>
                  </a:moveTo>
                  <a:cubicBezTo>
                    <a:pt x="7" y="13"/>
                    <a:pt x="15" y="6"/>
                    <a:pt x="23"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87" name="Google Shape;687;p14"/>
            <p:cNvSpPr/>
            <p:nvPr/>
          </p:nvSpPr>
          <p:spPr>
            <a:xfrm>
              <a:off x="1041819" y="2194365"/>
              <a:ext cx="287985" cy="298804"/>
            </a:xfrm>
            <a:prstGeom prst="ellipse">
              <a:avLst/>
            </a:pr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88" name="Google Shape;688;p14"/>
            <p:cNvSpPr/>
            <p:nvPr/>
          </p:nvSpPr>
          <p:spPr>
            <a:xfrm>
              <a:off x="1136069" y="2295769"/>
              <a:ext cx="95558" cy="129797"/>
            </a:xfrm>
            <a:custGeom>
              <a:rect b="b" l="l" r="r" t="t"/>
              <a:pathLst>
                <a:path extrusionOk="0" h="33" w="25">
                  <a:moveTo>
                    <a:pt x="0" y="1"/>
                  </a:moveTo>
                  <a:cubicBezTo>
                    <a:pt x="8" y="1"/>
                    <a:pt x="16" y="0"/>
                    <a:pt x="25" y="0"/>
                  </a:cubicBezTo>
                  <a:cubicBezTo>
                    <a:pt x="15" y="7"/>
                    <a:pt x="9" y="20"/>
                    <a:pt x="11" y="3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89" name="Google Shape;689;p14"/>
            <p:cNvSpPr/>
            <p:nvPr/>
          </p:nvSpPr>
          <p:spPr>
            <a:xfrm>
              <a:off x="1143923" y="2367428"/>
              <a:ext cx="71996" cy="4056"/>
            </a:xfrm>
            <a:custGeom>
              <a:rect b="b" l="l" r="r" t="t"/>
              <a:pathLst>
                <a:path extrusionOk="0" h="1" w="19">
                  <a:moveTo>
                    <a:pt x="0" y="1"/>
                  </a:moveTo>
                  <a:cubicBezTo>
                    <a:pt x="7" y="1"/>
                    <a:pt x="13" y="0"/>
                    <a:pt x="19"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90" name="Google Shape;690;p14"/>
            <p:cNvSpPr/>
            <p:nvPr/>
          </p:nvSpPr>
          <p:spPr>
            <a:xfrm>
              <a:off x="1444998" y="1759003"/>
              <a:ext cx="483028" cy="494853"/>
            </a:xfrm>
            <a:custGeom>
              <a:rect b="b" l="l" r="r" t="t"/>
              <a:pathLst>
                <a:path extrusionOk="0" h="126" w="127">
                  <a:moveTo>
                    <a:pt x="126" y="63"/>
                  </a:moveTo>
                  <a:cubicBezTo>
                    <a:pt x="126" y="28"/>
                    <a:pt x="98" y="1"/>
                    <a:pt x="63" y="1"/>
                  </a:cubicBezTo>
                  <a:cubicBezTo>
                    <a:pt x="63" y="1"/>
                    <a:pt x="3" y="0"/>
                    <a:pt x="1" y="64"/>
                  </a:cubicBezTo>
                  <a:cubicBezTo>
                    <a:pt x="0" y="99"/>
                    <a:pt x="30" y="126"/>
                    <a:pt x="65" y="126"/>
                  </a:cubicBezTo>
                  <a:cubicBezTo>
                    <a:pt x="65" y="126"/>
                    <a:pt x="65" y="126"/>
                    <a:pt x="65" y="126"/>
                  </a:cubicBezTo>
                  <a:cubicBezTo>
                    <a:pt x="65" y="126"/>
                    <a:pt x="65" y="126"/>
                    <a:pt x="65" y="126"/>
                  </a:cubicBezTo>
                  <a:cubicBezTo>
                    <a:pt x="65" y="126"/>
                    <a:pt x="65" y="126"/>
                    <a:pt x="65" y="126"/>
                  </a:cubicBezTo>
                  <a:cubicBezTo>
                    <a:pt x="99" y="126"/>
                    <a:pt x="127" y="97"/>
                    <a:pt x="126" y="63"/>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91" name="Google Shape;691;p14"/>
            <p:cNvSpPr/>
            <p:nvPr/>
          </p:nvSpPr>
          <p:spPr>
            <a:xfrm>
              <a:off x="1600771" y="1771171"/>
              <a:ext cx="178027" cy="482684"/>
            </a:xfrm>
            <a:custGeom>
              <a:rect b="b" l="l" r="r" t="t"/>
              <a:pathLst>
                <a:path extrusionOk="0" h="123" w="47">
                  <a:moveTo>
                    <a:pt x="47" y="60"/>
                  </a:moveTo>
                  <a:cubicBezTo>
                    <a:pt x="47" y="95"/>
                    <a:pt x="40" y="123"/>
                    <a:pt x="24" y="123"/>
                  </a:cubicBezTo>
                  <a:cubicBezTo>
                    <a:pt x="8" y="123"/>
                    <a:pt x="0" y="94"/>
                    <a:pt x="0" y="59"/>
                  </a:cubicBezTo>
                  <a:cubicBezTo>
                    <a:pt x="0" y="25"/>
                    <a:pt x="8" y="0"/>
                    <a:pt x="24" y="0"/>
                  </a:cubicBezTo>
                  <a:cubicBezTo>
                    <a:pt x="41" y="0"/>
                    <a:pt x="47" y="25"/>
                    <a:pt x="47" y="6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92" name="Google Shape;692;p14"/>
            <p:cNvSpPr/>
            <p:nvPr/>
          </p:nvSpPr>
          <p:spPr>
            <a:xfrm>
              <a:off x="1455470" y="1899617"/>
              <a:ext cx="476484" cy="200104"/>
            </a:xfrm>
            <a:custGeom>
              <a:rect b="b" l="l" r="r" t="t"/>
              <a:pathLst>
                <a:path extrusionOk="0" h="51" w="125">
                  <a:moveTo>
                    <a:pt x="61" y="0"/>
                  </a:moveTo>
                  <a:cubicBezTo>
                    <a:pt x="96" y="0"/>
                    <a:pt x="125" y="11"/>
                    <a:pt x="125" y="27"/>
                  </a:cubicBezTo>
                  <a:cubicBezTo>
                    <a:pt x="125" y="43"/>
                    <a:pt x="97" y="51"/>
                    <a:pt x="62" y="51"/>
                  </a:cubicBezTo>
                  <a:cubicBezTo>
                    <a:pt x="27" y="51"/>
                    <a:pt x="0" y="43"/>
                    <a:pt x="0" y="27"/>
                  </a:cubicBezTo>
                  <a:cubicBezTo>
                    <a:pt x="0" y="11"/>
                    <a:pt x="27" y="0"/>
                    <a:pt x="61" y="0"/>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93" name="Google Shape;693;p14"/>
            <p:cNvSpPr/>
            <p:nvPr/>
          </p:nvSpPr>
          <p:spPr>
            <a:xfrm>
              <a:off x="1551028" y="2386357"/>
              <a:ext cx="247405" cy="255538"/>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94" name="Google Shape;694;p14"/>
            <p:cNvSpPr/>
            <p:nvPr/>
          </p:nvSpPr>
          <p:spPr>
            <a:xfrm>
              <a:off x="1596844" y="2759525"/>
              <a:ext cx="151846" cy="121685"/>
            </a:xfrm>
            <a:custGeom>
              <a:rect b="b" l="l" r="r" t="t"/>
              <a:pathLst>
                <a:path extrusionOk="0" h="31" w="40">
                  <a:moveTo>
                    <a:pt x="40" y="31"/>
                  </a:moveTo>
                  <a:cubicBezTo>
                    <a:pt x="40" y="12"/>
                    <a:pt x="40" y="12"/>
                    <a:pt x="40" y="12"/>
                  </a:cubicBezTo>
                  <a:cubicBezTo>
                    <a:pt x="40" y="5"/>
                    <a:pt x="35" y="0"/>
                    <a:pt x="28" y="0"/>
                  </a:cubicBezTo>
                  <a:cubicBezTo>
                    <a:pt x="11" y="0"/>
                    <a:pt x="11" y="0"/>
                    <a:pt x="11" y="0"/>
                  </a:cubicBezTo>
                  <a:cubicBezTo>
                    <a:pt x="5" y="0"/>
                    <a:pt x="0" y="5"/>
                    <a:pt x="0" y="12"/>
                  </a:cubicBezTo>
                  <a:cubicBezTo>
                    <a:pt x="0" y="31"/>
                    <a:pt x="0" y="31"/>
                    <a:pt x="0" y="3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95" name="Google Shape;695;p14"/>
            <p:cNvSpPr/>
            <p:nvPr/>
          </p:nvSpPr>
          <p:spPr>
            <a:xfrm>
              <a:off x="1531393" y="2693274"/>
              <a:ext cx="281439" cy="191992"/>
            </a:xfrm>
            <a:custGeom>
              <a:rect b="b" l="l" r="r" t="t"/>
              <a:pathLst>
                <a:path extrusionOk="0" h="49" w="74">
                  <a:moveTo>
                    <a:pt x="0" y="49"/>
                  </a:moveTo>
                  <a:cubicBezTo>
                    <a:pt x="0" y="29"/>
                    <a:pt x="0" y="29"/>
                    <a:pt x="0" y="29"/>
                  </a:cubicBezTo>
                  <a:cubicBezTo>
                    <a:pt x="0" y="13"/>
                    <a:pt x="13" y="0"/>
                    <a:pt x="28" y="0"/>
                  </a:cubicBezTo>
                  <a:cubicBezTo>
                    <a:pt x="45" y="0"/>
                    <a:pt x="45" y="0"/>
                    <a:pt x="45" y="0"/>
                  </a:cubicBezTo>
                  <a:cubicBezTo>
                    <a:pt x="61" y="0"/>
                    <a:pt x="74" y="13"/>
                    <a:pt x="74" y="29"/>
                  </a:cubicBezTo>
                  <a:cubicBezTo>
                    <a:pt x="74" y="47"/>
                    <a:pt x="74" y="47"/>
                    <a:pt x="74" y="47"/>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96" name="Google Shape;696;p14"/>
            <p:cNvSpPr/>
            <p:nvPr/>
          </p:nvSpPr>
          <p:spPr>
            <a:xfrm>
              <a:off x="1455470" y="2590517"/>
              <a:ext cx="0" cy="90587"/>
            </a:xfrm>
            <a:custGeom>
              <a:rect b="b" l="l" r="r" t="t"/>
              <a:pathLst>
                <a:path extrusionOk="0" h="23" w="120000">
                  <a:moveTo>
                    <a:pt x="0" y="0"/>
                  </a:moveTo>
                  <a:cubicBezTo>
                    <a:pt x="0" y="7"/>
                    <a:pt x="0" y="14"/>
                    <a:pt x="0" y="22"/>
                  </a:cubicBezTo>
                  <a:cubicBezTo>
                    <a:pt x="0" y="23"/>
                    <a:pt x="0" y="23"/>
                    <a:pt x="0" y="23"/>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cxnSp>
          <p:nvCxnSpPr>
            <p:cNvPr id="697" name="Google Shape;697;p14"/>
            <p:cNvCxnSpPr/>
            <p:nvPr/>
          </p:nvCxnSpPr>
          <p:spPr>
            <a:xfrm>
              <a:off x="1417508" y="2633783"/>
              <a:ext cx="79850" cy="0"/>
            </a:xfrm>
            <a:prstGeom prst="straightConnector1">
              <a:avLst/>
            </a:prstGeom>
            <a:solidFill>
              <a:schemeClr val="lt1"/>
            </a:solidFill>
            <a:ln cap="rnd" cmpd="sng" w="9525">
              <a:solidFill>
                <a:schemeClr val="lt1"/>
              </a:solidFill>
              <a:prstDash val="solid"/>
              <a:round/>
              <a:headEnd len="sm" w="sm" type="none"/>
              <a:tailEnd len="sm" w="sm" type="none"/>
            </a:ln>
          </p:spPr>
        </p:cxnSp>
        <p:sp>
          <p:nvSpPr>
            <p:cNvPr id="698" name="Google Shape;698;p14"/>
            <p:cNvSpPr/>
            <p:nvPr/>
          </p:nvSpPr>
          <p:spPr>
            <a:xfrm>
              <a:off x="1615170" y="2453960"/>
              <a:ext cx="117812" cy="124389"/>
            </a:xfrm>
            <a:prstGeom prst="ellipse">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699" name="Google Shape;699;p14"/>
            <p:cNvSpPr/>
            <p:nvPr/>
          </p:nvSpPr>
          <p:spPr>
            <a:xfrm>
              <a:off x="2870521" y="3623489"/>
              <a:ext cx="3927" cy="144670"/>
            </a:xfrm>
            <a:custGeom>
              <a:rect b="b" l="l" r="r" t="t"/>
              <a:pathLst>
                <a:path extrusionOk="0" h="37" w="1">
                  <a:moveTo>
                    <a:pt x="0" y="0"/>
                  </a:moveTo>
                  <a:cubicBezTo>
                    <a:pt x="0" y="33"/>
                    <a:pt x="1" y="37"/>
                    <a:pt x="1" y="37"/>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00" name="Google Shape;700;p14"/>
            <p:cNvSpPr/>
            <p:nvPr/>
          </p:nvSpPr>
          <p:spPr>
            <a:xfrm>
              <a:off x="2608717" y="3528845"/>
              <a:ext cx="52361" cy="82475"/>
            </a:xfrm>
            <a:custGeom>
              <a:rect b="b" l="l" r="r" t="t"/>
              <a:pathLst>
                <a:path extrusionOk="0" h="21" w="14">
                  <a:moveTo>
                    <a:pt x="14" y="0"/>
                  </a:moveTo>
                  <a:cubicBezTo>
                    <a:pt x="9" y="7"/>
                    <a:pt x="5" y="14"/>
                    <a:pt x="0" y="2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01" name="Google Shape;701;p14"/>
            <p:cNvSpPr/>
            <p:nvPr/>
          </p:nvSpPr>
          <p:spPr>
            <a:xfrm>
              <a:off x="3064256" y="3524789"/>
              <a:ext cx="53669" cy="82475"/>
            </a:xfrm>
            <a:custGeom>
              <a:rect b="b" l="l" r="r" t="t"/>
              <a:pathLst>
                <a:path extrusionOk="0" h="21" w="14">
                  <a:moveTo>
                    <a:pt x="0" y="0"/>
                  </a:moveTo>
                  <a:cubicBezTo>
                    <a:pt x="5" y="7"/>
                    <a:pt x="9" y="14"/>
                    <a:pt x="14" y="2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02" name="Google Shape;702;p14"/>
            <p:cNvSpPr/>
            <p:nvPr/>
          </p:nvSpPr>
          <p:spPr>
            <a:xfrm>
              <a:off x="2870521" y="2869041"/>
              <a:ext cx="3927" cy="146022"/>
            </a:xfrm>
            <a:custGeom>
              <a:rect b="b" l="l" r="r" t="t"/>
              <a:pathLst>
                <a:path extrusionOk="0" h="37" w="1">
                  <a:moveTo>
                    <a:pt x="0" y="37"/>
                  </a:moveTo>
                  <a:cubicBezTo>
                    <a:pt x="0" y="25"/>
                    <a:pt x="0" y="12"/>
                    <a:pt x="1"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03" name="Google Shape;703;p14"/>
            <p:cNvSpPr/>
            <p:nvPr/>
          </p:nvSpPr>
          <p:spPr>
            <a:xfrm>
              <a:off x="2578610" y="2951517"/>
              <a:ext cx="52361" cy="82475"/>
            </a:xfrm>
            <a:custGeom>
              <a:rect b="b" l="l" r="r" t="t"/>
              <a:pathLst>
                <a:path extrusionOk="0" h="21" w="14">
                  <a:moveTo>
                    <a:pt x="14" y="21"/>
                  </a:moveTo>
                  <a:cubicBezTo>
                    <a:pt x="9" y="14"/>
                    <a:pt x="5" y="7"/>
                    <a:pt x="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04" name="Google Shape;704;p14"/>
            <p:cNvSpPr/>
            <p:nvPr/>
          </p:nvSpPr>
          <p:spPr>
            <a:xfrm>
              <a:off x="3095673" y="2951517"/>
              <a:ext cx="52361" cy="82475"/>
            </a:xfrm>
            <a:custGeom>
              <a:rect b="b" l="l" r="r" t="t"/>
              <a:pathLst>
                <a:path extrusionOk="0" h="21" w="14">
                  <a:moveTo>
                    <a:pt x="0" y="21"/>
                  </a:moveTo>
                  <a:cubicBezTo>
                    <a:pt x="5" y="14"/>
                    <a:pt x="9" y="7"/>
                    <a:pt x="14"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05" name="Google Shape;705;p14"/>
            <p:cNvSpPr/>
            <p:nvPr/>
          </p:nvSpPr>
          <p:spPr>
            <a:xfrm>
              <a:off x="2421527" y="3312516"/>
              <a:ext cx="103412" cy="4056"/>
            </a:xfrm>
            <a:custGeom>
              <a:rect b="b" l="l" r="r" t="t"/>
              <a:pathLst>
                <a:path extrusionOk="0" h="1" w="27">
                  <a:moveTo>
                    <a:pt x="27" y="0"/>
                  </a:moveTo>
                  <a:cubicBezTo>
                    <a:pt x="16" y="0"/>
                    <a:pt x="10" y="0"/>
                    <a:pt x="0" y="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06" name="Google Shape;706;p14"/>
            <p:cNvSpPr/>
            <p:nvPr/>
          </p:nvSpPr>
          <p:spPr>
            <a:xfrm>
              <a:off x="3185995" y="3312516"/>
              <a:ext cx="121739" cy="4056"/>
            </a:xfrm>
            <a:custGeom>
              <a:rect b="b" l="l" r="r" t="t"/>
              <a:pathLst>
                <a:path extrusionOk="0" h="1" w="32">
                  <a:moveTo>
                    <a:pt x="32" y="0"/>
                  </a:moveTo>
                  <a:cubicBezTo>
                    <a:pt x="21" y="0"/>
                    <a:pt x="11" y="0"/>
                    <a:pt x="0" y="1"/>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07" name="Google Shape;707;p14"/>
            <p:cNvSpPr/>
            <p:nvPr/>
          </p:nvSpPr>
          <p:spPr>
            <a:xfrm>
              <a:off x="2596936" y="3058329"/>
              <a:ext cx="544553" cy="482684"/>
            </a:xfrm>
            <a:custGeom>
              <a:rect b="b" l="l" r="r" t="t"/>
              <a:pathLst>
                <a:path extrusionOk="0" h="123" w="143">
                  <a:moveTo>
                    <a:pt x="141" y="38"/>
                  </a:moveTo>
                  <a:cubicBezTo>
                    <a:pt x="139" y="26"/>
                    <a:pt x="133" y="18"/>
                    <a:pt x="129" y="14"/>
                  </a:cubicBezTo>
                  <a:cubicBezTo>
                    <a:pt x="129" y="14"/>
                    <a:pt x="129" y="14"/>
                    <a:pt x="129" y="14"/>
                  </a:cubicBezTo>
                  <a:cubicBezTo>
                    <a:pt x="116" y="0"/>
                    <a:pt x="94" y="0"/>
                    <a:pt x="81" y="14"/>
                  </a:cubicBezTo>
                  <a:cubicBezTo>
                    <a:pt x="71" y="24"/>
                    <a:pt x="71" y="24"/>
                    <a:pt x="71" y="24"/>
                  </a:cubicBezTo>
                  <a:cubicBezTo>
                    <a:pt x="62" y="14"/>
                    <a:pt x="62" y="14"/>
                    <a:pt x="62" y="14"/>
                  </a:cubicBezTo>
                  <a:cubicBezTo>
                    <a:pt x="49" y="0"/>
                    <a:pt x="27" y="0"/>
                    <a:pt x="14" y="14"/>
                  </a:cubicBezTo>
                  <a:cubicBezTo>
                    <a:pt x="14" y="14"/>
                    <a:pt x="14" y="14"/>
                    <a:pt x="14" y="14"/>
                  </a:cubicBezTo>
                  <a:cubicBezTo>
                    <a:pt x="10" y="18"/>
                    <a:pt x="4" y="26"/>
                    <a:pt x="2" y="38"/>
                  </a:cubicBezTo>
                  <a:cubicBezTo>
                    <a:pt x="0" y="60"/>
                    <a:pt x="11" y="89"/>
                    <a:pt x="71" y="123"/>
                  </a:cubicBezTo>
                  <a:cubicBezTo>
                    <a:pt x="71" y="123"/>
                    <a:pt x="71" y="123"/>
                    <a:pt x="71" y="123"/>
                  </a:cubicBezTo>
                  <a:cubicBezTo>
                    <a:pt x="71" y="123"/>
                    <a:pt x="71" y="123"/>
                    <a:pt x="71" y="123"/>
                  </a:cubicBezTo>
                  <a:cubicBezTo>
                    <a:pt x="71" y="123"/>
                    <a:pt x="71" y="123"/>
                    <a:pt x="71" y="123"/>
                  </a:cubicBezTo>
                  <a:cubicBezTo>
                    <a:pt x="71" y="123"/>
                    <a:pt x="71" y="123"/>
                    <a:pt x="71" y="123"/>
                  </a:cubicBezTo>
                  <a:cubicBezTo>
                    <a:pt x="131" y="89"/>
                    <a:pt x="143" y="60"/>
                    <a:pt x="141" y="38"/>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08" name="Google Shape;708;p14"/>
            <p:cNvSpPr/>
            <p:nvPr/>
          </p:nvSpPr>
          <p:spPr>
            <a:xfrm>
              <a:off x="2608717" y="3171902"/>
              <a:ext cx="60215" cy="47322"/>
            </a:xfrm>
            <a:custGeom>
              <a:rect b="b" l="l" r="r" t="t"/>
              <a:pathLst>
                <a:path extrusionOk="0" h="12" w="16">
                  <a:moveTo>
                    <a:pt x="0" y="12"/>
                  </a:moveTo>
                  <a:cubicBezTo>
                    <a:pt x="4" y="8"/>
                    <a:pt x="10" y="4"/>
                    <a:pt x="16"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09" name="Google Shape;709;p14"/>
            <p:cNvSpPr/>
            <p:nvPr/>
          </p:nvSpPr>
          <p:spPr>
            <a:xfrm>
              <a:off x="2616571" y="3242209"/>
              <a:ext cx="71996" cy="55434"/>
            </a:xfrm>
            <a:custGeom>
              <a:rect b="b" l="l" r="r" t="t"/>
              <a:pathLst>
                <a:path extrusionOk="0" h="14" w="19">
                  <a:moveTo>
                    <a:pt x="0" y="14"/>
                  </a:moveTo>
                  <a:cubicBezTo>
                    <a:pt x="6" y="9"/>
                    <a:pt x="13" y="5"/>
                    <a:pt x="19"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10" name="Google Shape;710;p14"/>
            <p:cNvSpPr/>
            <p:nvPr/>
          </p:nvSpPr>
          <p:spPr>
            <a:xfrm>
              <a:off x="2658460" y="3312516"/>
              <a:ext cx="64142" cy="51378"/>
            </a:xfrm>
            <a:custGeom>
              <a:rect b="b" l="l" r="r" t="t"/>
              <a:pathLst>
                <a:path extrusionOk="0" h="13" w="17">
                  <a:moveTo>
                    <a:pt x="0" y="13"/>
                  </a:moveTo>
                  <a:cubicBezTo>
                    <a:pt x="4" y="10"/>
                    <a:pt x="13" y="3"/>
                    <a:pt x="17"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11" name="Google Shape;711;p14"/>
            <p:cNvSpPr/>
            <p:nvPr/>
          </p:nvSpPr>
          <p:spPr>
            <a:xfrm>
              <a:off x="2699040" y="3372006"/>
              <a:ext cx="57597" cy="43266"/>
            </a:xfrm>
            <a:custGeom>
              <a:rect b="b" l="l" r="r" t="t"/>
              <a:pathLst>
                <a:path extrusionOk="0" h="11" w="15">
                  <a:moveTo>
                    <a:pt x="0" y="11"/>
                  </a:moveTo>
                  <a:cubicBezTo>
                    <a:pt x="3" y="8"/>
                    <a:pt x="12" y="2"/>
                    <a:pt x="15"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12" name="Google Shape;712;p14"/>
            <p:cNvSpPr/>
            <p:nvPr/>
          </p:nvSpPr>
          <p:spPr>
            <a:xfrm>
              <a:off x="2756637" y="3430145"/>
              <a:ext cx="49743" cy="35153"/>
            </a:xfrm>
            <a:custGeom>
              <a:rect b="b" l="l" r="r" t="t"/>
              <a:pathLst>
                <a:path extrusionOk="0" h="9" w="13">
                  <a:moveTo>
                    <a:pt x="0" y="9"/>
                  </a:moveTo>
                  <a:cubicBezTo>
                    <a:pt x="5" y="5"/>
                    <a:pt x="8" y="3"/>
                    <a:pt x="13"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13" name="Google Shape;713;p14"/>
            <p:cNvSpPr/>
            <p:nvPr/>
          </p:nvSpPr>
          <p:spPr>
            <a:xfrm>
              <a:off x="2828633" y="3485579"/>
              <a:ext cx="37961" cy="27041"/>
            </a:xfrm>
            <a:custGeom>
              <a:rect b="b" l="l" r="r" t="t"/>
              <a:pathLst>
                <a:path extrusionOk="0" h="7" w="10">
                  <a:moveTo>
                    <a:pt x="0" y="7"/>
                  </a:moveTo>
                  <a:cubicBezTo>
                    <a:pt x="4" y="4"/>
                    <a:pt x="6" y="3"/>
                    <a:pt x="1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14" name="Google Shape;714;p14"/>
            <p:cNvSpPr/>
            <p:nvPr/>
          </p:nvSpPr>
          <p:spPr>
            <a:xfrm>
              <a:off x="2954299" y="3116468"/>
              <a:ext cx="113884" cy="133853"/>
            </a:xfrm>
            <a:custGeom>
              <a:rect b="b" l="l" r="r" t="t"/>
              <a:pathLst>
                <a:path extrusionOk="0" h="34" w="30">
                  <a:moveTo>
                    <a:pt x="9" y="14"/>
                  </a:moveTo>
                  <a:cubicBezTo>
                    <a:pt x="13" y="16"/>
                    <a:pt x="16" y="20"/>
                    <a:pt x="17" y="24"/>
                  </a:cubicBezTo>
                  <a:cubicBezTo>
                    <a:pt x="18" y="26"/>
                    <a:pt x="19" y="29"/>
                    <a:pt x="20" y="31"/>
                  </a:cubicBezTo>
                  <a:cubicBezTo>
                    <a:pt x="21" y="32"/>
                    <a:pt x="23" y="34"/>
                    <a:pt x="25" y="33"/>
                  </a:cubicBezTo>
                  <a:cubicBezTo>
                    <a:pt x="29" y="33"/>
                    <a:pt x="30" y="29"/>
                    <a:pt x="30" y="26"/>
                  </a:cubicBezTo>
                  <a:cubicBezTo>
                    <a:pt x="30" y="20"/>
                    <a:pt x="28" y="14"/>
                    <a:pt x="24" y="9"/>
                  </a:cubicBezTo>
                  <a:cubicBezTo>
                    <a:pt x="21" y="6"/>
                    <a:pt x="13" y="0"/>
                    <a:pt x="8" y="1"/>
                  </a:cubicBezTo>
                  <a:cubicBezTo>
                    <a:pt x="0" y="4"/>
                    <a:pt x="5" y="11"/>
                    <a:pt x="9" y="14"/>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15" name="Google Shape;715;p14"/>
            <p:cNvSpPr/>
            <p:nvPr/>
          </p:nvSpPr>
          <p:spPr>
            <a:xfrm>
              <a:off x="3019750" y="3285475"/>
              <a:ext cx="44507" cy="51378"/>
            </a:xfrm>
            <a:custGeom>
              <a:rect b="b" l="l" r="r" t="t"/>
              <a:pathLst>
                <a:path extrusionOk="0" h="13" w="12">
                  <a:moveTo>
                    <a:pt x="4" y="1"/>
                  </a:moveTo>
                  <a:cubicBezTo>
                    <a:pt x="8" y="0"/>
                    <a:pt x="12" y="3"/>
                    <a:pt x="12" y="7"/>
                  </a:cubicBezTo>
                  <a:cubicBezTo>
                    <a:pt x="12" y="10"/>
                    <a:pt x="8" y="13"/>
                    <a:pt x="4" y="12"/>
                  </a:cubicBezTo>
                  <a:cubicBezTo>
                    <a:pt x="1" y="10"/>
                    <a:pt x="0" y="5"/>
                    <a:pt x="3" y="2"/>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16" name="Google Shape;716;p14"/>
            <p:cNvSpPr/>
            <p:nvPr/>
          </p:nvSpPr>
          <p:spPr>
            <a:xfrm>
              <a:off x="2668932" y="1484535"/>
              <a:ext cx="514445" cy="544879"/>
            </a:xfrm>
            <a:custGeom>
              <a:rect b="b" l="l" r="r" t="t"/>
              <a:pathLst>
                <a:path extrusionOk="0" h="139" w="135">
                  <a:moveTo>
                    <a:pt x="67" y="0"/>
                  </a:moveTo>
                  <a:cubicBezTo>
                    <a:pt x="30" y="0"/>
                    <a:pt x="0" y="28"/>
                    <a:pt x="0" y="62"/>
                  </a:cubicBezTo>
                  <a:cubicBezTo>
                    <a:pt x="0" y="78"/>
                    <a:pt x="6" y="92"/>
                    <a:pt x="17" y="103"/>
                  </a:cubicBezTo>
                  <a:cubicBezTo>
                    <a:pt x="22" y="108"/>
                    <a:pt x="25" y="115"/>
                    <a:pt x="25" y="122"/>
                  </a:cubicBezTo>
                  <a:cubicBezTo>
                    <a:pt x="25" y="139"/>
                    <a:pt x="25" y="139"/>
                    <a:pt x="25" y="139"/>
                  </a:cubicBezTo>
                  <a:cubicBezTo>
                    <a:pt x="44" y="126"/>
                    <a:pt x="44" y="126"/>
                    <a:pt x="44" y="126"/>
                  </a:cubicBezTo>
                  <a:cubicBezTo>
                    <a:pt x="47" y="123"/>
                    <a:pt x="52" y="122"/>
                    <a:pt x="56" y="123"/>
                  </a:cubicBezTo>
                  <a:cubicBezTo>
                    <a:pt x="60" y="124"/>
                    <a:pt x="64" y="124"/>
                    <a:pt x="67" y="124"/>
                  </a:cubicBezTo>
                  <a:cubicBezTo>
                    <a:pt x="105" y="124"/>
                    <a:pt x="135" y="96"/>
                    <a:pt x="135" y="62"/>
                  </a:cubicBezTo>
                  <a:cubicBezTo>
                    <a:pt x="135" y="28"/>
                    <a:pt x="105" y="0"/>
                    <a:pt x="67" y="0"/>
                  </a:cubicBezTo>
                  <a:close/>
                  <a:moveTo>
                    <a:pt x="71" y="75"/>
                  </a:moveTo>
                  <a:cubicBezTo>
                    <a:pt x="62" y="65"/>
                    <a:pt x="62" y="65"/>
                    <a:pt x="62" y="65"/>
                  </a:cubicBezTo>
                  <a:cubicBezTo>
                    <a:pt x="59" y="63"/>
                    <a:pt x="56" y="62"/>
                    <a:pt x="53" y="64"/>
                  </a:cubicBezTo>
                  <a:cubicBezTo>
                    <a:pt x="25" y="80"/>
                    <a:pt x="25" y="80"/>
                    <a:pt x="25" y="80"/>
                  </a:cubicBezTo>
                  <a:cubicBezTo>
                    <a:pt x="56" y="46"/>
                    <a:pt x="56" y="46"/>
                    <a:pt x="56" y="46"/>
                  </a:cubicBezTo>
                  <a:cubicBezTo>
                    <a:pt x="58" y="44"/>
                    <a:pt x="61" y="44"/>
                    <a:pt x="63" y="46"/>
                  </a:cubicBezTo>
                  <a:cubicBezTo>
                    <a:pt x="73" y="57"/>
                    <a:pt x="73" y="57"/>
                    <a:pt x="73" y="57"/>
                  </a:cubicBezTo>
                  <a:cubicBezTo>
                    <a:pt x="76" y="59"/>
                    <a:pt x="79" y="60"/>
                    <a:pt x="82" y="58"/>
                  </a:cubicBezTo>
                  <a:cubicBezTo>
                    <a:pt x="110" y="42"/>
                    <a:pt x="110" y="42"/>
                    <a:pt x="110" y="42"/>
                  </a:cubicBezTo>
                  <a:cubicBezTo>
                    <a:pt x="81" y="75"/>
                    <a:pt x="81" y="75"/>
                    <a:pt x="81" y="75"/>
                  </a:cubicBezTo>
                  <a:cubicBezTo>
                    <a:pt x="78" y="78"/>
                    <a:pt x="73" y="78"/>
                    <a:pt x="71" y="75"/>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17" name="Google Shape;717;p14"/>
            <p:cNvSpPr/>
            <p:nvPr/>
          </p:nvSpPr>
          <p:spPr>
            <a:xfrm>
              <a:off x="2501377" y="1327696"/>
              <a:ext cx="137447" cy="140614"/>
            </a:xfrm>
            <a:custGeom>
              <a:rect b="b" l="l" r="r" t="t"/>
              <a:pathLst>
                <a:path extrusionOk="0" h="36" w="36">
                  <a:moveTo>
                    <a:pt x="36" y="36"/>
                  </a:moveTo>
                  <a:cubicBezTo>
                    <a:pt x="23" y="25"/>
                    <a:pt x="11" y="13"/>
                    <a:pt x="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18" name="Google Shape;718;p14"/>
            <p:cNvSpPr/>
            <p:nvPr/>
          </p:nvSpPr>
          <p:spPr>
            <a:xfrm>
              <a:off x="2680714" y="1197899"/>
              <a:ext cx="117812" cy="175767"/>
            </a:xfrm>
            <a:custGeom>
              <a:rect b="b" l="l" r="r" t="t"/>
              <a:pathLst>
                <a:path extrusionOk="0" h="45" w="31">
                  <a:moveTo>
                    <a:pt x="31" y="45"/>
                  </a:moveTo>
                  <a:cubicBezTo>
                    <a:pt x="22" y="31"/>
                    <a:pt x="9" y="14"/>
                    <a:pt x="0"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19" name="Google Shape;719;p14"/>
            <p:cNvSpPr/>
            <p:nvPr/>
          </p:nvSpPr>
          <p:spPr>
            <a:xfrm>
              <a:off x="2942517" y="1123536"/>
              <a:ext cx="35343" cy="223089"/>
            </a:xfrm>
            <a:custGeom>
              <a:rect b="b" l="l" r="r" t="t"/>
              <a:pathLst>
                <a:path extrusionOk="0" h="57" w="9">
                  <a:moveTo>
                    <a:pt x="0" y="57"/>
                  </a:moveTo>
                  <a:cubicBezTo>
                    <a:pt x="3" y="38"/>
                    <a:pt x="6" y="19"/>
                    <a:pt x="9"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20" name="Google Shape;720;p14"/>
            <p:cNvSpPr/>
            <p:nvPr/>
          </p:nvSpPr>
          <p:spPr>
            <a:xfrm>
              <a:off x="3121853" y="1247925"/>
              <a:ext cx="117812" cy="154134"/>
            </a:xfrm>
            <a:custGeom>
              <a:rect b="b" l="l" r="r" t="t"/>
              <a:pathLst>
                <a:path extrusionOk="0" h="39" w="31">
                  <a:moveTo>
                    <a:pt x="0" y="39"/>
                  </a:moveTo>
                  <a:cubicBezTo>
                    <a:pt x="12" y="27"/>
                    <a:pt x="23" y="14"/>
                    <a:pt x="31"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21" name="Google Shape;721;p14"/>
            <p:cNvSpPr/>
            <p:nvPr/>
          </p:nvSpPr>
          <p:spPr>
            <a:xfrm>
              <a:off x="3227884" y="1449381"/>
              <a:ext cx="187190" cy="117629"/>
            </a:xfrm>
            <a:custGeom>
              <a:rect b="b" l="l" r="r" t="t"/>
              <a:pathLst>
                <a:path extrusionOk="0" h="30" w="49">
                  <a:moveTo>
                    <a:pt x="0" y="30"/>
                  </a:moveTo>
                  <a:cubicBezTo>
                    <a:pt x="15" y="18"/>
                    <a:pt x="32" y="8"/>
                    <a:pt x="49" y="0"/>
                  </a:cubicBezTo>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22" name="Google Shape;722;p14"/>
            <p:cNvSpPr/>
            <p:nvPr/>
          </p:nvSpPr>
          <p:spPr>
            <a:xfrm>
              <a:off x="1143923" y="3987192"/>
              <a:ext cx="722580" cy="440771"/>
            </a:xfrm>
            <a:custGeom>
              <a:rect b="b" l="l" r="r" t="t"/>
              <a:pathLst>
                <a:path extrusionOk="0" h="112" w="190">
                  <a:moveTo>
                    <a:pt x="179" y="80"/>
                  </a:moveTo>
                  <a:cubicBezTo>
                    <a:pt x="178" y="79"/>
                    <a:pt x="177" y="79"/>
                    <a:pt x="176" y="79"/>
                  </a:cubicBezTo>
                  <a:cubicBezTo>
                    <a:pt x="171" y="78"/>
                    <a:pt x="166" y="76"/>
                    <a:pt x="161" y="75"/>
                  </a:cubicBezTo>
                  <a:cubicBezTo>
                    <a:pt x="151" y="72"/>
                    <a:pt x="141" y="69"/>
                    <a:pt x="130" y="66"/>
                  </a:cubicBezTo>
                  <a:cubicBezTo>
                    <a:pt x="130" y="65"/>
                    <a:pt x="125" y="64"/>
                    <a:pt x="121" y="63"/>
                  </a:cubicBezTo>
                  <a:cubicBezTo>
                    <a:pt x="113" y="60"/>
                    <a:pt x="114" y="54"/>
                    <a:pt x="113" y="50"/>
                  </a:cubicBezTo>
                  <a:cubicBezTo>
                    <a:pt x="111" y="36"/>
                    <a:pt x="106" y="22"/>
                    <a:pt x="91" y="12"/>
                  </a:cubicBezTo>
                  <a:cubicBezTo>
                    <a:pt x="76" y="2"/>
                    <a:pt x="57" y="0"/>
                    <a:pt x="41" y="7"/>
                  </a:cubicBezTo>
                  <a:cubicBezTo>
                    <a:pt x="9" y="21"/>
                    <a:pt x="0" y="61"/>
                    <a:pt x="22" y="88"/>
                  </a:cubicBezTo>
                  <a:cubicBezTo>
                    <a:pt x="36" y="106"/>
                    <a:pt x="62" y="112"/>
                    <a:pt x="83" y="102"/>
                  </a:cubicBezTo>
                  <a:cubicBezTo>
                    <a:pt x="103" y="94"/>
                    <a:pt x="109" y="76"/>
                    <a:pt x="126" y="82"/>
                  </a:cubicBezTo>
                  <a:cubicBezTo>
                    <a:pt x="137" y="85"/>
                    <a:pt x="148" y="88"/>
                    <a:pt x="158" y="91"/>
                  </a:cubicBezTo>
                  <a:cubicBezTo>
                    <a:pt x="162" y="92"/>
                    <a:pt x="165" y="93"/>
                    <a:pt x="169" y="95"/>
                  </a:cubicBezTo>
                  <a:cubicBezTo>
                    <a:pt x="173" y="96"/>
                    <a:pt x="177" y="97"/>
                    <a:pt x="181" y="97"/>
                  </a:cubicBezTo>
                  <a:cubicBezTo>
                    <a:pt x="184" y="97"/>
                    <a:pt x="186" y="97"/>
                    <a:pt x="188" y="95"/>
                  </a:cubicBezTo>
                  <a:cubicBezTo>
                    <a:pt x="190" y="92"/>
                    <a:pt x="190" y="87"/>
                    <a:pt x="188" y="85"/>
                  </a:cubicBezTo>
                  <a:cubicBezTo>
                    <a:pt x="186" y="82"/>
                    <a:pt x="183" y="81"/>
                    <a:pt x="179" y="80"/>
                  </a:cubicBezTo>
                  <a:close/>
                  <a:moveTo>
                    <a:pt x="80" y="85"/>
                  </a:moveTo>
                  <a:cubicBezTo>
                    <a:pt x="63" y="95"/>
                    <a:pt x="42" y="89"/>
                    <a:pt x="32" y="73"/>
                  </a:cubicBezTo>
                  <a:cubicBezTo>
                    <a:pt x="22" y="56"/>
                    <a:pt x="27" y="35"/>
                    <a:pt x="44" y="25"/>
                  </a:cubicBezTo>
                  <a:cubicBezTo>
                    <a:pt x="60" y="15"/>
                    <a:pt x="82" y="20"/>
                    <a:pt x="92" y="37"/>
                  </a:cubicBezTo>
                  <a:cubicBezTo>
                    <a:pt x="102" y="53"/>
                    <a:pt x="96" y="75"/>
                    <a:pt x="80" y="85"/>
                  </a:cubicBezTo>
                  <a:close/>
                </a:path>
              </a:pathLst>
            </a:cu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sp>
          <p:nvSpPr>
            <p:cNvPr id="723" name="Google Shape;723;p14"/>
            <p:cNvSpPr/>
            <p:nvPr/>
          </p:nvSpPr>
          <p:spPr>
            <a:xfrm>
              <a:off x="1311477" y="4106174"/>
              <a:ext cx="147919" cy="85179"/>
            </a:xfrm>
            <a:custGeom>
              <a:rect b="b" l="l" r="r" t="t"/>
              <a:pathLst>
                <a:path extrusionOk="0" h="22" w="39">
                  <a:moveTo>
                    <a:pt x="3" y="8"/>
                  </a:moveTo>
                  <a:cubicBezTo>
                    <a:pt x="1" y="10"/>
                    <a:pt x="0" y="13"/>
                    <a:pt x="2" y="16"/>
                  </a:cubicBezTo>
                  <a:cubicBezTo>
                    <a:pt x="4" y="18"/>
                    <a:pt x="8" y="17"/>
                    <a:pt x="10" y="16"/>
                  </a:cubicBezTo>
                  <a:cubicBezTo>
                    <a:pt x="13" y="15"/>
                    <a:pt x="16" y="14"/>
                    <a:pt x="18" y="15"/>
                  </a:cubicBezTo>
                  <a:cubicBezTo>
                    <a:pt x="22" y="16"/>
                    <a:pt x="26" y="19"/>
                    <a:pt x="29" y="21"/>
                  </a:cubicBezTo>
                  <a:cubicBezTo>
                    <a:pt x="35" y="22"/>
                    <a:pt x="39" y="16"/>
                    <a:pt x="36" y="11"/>
                  </a:cubicBezTo>
                  <a:cubicBezTo>
                    <a:pt x="33" y="5"/>
                    <a:pt x="26" y="2"/>
                    <a:pt x="21" y="1"/>
                  </a:cubicBezTo>
                  <a:cubicBezTo>
                    <a:pt x="14" y="0"/>
                    <a:pt x="7" y="3"/>
                    <a:pt x="3" y="8"/>
                  </a:cubicBezTo>
                  <a:close/>
                </a:path>
              </a:pathLst>
            </a:custGeom>
            <a:noFill/>
            <a:ln cap="rnd"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33C7D9"/>
                </a:solidFill>
                <a:latin typeface="Quattrocento Sans"/>
                <a:ea typeface="Quattrocento Sans"/>
                <a:cs typeface="Quattrocento Sans"/>
                <a:sym typeface="Quattrocento Sans"/>
              </a:endParaRPr>
            </a:p>
          </p:txBody>
        </p:sp>
      </p:grpSp>
      <p:sp>
        <p:nvSpPr>
          <p:cNvPr id="724" name="Google Shape;724;p14"/>
          <p:cNvSpPr txBox="1"/>
          <p:nvPr/>
        </p:nvSpPr>
        <p:spPr>
          <a:xfrm>
            <a:off x="-22445" y="2750887"/>
            <a:ext cx="3775145" cy="123110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8000"/>
              <a:buFont typeface="Arial"/>
              <a:buNone/>
            </a:pPr>
            <a:r>
              <a:rPr b="1" i="0" lang="en-US" sz="8000" u="none" cap="none" strike="noStrike">
                <a:solidFill>
                  <a:schemeClr val="lt1"/>
                </a:solidFill>
                <a:latin typeface="Century Gothic"/>
                <a:ea typeface="Century Gothic"/>
                <a:cs typeface="Century Gothic"/>
                <a:sym typeface="Century Gothic"/>
              </a:rPr>
              <a:t>THANK</a:t>
            </a:r>
            <a:endParaRPr b="1" i="0" sz="8000" u="none" cap="none" strike="noStrike">
              <a:solidFill>
                <a:schemeClr val="lt1"/>
              </a:solidFill>
              <a:latin typeface="Century Gothic"/>
              <a:ea typeface="Century Gothic"/>
              <a:cs typeface="Century Gothic"/>
              <a:sym typeface="Century Gothic"/>
            </a:endParaRPr>
          </a:p>
        </p:txBody>
      </p:sp>
      <p:sp>
        <p:nvSpPr>
          <p:cNvPr id="725" name="Google Shape;725;p14"/>
          <p:cNvSpPr txBox="1"/>
          <p:nvPr/>
        </p:nvSpPr>
        <p:spPr>
          <a:xfrm>
            <a:off x="7692289" y="2713944"/>
            <a:ext cx="3371434" cy="123110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8000"/>
              <a:buFont typeface="Arial"/>
              <a:buNone/>
            </a:pPr>
            <a:r>
              <a:rPr b="1" i="0" lang="en-US" sz="8000" u="none" cap="none" strike="noStrike">
                <a:solidFill>
                  <a:schemeClr val="lt1"/>
                </a:solidFill>
                <a:latin typeface="Century Gothic"/>
                <a:ea typeface="Century Gothic"/>
                <a:cs typeface="Century Gothic"/>
                <a:sym typeface="Century Gothic"/>
              </a:rPr>
              <a:t>YOU</a:t>
            </a:r>
            <a:endParaRPr b="1" i="0" sz="80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117">
      <a:dk1>
        <a:srgbClr val="000000"/>
      </a:dk1>
      <a:lt1>
        <a:srgbClr val="FFFFFF"/>
      </a:lt1>
      <a:dk2>
        <a:srgbClr val="3F3F3F"/>
      </a:dk2>
      <a:lt2>
        <a:srgbClr val="E7E6E6"/>
      </a:lt2>
      <a:accent1>
        <a:srgbClr val="11545D"/>
      </a:accent1>
      <a:accent2>
        <a:srgbClr val="FE5E55"/>
      </a:accent2>
      <a:accent3>
        <a:srgbClr val="FED424"/>
      </a:accent3>
      <a:accent4>
        <a:srgbClr val="98EAE7"/>
      </a:accent4>
      <a:accent5>
        <a:srgbClr val="11545D"/>
      </a:accent5>
      <a:accent6>
        <a:srgbClr val="FE5E55"/>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2018-08-30T06:48:50Z</dcterms:created>
  <dc:creator>Nugroho Ade</dc:creator>
</cp:coreProperties>
</file>